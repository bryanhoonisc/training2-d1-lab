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7"/>
    <p:sldId id="271" r:id="rId6"/>
    <p:sldId id="272" r:id="rId5"/>
    <p:sldId id="273" r:id="rId4"/>
    <p:sldId id="274" r:id="rId3"/>
    <p:sldId id="275" r:id="rId2"/>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F2A9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2473F0-A7C1-49DF-983A-B8628C2B4491}" v="1" dt="2026-07-28T09:52:22.791"/>
    <p1510:client id="{387A4859-6CD6-464D-DC85-71A848DF48A2}" v="161" dt="2026-07-28T05:27:47.752"/>
    <p1510:client id="{3EA43F71-256E-FAC9-C673-C5555FFF4742}" v="386" dt="2026-07-28T03:41:37.299"/>
    <p1510:client id="{72055A82-2D9E-B34E-106A-3F95652CAB52}" v="28" dt="2026-07-30T02:56:51.298"/>
    <p1510:client id="{7D4FFA2F-ED2D-45B7-A64F-F7733A066F81}" v="244" dt="2026-07-28T07:35:32.689"/>
    <p1510:client id="{88D3A9CF-62E3-7BD0-F8F7-A08374DB2293}" v="2" dt="2026-07-29T03:32:26.564"/>
    <p1510:client id="{D6EB9D9C-9478-4936-8223-A7EC7CC2A3FF}" v="200" dt="2026-07-28T09:35:21.415"/>
    <p1510:client id="{E9BF4C6E-0740-4CBB-A275-6411859A0366}" v="6564" dt="2026-07-28T07:35:21.367"/>
    <p1510:client id="{F575D5B8-BA9C-72D8-84EF-40881969649B}" v="36" dt="2026-07-28T09:38:40.5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0.xml"/><Relationship Id="rId3" Type="http://schemas.openxmlformats.org/officeDocument/2006/relationships/slide" Target="slides/slide19.xml"/><Relationship Id="rId4" Type="http://schemas.openxmlformats.org/officeDocument/2006/relationships/slide" Target="slides/slide18.xml"/><Relationship Id="rId5" Type="http://schemas.openxmlformats.org/officeDocument/2006/relationships/slide" Target="slides/slide17.xml"/><Relationship Id="rId6" Type="http://schemas.openxmlformats.org/officeDocument/2006/relationships/slide" Target="slides/slide16.xml"/><Relationship Id="rId7" Type="http://schemas.openxmlformats.org/officeDocument/2006/relationships/slide" Target="slides/slide15.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microsoft.com/office/2015/10/relationships/revisionInfo" Target="revisionInfo.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that all students have Parts A to D working. BP.HIS.Patient must give a PatientResponse, because Part E calls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calls from a business process are asynchronous. Instead of one asynchronous call and then a sync, use one synchronous call. In custom code, if you give no time to wait for an asynchronous call, the process waits forever.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default maximum of Actor Pool Size is 100. An HL7 business process with Pool Size 1 keeps FIFO order.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tick Asynchronous on the two calls: the if reads response.ResponseCode, which the first call sets.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Pool Size 3 and an adapter, three jobs look for input at each Call Interval. For HL7 TCP, Job Per Connection is usually false. When it is true and the connection fails, the adapter can start many jobs. Pool Size then limits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business service is not persistent, so an asynchronous response cannot come back to it. In the lab, the REST client needs the reply, so the service uses SendRequestSync() to the main process.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HTTP 500 that names BS.GetPreAuthInfoView: the production does not run, or the item name is not exact. HTTP 401: use Basic authentication _SYSTEM / SYS.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must disable a process that uses the actor pool, first set its Pool Size to more than 0. For a computation bottleneck, more jobs than CPUs do not help.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default, Alert On Error is False. Ens.Alert is the only target of alert messages. It can be a business operation or a business process, for example one that sends email.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lab, Connect() refuses a host name with an underscore (error 7503). Thus the task uses the network alias his-sftp, not mock_his. Dir() gives the file times in Unix seconds.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settings are visible to all users of the Task Manager. That is why the password goes into interoperability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Run Task page opens, click Perform Action Now immediately. If the time is in the past, the Task Manager can skip the task.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Message Bank usually runs on a server with no live productions. The client productions keep their own messages too.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Picture Placeholder 11">
            <a:extLst>
              <a:ext uri="{FF2B5EF4-FFF2-40B4-BE49-F238E27FC236}">
                <a16:creationId xmlns:a16="http://schemas.microsoft.com/office/drawing/2014/main" id="{D9EDAB84-7CD5-33C6-2CD8-F5E79A4E6346}"/>
              </a:ext>
            </a:extLst>
          </p:cNvPr>
          <p:cNvSpPr>
            <a:spLocks noGrp="1"/>
          </p:cNvSpPr>
          <p:nvPr>
            <p:ph type="pic" sz="quarter" idx="10" hasCustomPrompt="1"/>
          </p:nvPr>
        </p:nvSpPr>
        <p:spPr>
          <a:xfrm>
            <a:off x="3352801" y="355600"/>
            <a:ext cx="2679700" cy="787400"/>
          </a:xfrm>
        </p:spPr>
        <p:txBody>
          <a:bodyPr anchor="ctr">
            <a:noAutofit/>
          </a:bodyPr>
          <a:lstStyle>
            <a:lvl1pPr marL="0" indent="0" algn="ctr">
              <a:buNone/>
              <a:defRPr sz="1400"/>
            </a:lvl1pPr>
          </a:lstStyle>
          <a:p>
            <a:r>
              <a:rPr lang="en-US"/>
              <a:t>Click icon to add</a:t>
            </a:r>
            <a:br>
              <a:rPr lang="en-US"/>
            </a:br>
            <a:r>
              <a:rPr lang="en-US"/>
              <a:t>additional logo</a:t>
            </a:r>
          </a:p>
        </p:txBody>
      </p:sp>
      <p:sp>
        <p:nvSpPr>
          <p:cNvPr id="2" name="Title 1">
            <a:extLst>
              <a:ext uri="{FF2B5EF4-FFF2-40B4-BE49-F238E27FC236}">
                <a16:creationId xmlns:a16="http://schemas.microsoft.com/office/drawing/2014/main" id="{1D2C2119-78F4-9184-FB31-A0593C55D7AD}"/>
              </a:ext>
            </a:extLst>
          </p:cNvPr>
          <p:cNvSpPr>
            <a:spLocks noGrp="1"/>
          </p:cNvSpPr>
          <p:nvPr>
            <p:ph type="ctrTitle" hasCustomPrompt="1"/>
          </p:nvPr>
        </p:nvSpPr>
        <p:spPr>
          <a:xfrm>
            <a:off x="546100" y="1524001"/>
            <a:ext cx="7023100" cy="2317750"/>
          </a:xfrm>
        </p:spPr>
        <p:txBody>
          <a:bodyPr vert="horz" lIns="0" tIns="0" rIns="72000" bIns="0" rtlCol="0" anchor="b" anchorCtr="0">
            <a:normAutofit/>
          </a:bodyPr>
          <a:lstStyle>
            <a:lvl1pPr>
              <a:defRPr lang="en-US" sz="4400" dirty="0">
                <a:solidFill>
                  <a:schemeClr val="tx1"/>
                </a:solidFill>
                <a:ea typeface="+mn-ea"/>
                <a:cs typeface="+mn-cs"/>
              </a:defRPr>
            </a:lvl1pPr>
          </a:lstStyle>
          <a:p>
            <a:pPr lvl="0">
              <a:spcAft>
                <a:spcPts val="0"/>
              </a:spcAft>
              <a:buClrTx/>
              <a:buSzTx/>
              <a:buFontTx/>
            </a:pPr>
            <a:r>
              <a:rPr lang="en-US"/>
              <a:t>Click to Add Title, Use Font Size 44, Title Case</a:t>
            </a:r>
          </a:p>
        </p:txBody>
      </p:sp>
      <p:sp>
        <p:nvSpPr>
          <p:cNvPr id="8" name="Subtitle 2">
            <a:extLst>
              <a:ext uri="{FF2B5EF4-FFF2-40B4-BE49-F238E27FC236}">
                <a16:creationId xmlns:a16="http://schemas.microsoft.com/office/drawing/2014/main" id="{9E8C6115-E794-4726-A3EE-ED83C2ACA1AC}"/>
              </a:ext>
            </a:extLst>
          </p:cNvPr>
          <p:cNvSpPr>
            <a:spLocks noGrp="1"/>
          </p:cNvSpPr>
          <p:nvPr>
            <p:ph type="subTitle" idx="1" hasCustomPrompt="1"/>
          </p:nvPr>
        </p:nvSpPr>
        <p:spPr>
          <a:xfrm>
            <a:off x="546100" y="3967163"/>
            <a:ext cx="7023100" cy="1224466"/>
          </a:xfrm>
        </p:spPr>
        <p:txBody>
          <a:bodyPr vert="horz" lIns="0" tIns="0" rIns="0" bIns="0" rtlCol="0" anchor="t" anchorCtr="0">
            <a:normAutofit/>
          </a:bodyPr>
          <a:lstStyle>
            <a:lvl1pPr marL="0" indent="0">
              <a:buNone/>
              <a:defRPr lang="en-US" sz="1800" baseline="0">
                <a:solidFill>
                  <a:schemeClr val="tx1"/>
                </a:solidFill>
              </a:defRPr>
            </a:lvl1pPr>
          </a:lstStyle>
          <a:p>
            <a:pPr lvl="0"/>
            <a:r>
              <a:rPr lang="en-US"/>
              <a:t>Click to add subtitle, use font size 18, sentence case</a:t>
            </a:r>
          </a:p>
        </p:txBody>
      </p:sp>
      <p:pic>
        <p:nvPicPr>
          <p:cNvPr id="10" name="Graphic 9">
            <a:extLst>
              <a:ext uri="{FF2B5EF4-FFF2-40B4-BE49-F238E27FC236}">
                <a16:creationId xmlns:a16="http://schemas.microsoft.com/office/drawing/2014/main" id="{98EAADFB-8AFD-ED1B-5C80-B8AACDB6C14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70977" y="459740"/>
            <a:ext cx="2219325" cy="591820"/>
          </a:xfrm>
          <a:prstGeom prst="rect">
            <a:avLst/>
          </a:prstGeom>
        </p:spPr>
      </p:pic>
      <p:sp>
        <p:nvSpPr>
          <p:cNvPr id="12" name="Freeform: Shape 11">
            <a:extLst>
              <a:ext uri="{FF2B5EF4-FFF2-40B4-BE49-F238E27FC236}">
                <a16:creationId xmlns:a16="http://schemas.microsoft.com/office/drawing/2014/main" id="{6D432749-49AB-9C13-2F55-5F493992C732}"/>
              </a:ext>
              <a:ext uri="{C183D7F6-B498-43B3-948B-1728B52AA6E4}">
                <adec:decorative xmlns:adec="http://schemas.microsoft.com/office/drawing/2017/decorative" val="1"/>
              </a:ext>
            </a:extLst>
          </p:cNvPr>
          <p:cNvSpPr>
            <a:spLocks noChangeAspect="1"/>
          </p:cNvSpPr>
          <p:nvPr userDrawn="1"/>
        </p:nvSpPr>
        <p:spPr>
          <a:xfrm>
            <a:off x="11636180" y="2608096"/>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0">
                  <a:schemeClr val="accent2">
                    <a:alpha val="25000"/>
                  </a:schemeClr>
                </a:gs>
                <a:gs pos="59600">
                  <a:srgbClr val="92C0E9">
                    <a:alpha val="28000"/>
                  </a:srgb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1" name="Freeform: Shape 40">
            <a:extLst>
              <a:ext uri="{FF2B5EF4-FFF2-40B4-BE49-F238E27FC236}">
                <a16:creationId xmlns:a16="http://schemas.microsoft.com/office/drawing/2014/main" id="{E47A993D-77DC-C92E-3FCF-969998697C64}"/>
              </a:ext>
              <a:ext uri="{C183D7F6-B498-43B3-948B-1728B52AA6E4}">
                <adec:decorative xmlns:adec="http://schemas.microsoft.com/office/drawing/2017/decorative" val="1"/>
              </a:ext>
            </a:extLst>
          </p:cNvPr>
          <p:cNvSpPr>
            <a:spLocks noChangeAspect="1"/>
          </p:cNvSpPr>
          <p:nvPr userDrawn="1"/>
        </p:nvSpPr>
        <p:spPr>
          <a:xfrm>
            <a:off x="11243843" y="2846440"/>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0">
                  <a:schemeClr val="accent2">
                    <a:alpha val="35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2" name="Freeform: Shape 41">
            <a:extLst>
              <a:ext uri="{FF2B5EF4-FFF2-40B4-BE49-F238E27FC236}">
                <a16:creationId xmlns:a16="http://schemas.microsoft.com/office/drawing/2014/main" id="{C2584888-A83D-96D7-BBE7-1879FE364449}"/>
              </a:ext>
              <a:ext uri="{C183D7F6-B498-43B3-948B-1728B52AA6E4}">
                <adec:decorative xmlns:adec="http://schemas.microsoft.com/office/drawing/2017/decorative" val="1"/>
              </a:ext>
            </a:extLst>
          </p:cNvPr>
          <p:cNvSpPr>
            <a:spLocks noChangeAspect="1"/>
          </p:cNvSpPr>
          <p:nvPr userDrawn="1"/>
        </p:nvSpPr>
        <p:spPr>
          <a:xfrm>
            <a:off x="10851507" y="3084784"/>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gradFill flip="none" rotWithShape="1">
            <a:gsLst>
              <a:gs pos="0">
                <a:srgbClr val="78E3DE">
                  <a:alpha val="56000"/>
                </a:srgbClr>
              </a:gs>
              <a:gs pos="100000">
                <a:srgbClr val="00B2A9">
                  <a:alpha val="35000"/>
                </a:srgbClr>
              </a:gs>
            </a:gsLst>
            <a:lin ang="6900000" scaled="0"/>
            <a:tileRect/>
          </a:gradFill>
          <a:ln w="19050" cap="flat">
            <a:gradFill>
              <a:gsLst>
                <a:gs pos="0">
                  <a:srgbClr val="00B2A9">
                    <a:alpha val="27000"/>
                  </a:srgbClr>
                </a:gs>
                <a:gs pos="100000">
                  <a:srgbClr val="00B2A9">
                    <a:lumMod val="50000"/>
                    <a:alpha val="29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3" name="Freeform: Shape 42">
            <a:extLst>
              <a:ext uri="{FF2B5EF4-FFF2-40B4-BE49-F238E27FC236}">
                <a16:creationId xmlns:a16="http://schemas.microsoft.com/office/drawing/2014/main" id="{040E35AF-37D8-ED7F-48C8-855E6EBD949A}"/>
              </a:ext>
              <a:ext uri="{C183D7F6-B498-43B3-948B-1728B52AA6E4}">
                <adec:decorative xmlns:adec="http://schemas.microsoft.com/office/drawing/2017/decorative" val="1"/>
              </a:ext>
            </a:extLst>
          </p:cNvPr>
          <p:cNvSpPr>
            <a:spLocks noChangeAspect="1"/>
          </p:cNvSpPr>
          <p:nvPr userDrawn="1"/>
        </p:nvSpPr>
        <p:spPr>
          <a:xfrm>
            <a:off x="10459170" y="3323128"/>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0">
                  <a:schemeClr val="accent3">
                    <a:alpha val="24000"/>
                  </a:scheme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4" name="Freeform: Shape 43">
            <a:extLst>
              <a:ext uri="{FF2B5EF4-FFF2-40B4-BE49-F238E27FC236}">
                <a16:creationId xmlns:a16="http://schemas.microsoft.com/office/drawing/2014/main" id="{A27DE93E-0C04-D6AD-BDDD-1351663233BA}"/>
              </a:ext>
              <a:ext uri="{C183D7F6-B498-43B3-948B-1728B52AA6E4}">
                <adec:decorative xmlns:adec="http://schemas.microsoft.com/office/drawing/2017/decorative" val="1"/>
              </a:ext>
            </a:extLst>
          </p:cNvPr>
          <p:cNvSpPr>
            <a:spLocks noChangeAspect="1"/>
          </p:cNvSpPr>
          <p:nvPr userDrawn="1"/>
        </p:nvSpPr>
        <p:spPr>
          <a:xfrm>
            <a:off x="10066834" y="3551947"/>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2098">
                  <a:schemeClr val="tx2">
                    <a:alpha val="36000"/>
                  </a:schemeClr>
                </a:gs>
                <a:gs pos="26000">
                  <a:schemeClr val="accent2">
                    <a:alpha val="96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5" name="Freeform: Shape 44">
            <a:extLst>
              <a:ext uri="{FF2B5EF4-FFF2-40B4-BE49-F238E27FC236}">
                <a16:creationId xmlns:a16="http://schemas.microsoft.com/office/drawing/2014/main" id="{E77EB9C6-AF09-FD81-8FC1-D6EFDEAADA57}"/>
              </a:ext>
              <a:ext uri="{C183D7F6-B498-43B3-948B-1728B52AA6E4}">
                <adec:decorative xmlns:adec="http://schemas.microsoft.com/office/drawing/2017/decorative" val="1"/>
              </a:ext>
            </a:extLst>
          </p:cNvPr>
          <p:cNvSpPr>
            <a:spLocks noChangeAspect="1"/>
          </p:cNvSpPr>
          <p:nvPr userDrawn="1"/>
        </p:nvSpPr>
        <p:spPr>
          <a:xfrm>
            <a:off x="9674497" y="3799816"/>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gradFill flip="none" rotWithShape="1">
            <a:gsLst>
              <a:gs pos="100000">
                <a:srgbClr val="2F2A95">
                  <a:alpha val="31000"/>
                </a:srgbClr>
              </a:gs>
              <a:gs pos="0">
                <a:srgbClr val="92C0E9">
                  <a:alpha val="77000"/>
                </a:srgbClr>
              </a:gs>
              <a:gs pos="64198">
                <a:srgbClr val="C5B4E2">
                  <a:alpha val="61000"/>
                </a:srgbClr>
              </a:gs>
              <a:gs pos="33000">
                <a:srgbClr val="92C0E9">
                  <a:alpha val="78000"/>
                </a:srgbClr>
              </a:gs>
            </a:gsLst>
            <a:lin ang="6900000" scaled="0"/>
            <a:tileRect/>
          </a:gradFill>
          <a:ln w="19050" cap="flat">
            <a:gradFill>
              <a:gsLst>
                <a:gs pos="0">
                  <a:srgbClr val="92C0E9">
                    <a:lumMod val="75000"/>
                    <a:alpha val="27000"/>
                  </a:srgbClr>
                </a:gs>
                <a:gs pos="100000">
                  <a:srgbClr val="2F2A95">
                    <a:alpha val="20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6" name="Freeform: Shape 45">
            <a:extLst>
              <a:ext uri="{FF2B5EF4-FFF2-40B4-BE49-F238E27FC236}">
                <a16:creationId xmlns:a16="http://schemas.microsoft.com/office/drawing/2014/main" id="{8658E627-937F-3F95-9BBB-2B6CCE073FA7}"/>
              </a:ext>
              <a:ext uri="{C183D7F6-B498-43B3-948B-1728B52AA6E4}">
                <adec:decorative xmlns:adec="http://schemas.microsoft.com/office/drawing/2017/decorative" val="1"/>
              </a:ext>
            </a:extLst>
          </p:cNvPr>
          <p:cNvSpPr>
            <a:spLocks noChangeAspect="1"/>
          </p:cNvSpPr>
          <p:nvPr userDrawn="1"/>
        </p:nvSpPr>
        <p:spPr>
          <a:xfrm>
            <a:off x="9282161" y="4038160"/>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0">
                  <a:schemeClr val="accent3">
                    <a:alpha val="23000"/>
                  </a:schemeClr>
                </a:gs>
                <a:gs pos="100000">
                  <a:srgbClr val="2F2A95">
                    <a:alpha val="11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7" name="Freeform: Shape 46">
            <a:extLst>
              <a:ext uri="{FF2B5EF4-FFF2-40B4-BE49-F238E27FC236}">
                <a16:creationId xmlns:a16="http://schemas.microsoft.com/office/drawing/2014/main" id="{A805227E-1BD9-ED14-BD3B-98CB4272C6BB}"/>
              </a:ext>
              <a:ext uri="{C183D7F6-B498-43B3-948B-1728B52AA6E4}">
                <adec:decorative xmlns:adec="http://schemas.microsoft.com/office/drawing/2017/decorative" val="1"/>
              </a:ext>
            </a:extLst>
          </p:cNvPr>
          <p:cNvSpPr>
            <a:spLocks noChangeAspect="1"/>
          </p:cNvSpPr>
          <p:nvPr userDrawn="1"/>
        </p:nvSpPr>
        <p:spPr>
          <a:xfrm>
            <a:off x="8889824" y="4276504"/>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gradFill>
            <a:gsLst>
              <a:gs pos="49500">
                <a:srgbClr val="92C0E9">
                  <a:lumMod val="95000"/>
                  <a:alpha val="53000"/>
                </a:srgbClr>
              </a:gs>
              <a:gs pos="0">
                <a:srgbClr val="00B2A9">
                  <a:alpha val="25000"/>
                </a:srgbClr>
              </a:gs>
              <a:gs pos="100000">
                <a:srgbClr val="C5B4E2">
                  <a:alpha val="70000"/>
                </a:srgbClr>
              </a:gs>
            </a:gsLst>
            <a:lin ang="6900000" scaled="0"/>
          </a:gradFill>
          <a:ln w="19050" cap="flat">
            <a:gradFill flip="none" rotWithShape="1">
              <a:gsLst>
                <a:gs pos="27000">
                  <a:srgbClr val="00B2A9">
                    <a:alpha val="63000"/>
                  </a:srgbClr>
                </a:gs>
                <a:gs pos="100000">
                  <a:srgbClr val="C5B4E2">
                    <a:alpha val="44000"/>
                  </a:srgbClr>
                </a:gs>
                <a:gs pos="0">
                  <a:srgbClr val="006990">
                    <a:alpha val="1000"/>
                  </a:srgbClr>
                </a:gs>
              </a:gsLst>
              <a:lin ang="5400000" scaled="1"/>
              <a:tileRect/>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8" name="Freeform: Shape 47">
            <a:extLst>
              <a:ext uri="{FF2B5EF4-FFF2-40B4-BE49-F238E27FC236}">
                <a16:creationId xmlns:a16="http://schemas.microsoft.com/office/drawing/2014/main" id="{7D61E46A-C93D-DE76-B052-2FE584D6F871}"/>
              </a:ext>
              <a:ext uri="{C183D7F6-B498-43B3-948B-1728B52AA6E4}">
                <adec:decorative xmlns:adec="http://schemas.microsoft.com/office/drawing/2017/decorative" val="1"/>
              </a:ext>
            </a:extLst>
          </p:cNvPr>
          <p:cNvSpPr>
            <a:spLocks noChangeAspect="1"/>
          </p:cNvSpPr>
          <p:nvPr userDrawn="1"/>
        </p:nvSpPr>
        <p:spPr>
          <a:xfrm>
            <a:off x="8497488" y="4514848"/>
            <a:ext cx="784673" cy="2986532"/>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2098">
                  <a:schemeClr val="tx2">
                    <a:alpha val="36000"/>
                  </a:schemeClr>
                </a:gs>
                <a:gs pos="26000">
                  <a:schemeClr val="accent2">
                    <a:alpha val="96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9" name="Freeform: Shape 48">
            <a:extLst>
              <a:ext uri="{FF2B5EF4-FFF2-40B4-BE49-F238E27FC236}">
                <a16:creationId xmlns:a16="http://schemas.microsoft.com/office/drawing/2014/main" id="{474F712E-83EE-46A5-0891-041C28DF1692}"/>
              </a:ext>
              <a:ext uri="{C183D7F6-B498-43B3-948B-1728B52AA6E4}">
                <adec:decorative xmlns:adec="http://schemas.microsoft.com/office/drawing/2017/decorative" val="1"/>
              </a:ext>
            </a:extLst>
          </p:cNvPr>
          <p:cNvSpPr/>
          <p:nvPr userDrawn="1"/>
        </p:nvSpPr>
        <p:spPr>
          <a:xfrm>
            <a:off x="8121224" y="4753193"/>
            <a:ext cx="768600" cy="2978557"/>
          </a:xfrm>
          <a:custGeom>
            <a:avLst/>
            <a:gdLst>
              <a:gd name="connsiteX0" fmla="*/ 0 w 768600"/>
              <a:gd name="connsiteY0" fmla="*/ 0 h 2978557"/>
              <a:gd name="connsiteX1" fmla="*/ 768600 w 768600"/>
              <a:gd name="connsiteY1" fmla="*/ 381382 h 2978557"/>
              <a:gd name="connsiteX2" fmla="*/ 768600 w 768600"/>
              <a:gd name="connsiteY2" fmla="*/ 507334 h 2978557"/>
              <a:gd name="connsiteX3" fmla="*/ 768600 w 768600"/>
              <a:gd name="connsiteY3" fmla="*/ 2852605 h 2978557"/>
              <a:gd name="connsiteX4" fmla="*/ 768600 w 768600"/>
              <a:gd name="connsiteY4" fmla="*/ 2978557 h 2978557"/>
              <a:gd name="connsiteX5" fmla="*/ 0 w 768600"/>
              <a:gd name="connsiteY5" fmla="*/ 2597175 h 2978557"/>
              <a:gd name="connsiteX6" fmla="*/ 0 w 768600"/>
              <a:gd name="connsiteY6" fmla="*/ 2471223 h 2978557"/>
              <a:gd name="connsiteX7" fmla="*/ 0 w 768600"/>
              <a:gd name="connsiteY7" fmla="*/ 125952 h 2978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978557">
                <a:moveTo>
                  <a:pt x="0" y="0"/>
                </a:moveTo>
                <a:lnTo>
                  <a:pt x="768600" y="381382"/>
                </a:lnTo>
                <a:lnTo>
                  <a:pt x="768600" y="507334"/>
                </a:lnTo>
                <a:lnTo>
                  <a:pt x="768600" y="2852605"/>
                </a:lnTo>
                <a:lnTo>
                  <a:pt x="768600" y="2978557"/>
                </a:lnTo>
                <a:lnTo>
                  <a:pt x="0" y="2597175"/>
                </a:lnTo>
                <a:lnTo>
                  <a:pt x="0" y="2471223"/>
                </a:lnTo>
                <a:lnTo>
                  <a:pt x="0" y="125952"/>
                </a:lnTo>
                <a:close/>
              </a:path>
            </a:pathLst>
          </a:custGeom>
          <a:noFill/>
          <a:ln w="19050" cap="flat">
            <a:gradFill flip="none" rotWithShape="1">
              <a:gsLst>
                <a:gs pos="0">
                  <a:schemeClr val="accent2">
                    <a:alpha val="48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0" name="Freeform: Shape 49">
            <a:extLst>
              <a:ext uri="{FF2B5EF4-FFF2-40B4-BE49-F238E27FC236}">
                <a16:creationId xmlns:a16="http://schemas.microsoft.com/office/drawing/2014/main" id="{3B7E441C-51F1-7E00-07D5-4AC6B5695193}"/>
              </a:ext>
              <a:ext uri="{C183D7F6-B498-43B3-948B-1728B52AA6E4}">
                <adec:decorative xmlns:adec="http://schemas.microsoft.com/office/drawing/2017/decorative" val="1"/>
              </a:ext>
            </a:extLst>
          </p:cNvPr>
          <p:cNvSpPr>
            <a:spLocks noChangeAspect="1"/>
          </p:cNvSpPr>
          <p:nvPr userDrawn="1"/>
        </p:nvSpPr>
        <p:spPr>
          <a:xfrm>
            <a:off x="7714910" y="4987549"/>
            <a:ext cx="782578" cy="2978557"/>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gradFill>
            <a:gsLst>
              <a:gs pos="100000">
                <a:srgbClr val="C5B4E2">
                  <a:lumMod val="75000"/>
                  <a:alpha val="62000"/>
                </a:srgbClr>
              </a:gs>
              <a:gs pos="0">
                <a:srgbClr val="92C0E9">
                  <a:alpha val="40000"/>
                </a:srgbClr>
              </a:gs>
              <a:gs pos="61000">
                <a:srgbClr val="2F2A95">
                  <a:alpha val="42000"/>
                </a:srgbClr>
              </a:gs>
            </a:gsLst>
            <a:lin ang="6900000" scaled="0"/>
          </a:gradFill>
          <a:ln w="19050" cap="flat">
            <a:gradFill flip="none" rotWithShape="1">
              <a:gsLst>
                <a:gs pos="0">
                  <a:srgbClr val="92C0E9">
                    <a:alpha val="27000"/>
                  </a:srgbClr>
                </a:gs>
                <a:gs pos="100000">
                  <a:srgbClr val="C5B4E2">
                    <a:lumMod val="50000"/>
                    <a:alpha val="65000"/>
                  </a:srgbClr>
                </a:gs>
              </a:gsLst>
              <a:lin ang="5400000" scaled="1"/>
              <a:tileRect/>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1" name="Freeform: Shape 50">
            <a:extLst>
              <a:ext uri="{FF2B5EF4-FFF2-40B4-BE49-F238E27FC236}">
                <a16:creationId xmlns:a16="http://schemas.microsoft.com/office/drawing/2014/main" id="{1EE2E1F7-5171-B1DF-459C-B0BCE535DF1F}"/>
              </a:ext>
              <a:ext uri="{C183D7F6-B498-43B3-948B-1728B52AA6E4}">
                <adec:decorative xmlns:adec="http://schemas.microsoft.com/office/drawing/2017/decorative" val="1"/>
              </a:ext>
            </a:extLst>
          </p:cNvPr>
          <p:cNvSpPr>
            <a:spLocks noChangeAspect="1"/>
          </p:cNvSpPr>
          <p:nvPr userDrawn="1"/>
        </p:nvSpPr>
        <p:spPr>
          <a:xfrm>
            <a:off x="7338646" y="5225894"/>
            <a:ext cx="782578" cy="2978557"/>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0">
                  <a:schemeClr val="accent2">
                    <a:alpha val="48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2" name="Freeform: Shape 51">
            <a:extLst>
              <a:ext uri="{FF2B5EF4-FFF2-40B4-BE49-F238E27FC236}">
                <a16:creationId xmlns:a16="http://schemas.microsoft.com/office/drawing/2014/main" id="{C40F6526-35CD-A5E9-72DC-F3E3AEA3A160}"/>
              </a:ext>
              <a:ext uri="{C183D7F6-B498-43B3-948B-1728B52AA6E4}">
                <adec:decorative xmlns:adec="http://schemas.microsoft.com/office/drawing/2017/decorative" val="1"/>
              </a:ext>
            </a:extLst>
          </p:cNvPr>
          <p:cNvSpPr>
            <a:spLocks noChangeAspect="1"/>
          </p:cNvSpPr>
          <p:nvPr userDrawn="1"/>
        </p:nvSpPr>
        <p:spPr>
          <a:xfrm>
            <a:off x="6932332" y="5464237"/>
            <a:ext cx="782578" cy="2978557"/>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0">
                  <a:schemeClr val="accent2">
                    <a:alpha val="25000"/>
                  </a:schemeClr>
                </a:gs>
                <a:gs pos="59600">
                  <a:srgbClr val="92C0E9">
                    <a:alpha val="28000"/>
                  </a:srgb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3" name="Freeform: Shape 52">
            <a:extLst>
              <a:ext uri="{FF2B5EF4-FFF2-40B4-BE49-F238E27FC236}">
                <a16:creationId xmlns:a16="http://schemas.microsoft.com/office/drawing/2014/main" id="{0865AB97-9EA3-83A9-935D-34180872812F}"/>
              </a:ext>
              <a:ext uri="{C183D7F6-B498-43B3-948B-1728B52AA6E4}">
                <adec:decorative xmlns:adec="http://schemas.microsoft.com/office/drawing/2017/decorative" val="1"/>
              </a:ext>
            </a:extLst>
          </p:cNvPr>
          <p:cNvSpPr/>
          <p:nvPr userDrawn="1"/>
        </p:nvSpPr>
        <p:spPr>
          <a:xfrm>
            <a:off x="6570045" y="5698595"/>
            <a:ext cx="768600" cy="2978557"/>
          </a:xfrm>
          <a:custGeom>
            <a:avLst/>
            <a:gdLst>
              <a:gd name="connsiteX0" fmla="*/ 0 w 768600"/>
              <a:gd name="connsiteY0" fmla="*/ 0 h 2978557"/>
              <a:gd name="connsiteX1" fmla="*/ 768600 w 768600"/>
              <a:gd name="connsiteY1" fmla="*/ 381382 h 2978557"/>
              <a:gd name="connsiteX2" fmla="*/ 768600 w 768600"/>
              <a:gd name="connsiteY2" fmla="*/ 507334 h 2978557"/>
              <a:gd name="connsiteX3" fmla="*/ 768600 w 768600"/>
              <a:gd name="connsiteY3" fmla="*/ 2852605 h 2978557"/>
              <a:gd name="connsiteX4" fmla="*/ 768600 w 768600"/>
              <a:gd name="connsiteY4" fmla="*/ 2978557 h 2978557"/>
              <a:gd name="connsiteX5" fmla="*/ 0 w 768600"/>
              <a:gd name="connsiteY5" fmla="*/ 2597175 h 2978557"/>
              <a:gd name="connsiteX6" fmla="*/ 0 w 768600"/>
              <a:gd name="connsiteY6" fmla="*/ 2471223 h 2978557"/>
              <a:gd name="connsiteX7" fmla="*/ 0 w 768600"/>
              <a:gd name="connsiteY7" fmla="*/ 125952 h 2978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978557">
                <a:moveTo>
                  <a:pt x="0" y="0"/>
                </a:moveTo>
                <a:lnTo>
                  <a:pt x="768600" y="381382"/>
                </a:lnTo>
                <a:lnTo>
                  <a:pt x="768600" y="507334"/>
                </a:lnTo>
                <a:lnTo>
                  <a:pt x="768600" y="2852605"/>
                </a:lnTo>
                <a:lnTo>
                  <a:pt x="768600" y="2978557"/>
                </a:lnTo>
                <a:lnTo>
                  <a:pt x="0" y="2597175"/>
                </a:lnTo>
                <a:lnTo>
                  <a:pt x="0" y="2471223"/>
                </a:lnTo>
                <a:lnTo>
                  <a:pt x="0" y="125952"/>
                </a:lnTo>
                <a:close/>
              </a:path>
            </a:pathLst>
          </a:custGeom>
          <a:gradFill flip="none" rotWithShape="1">
            <a:gsLst>
              <a:gs pos="64000">
                <a:srgbClr val="92C0E9">
                  <a:lumMod val="75000"/>
                  <a:alpha val="56000"/>
                </a:srgbClr>
              </a:gs>
              <a:gs pos="0">
                <a:srgbClr val="92C0E9">
                  <a:alpha val="15000"/>
                </a:srgbClr>
              </a:gs>
            </a:gsLst>
            <a:lin ang="6900000" scaled="0"/>
            <a:tileRect/>
          </a:gradFill>
          <a:ln w="19050" cap="flat">
            <a:gradFill>
              <a:gsLst>
                <a:gs pos="0">
                  <a:srgbClr val="92C0E9">
                    <a:alpha val="22000"/>
                  </a:srgbClr>
                </a:gs>
                <a:gs pos="100000">
                  <a:srgbClr val="92C0E9">
                    <a:lumMod val="50000"/>
                    <a:alpha val="25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L="0" marR="0" lvl="0" indent="0" defTabSz="2665918" eaLnBrk="1" fontAlgn="auto" latinLnBrk="0" hangingPunct="1">
              <a:lnSpc>
                <a:spcPct val="100000"/>
              </a:lnSpc>
              <a:spcBef>
                <a:spcPts val="2918"/>
              </a:spcBef>
              <a:spcAft>
                <a:spcPts val="0"/>
              </a:spcAft>
              <a:buClr>
                <a:srgbClr val="F2F2F2"/>
              </a:buClr>
              <a:buSzTx/>
              <a:buFontTx/>
              <a:buNone/>
              <a:tabLst/>
              <a:defRPr/>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4" name="Freeform: Shape 53">
            <a:extLst>
              <a:ext uri="{FF2B5EF4-FFF2-40B4-BE49-F238E27FC236}">
                <a16:creationId xmlns:a16="http://schemas.microsoft.com/office/drawing/2014/main" id="{07213E18-1E8E-A7D7-F5B1-E9FD1E3CE2FC}"/>
              </a:ext>
              <a:ext uri="{C183D7F6-B498-43B3-948B-1728B52AA6E4}">
                <adec:decorative xmlns:adec="http://schemas.microsoft.com/office/drawing/2017/decorative" val="1"/>
              </a:ext>
            </a:extLst>
          </p:cNvPr>
          <p:cNvSpPr>
            <a:spLocks noChangeAspect="1"/>
          </p:cNvSpPr>
          <p:nvPr userDrawn="1"/>
        </p:nvSpPr>
        <p:spPr>
          <a:xfrm>
            <a:off x="6149754" y="5932951"/>
            <a:ext cx="782578" cy="2978557"/>
          </a:xfrm>
          <a:custGeom>
            <a:avLst/>
            <a:gdLst>
              <a:gd name="connsiteX0" fmla="*/ 0 w 784673"/>
              <a:gd name="connsiteY0" fmla="*/ 0 h 2986532"/>
              <a:gd name="connsiteX1" fmla="*/ 784673 w 784673"/>
              <a:gd name="connsiteY1" fmla="*/ 389357 h 2986532"/>
              <a:gd name="connsiteX2" fmla="*/ 784673 w 784673"/>
              <a:gd name="connsiteY2" fmla="*/ 515309 h 2986532"/>
              <a:gd name="connsiteX3" fmla="*/ 784673 w 784673"/>
              <a:gd name="connsiteY3" fmla="*/ 2860580 h 2986532"/>
              <a:gd name="connsiteX4" fmla="*/ 784673 w 784673"/>
              <a:gd name="connsiteY4" fmla="*/ 2986532 h 2986532"/>
              <a:gd name="connsiteX5" fmla="*/ 0 w 784673"/>
              <a:gd name="connsiteY5" fmla="*/ 2597175 h 2986532"/>
              <a:gd name="connsiteX6" fmla="*/ 0 w 784673"/>
              <a:gd name="connsiteY6" fmla="*/ 2471223 h 2986532"/>
              <a:gd name="connsiteX7" fmla="*/ 0 w 784673"/>
              <a:gd name="connsiteY7" fmla="*/ 125952 h 298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986532">
                <a:moveTo>
                  <a:pt x="0" y="0"/>
                </a:moveTo>
                <a:lnTo>
                  <a:pt x="784673" y="389357"/>
                </a:lnTo>
                <a:lnTo>
                  <a:pt x="784673" y="515309"/>
                </a:lnTo>
                <a:lnTo>
                  <a:pt x="784673" y="2860580"/>
                </a:lnTo>
                <a:lnTo>
                  <a:pt x="784673" y="2986532"/>
                </a:lnTo>
                <a:lnTo>
                  <a:pt x="0" y="2597175"/>
                </a:lnTo>
                <a:lnTo>
                  <a:pt x="0" y="2471223"/>
                </a:lnTo>
                <a:lnTo>
                  <a:pt x="0" y="125952"/>
                </a:lnTo>
                <a:close/>
              </a:path>
            </a:pathLst>
          </a:custGeom>
          <a:noFill/>
          <a:ln w="19050" cap="flat">
            <a:gradFill flip="none" rotWithShape="1">
              <a:gsLst>
                <a:gs pos="0">
                  <a:schemeClr val="accent2">
                    <a:alpha val="25000"/>
                  </a:schemeClr>
                </a:gs>
                <a:gs pos="59600">
                  <a:srgbClr val="92C0E9">
                    <a:alpha val="28000"/>
                  </a:srgb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5" name="Freeform: Shape 54">
            <a:extLst>
              <a:ext uri="{FF2B5EF4-FFF2-40B4-BE49-F238E27FC236}">
                <a16:creationId xmlns:a16="http://schemas.microsoft.com/office/drawing/2014/main" id="{56595100-5D1E-6911-4DA6-CF07BE9CE8E1}"/>
              </a:ext>
              <a:ext uri="{C183D7F6-B498-43B3-948B-1728B52AA6E4}">
                <adec:decorative xmlns:adec="http://schemas.microsoft.com/office/drawing/2017/decorative" val="1"/>
              </a:ext>
            </a:extLst>
          </p:cNvPr>
          <p:cNvSpPr/>
          <p:nvPr userDrawn="1"/>
        </p:nvSpPr>
        <p:spPr>
          <a:xfrm>
            <a:off x="11388052" y="297668"/>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noFill/>
          <a:ln w="19050" cap="flat">
            <a:gradFill flip="none" rotWithShape="1">
              <a:gsLst>
                <a:gs pos="0">
                  <a:schemeClr val="accent2">
                    <a:alpha val="25000"/>
                  </a:schemeClr>
                </a:gs>
                <a:gs pos="59600">
                  <a:srgbClr val="92C0E9">
                    <a:alpha val="28000"/>
                  </a:srgb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6" name="Freeform: Shape 55">
            <a:extLst>
              <a:ext uri="{FF2B5EF4-FFF2-40B4-BE49-F238E27FC236}">
                <a16:creationId xmlns:a16="http://schemas.microsoft.com/office/drawing/2014/main" id="{64714D12-C61B-B3FB-E14B-E42AA862AEC0}"/>
              </a:ext>
              <a:ext uri="{C183D7F6-B498-43B3-948B-1728B52AA6E4}">
                <adec:decorative xmlns:adec="http://schemas.microsoft.com/office/drawing/2017/decorative" val="1"/>
              </a:ext>
            </a:extLst>
          </p:cNvPr>
          <p:cNvSpPr/>
          <p:nvPr userDrawn="1"/>
        </p:nvSpPr>
        <p:spPr>
          <a:xfrm>
            <a:off x="11136184" y="431980"/>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gradFill flip="none" rotWithShape="1">
            <a:gsLst>
              <a:gs pos="0">
                <a:srgbClr val="78E3DE">
                  <a:lumMod val="94000"/>
                  <a:alpha val="13000"/>
                </a:srgbClr>
              </a:gs>
              <a:gs pos="100000">
                <a:srgbClr val="2F2A95">
                  <a:alpha val="35000"/>
                </a:srgbClr>
              </a:gs>
              <a:gs pos="72000">
                <a:srgbClr val="00B2A9">
                  <a:alpha val="31000"/>
                </a:srgbClr>
              </a:gs>
            </a:gsLst>
            <a:lin ang="6900000" scaled="0"/>
            <a:tileRect/>
          </a:gradFill>
          <a:ln w="19050" cap="flat">
            <a:gradFill>
              <a:gsLst>
                <a:gs pos="0">
                  <a:srgbClr val="00B2A9">
                    <a:alpha val="7000"/>
                  </a:srgbClr>
                </a:gs>
                <a:gs pos="100000">
                  <a:srgbClr val="2F2A95">
                    <a:alpha val="8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7" name="Freeform: Shape 56">
            <a:extLst>
              <a:ext uri="{FF2B5EF4-FFF2-40B4-BE49-F238E27FC236}">
                <a16:creationId xmlns:a16="http://schemas.microsoft.com/office/drawing/2014/main" id="{9EC375A1-BC13-0249-7E06-3EA92084689E}"/>
              </a:ext>
              <a:ext uri="{C183D7F6-B498-43B3-948B-1728B52AA6E4}">
                <adec:decorative xmlns:adec="http://schemas.microsoft.com/office/drawing/2017/decorative" val="1"/>
              </a:ext>
            </a:extLst>
          </p:cNvPr>
          <p:cNvSpPr/>
          <p:nvPr userDrawn="1"/>
        </p:nvSpPr>
        <p:spPr>
          <a:xfrm>
            <a:off x="10882555" y="583989"/>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gradFill flip="none" rotWithShape="1">
            <a:gsLst>
              <a:gs pos="0">
                <a:srgbClr val="78E3DE">
                  <a:alpha val="34000"/>
                </a:srgbClr>
              </a:gs>
              <a:gs pos="99000">
                <a:srgbClr val="00B2A9">
                  <a:alpha val="23000"/>
                  <a:lumMod val="99000"/>
                </a:srgbClr>
              </a:gs>
            </a:gsLst>
            <a:lin ang="6900000" scaled="0"/>
            <a:tileRect/>
          </a:gradFill>
          <a:ln w="19050" cap="flat">
            <a:gradFill>
              <a:gsLst>
                <a:gs pos="0">
                  <a:srgbClr val="00B2A9">
                    <a:lumMod val="99000"/>
                    <a:alpha val="20000"/>
                  </a:srgbClr>
                </a:gs>
                <a:gs pos="100000">
                  <a:srgbClr val="00B2A9">
                    <a:lumMod val="50000"/>
                    <a:alpha val="16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8" name="Freeform: Shape 57">
            <a:extLst>
              <a:ext uri="{FF2B5EF4-FFF2-40B4-BE49-F238E27FC236}">
                <a16:creationId xmlns:a16="http://schemas.microsoft.com/office/drawing/2014/main" id="{6828F9B8-13EA-E4B2-D960-EDA8AAA61327}"/>
              </a:ext>
              <a:ext uri="{C183D7F6-B498-43B3-948B-1728B52AA6E4}">
                <adec:decorative xmlns:adec="http://schemas.microsoft.com/office/drawing/2017/decorative" val="1"/>
              </a:ext>
            </a:extLst>
          </p:cNvPr>
          <p:cNvSpPr/>
          <p:nvPr userDrawn="1"/>
        </p:nvSpPr>
        <p:spPr>
          <a:xfrm>
            <a:off x="10630687" y="735998"/>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gradFill flip="none" rotWithShape="1">
            <a:gsLst>
              <a:gs pos="100000">
                <a:srgbClr val="92C0E9">
                  <a:lumMod val="75000"/>
                  <a:alpha val="37000"/>
                </a:srgbClr>
              </a:gs>
              <a:gs pos="0">
                <a:srgbClr val="92C0E9">
                  <a:alpha val="14000"/>
                </a:srgbClr>
              </a:gs>
            </a:gsLst>
            <a:lin ang="6900000" scaled="0"/>
            <a:tileRect/>
          </a:gradFill>
          <a:ln w="19050" cap="flat">
            <a:gradFill>
              <a:gsLst>
                <a:gs pos="0">
                  <a:srgbClr val="92C0E9">
                    <a:alpha val="20000"/>
                  </a:srgbClr>
                </a:gs>
                <a:gs pos="100000">
                  <a:srgbClr val="92C0E9">
                    <a:lumMod val="50000"/>
                    <a:alpha val="30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9" name="Freeform: Shape 58">
            <a:extLst>
              <a:ext uri="{FF2B5EF4-FFF2-40B4-BE49-F238E27FC236}">
                <a16:creationId xmlns:a16="http://schemas.microsoft.com/office/drawing/2014/main" id="{BC0A8A4F-DE49-627C-11D0-05B9FF27B5A4}"/>
              </a:ext>
              <a:ext uri="{C183D7F6-B498-43B3-948B-1728B52AA6E4}">
                <adec:decorative xmlns:adec="http://schemas.microsoft.com/office/drawing/2017/decorative" val="1"/>
              </a:ext>
            </a:extLst>
          </p:cNvPr>
          <p:cNvSpPr/>
          <p:nvPr userDrawn="1"/>
        </p:nvSpPr>
        <p:spPr>
          <a:xfrm>
            <a:off x="10377058" y="888007"/>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noFill/>
          <a:ln w="19050" cap="flat">
            <a:gradFill flip="none" rotWithShape="1">
              <a:gsLst>
                <a:gs pos="0">
                  <a:schemeClr val="accent2">
                    <a:alpha val="25000"/>
                  </a:schemeClr>
                </a:gs>
                <a:gs pos="59600">
                  <a:srgbClr val="92C0E9">
                    <a:alpha val="28000"/>
                  </a:srgb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0" name="Freeform: Shape 59">
            <a:extLst>
              <a:ext uri="{FF2B5EF4-FFF2-40B4-BE49-F238E27FC236}">
                <a16:creationId xmlns:a16="http://schemas.microsoft.com/office/drawing/2014/main" id="{AA930432-3D92-263D-6B77-16502C12FCFC}"/>
              </a:ext>
              <a:ext uri="{C183D7F6-B498-43B3-948B-1728B52AA6E4}">
                <adec:decorative xmlns:adec="http://schemas.microsoft.com/office/drawing/2017/decorative" val="1"/>
              </a:ext>
            </a:extLst>
          </p:cNvPr>
          <p:cNvSpPr/>
          <p:nvPr userDrawn="1"/>
        </p:nvSpPr>
        <p:spPr>
          <a:xfrm>
            <a:off x="10125190" y="1040016"/>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noFill/>
          <a:ln w="19050" cap="flat">
            <a:gradFill flip="none" rotWithShape="1">
              <a:gsLst>
                <a:gs pos="0">
                  <a:schemeClr val="accent2">
                    <a:alpha val="25000"/>
                  </a:schemeClr>
                </a:gs>
                <a:gs pos="59600">
                  <a:srgbClr val="92C0E9">
                    <a:alpha val="28000"/>
                  </a:srgb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1" name="Freeform: Shape 60">
            <a:extLst>
              <a:ext uri="{FF2B5EF4-FFF2-40B4-BE49-F238E27FC236}">
                <a16:creationId xmlns:a16="http://schemas.microsoft.com/office/drawing/2014/main" id="{0D97A97D-244B-DD2A-8D9B-66A4BF3564A4}"/>
              </a:ext>
              <a:ext uri="{C183D7F6-B498-43B3-948B-1728B52AA6E4}">
                <adec:decorative xmlns:adec="http://schemas.microsoft.com/office/drawing/2017/decorative" val="1"/>
              </a:ext>
            </a:extLst>
          </p:cNvPr>
          <p:cNvSpPr/>
          <p:nvPr userDrawn="1"/>
        </p:nvSpPr>
        <p:spPr>
          <a:xfrm>
            <a:off x="9871561" y="1192025"/>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noFill/>
          <a:ln w="19050" cap="flat">
            <a:gradFill flip="none" rotWithShape="1">
              <a:gsLst>
                <a:gs pos="5000">
                  <a:schemeClr val="accent2">
                    <a:alpha val="84000"/>
                    <a:lumMod val="98000"/>
                  </a:schemeClr>
                </a:gs>
                <a:gs pos="0">
                  <a:schemeClr val="tx2">
                    <a:alpha val="30000"/>
                  </a:schemeClr>
                </a:gs>
                <a:gs pos="59600">
                  <a:srgbClr val="92C0E9">
                    <a:alpha val="28000"/>
                  </a:srgb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2" name="Freeform: Shape 61">
            <a:extLst>
              <a:ext uri="{FF2B5EF4-FFF2-40B4-BE49-F238E27FC236}">
                <a16:creationId xmlns:a16="http://schemas.microsoft.com/office/drawing/2014/main" id="{FCC9441E-4477-4E9A-D1FA-9FFB082CBA36}"/>
              </a:ext>
              <a:ext uri="{C183D7F6-B498-43B3-948B-1728B52AA6E4}">
                <adec:decorative xmlns:adec="http://schemas.microsoft.com/office/drawing/2017/decorative" val="1"/>
              </a:ext>
            </a:extLst>
          </p:cNvPr>
          <p:cNvSpPr/>
          <p:nvPr userDrawn="1"/>
        </p:nvSpPr>
        <p:spPr>
          <a:xfrm>
            <a:off x="9619693" y="1344034"/>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gradFill flip="none" rotWithShape="1">
            <a:gsLst>
              <a:gs pos="0">
                <a:srgbClr val="C5B4E2">
                  <a:alpha val="35000"/>
                </a:srgbClr>
              </a:gs>
              <a:gs pos="100000">
                <a:srgbClr val="2F2A95">
                  <a:alpha val="31000"/>
                </a:srgbClr>
              </a:gs>
            </a:gsLst>
            <a:lin ang="6900000" scaled="0"/>
            <a:tileRect/>
          </a:gradFill>
          <a:ln w="19050" cap="flat">
            <a:gradFill>
              <a:gsLst>
                <a:gs pos="0">
                  <a:srgbClr val="C5B4E2">
                    <a:alpha val="20000"/>
                  </a:srgbClr>
                </a:gs>
                <a:gs pos="99000">
                  <a:srgbClr val="2F2A95">
                    <a:alpha val="18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3" name="Freeform: Shape 62">
            <a:extLst>
              <a:ext uri="{FF2B5EF4-FFF2-40B4-BE49-F238E27FC236}">
                <a16:creationId xmlns:a16="http://schemas.microsoft.com/office/drawing/2014/main" id="{F044F45C-225C-CAEA-5680-945EF3685944}"/>
              </a:ext>
              <a:ext uri="{C183D7F6-B498-43B3-948B-1728B52AA6E4}">
                <adec:decorative xmlns:adec="http://schemas.microsoft.com/office/drawing/2017/decorative" val="1"/>
              </a:ext>
            </a:extLst>
          </p:cNvPr>
          <p:cNvSpPr/>
          <p:nvPr userDrawn="1"/>
        </p:nvSpPr>
        <p:spPr>
          <a:xfrm>
            <a:off x="9366064" y="1496043"/>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noFill/>
          <a:ln w="19050" cap="flat">
            <a:gradFill flip="none" rotWithShape="1">
              <a:gsLst>
                <a:gs pos="0">
                  <a:schemeClr val="accent2">
                    <a:alpha val="25000"/>
                  </a:schemeClr>
                </a:gs>
                <a:gs pos="59600">
                  <a:srgbClr val="92C0E9">
                    <a:alpha val="28000"/>
                  </a:srgb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4" name="Freeform: Shape 63">
            <a:extLst>
              <a:ext uri="{FF2B5EF4-FFF2-40B4-BE49-F238E27FC236}">
                <a16:creationId xmlns:a16="http://schemas.microsoft.com/office/drawing/2014/main" id="{E44F283C-E07E-2435-0C49-2DB2F38DCCD3}"/>
              </a:ext>
              <a:ext uri="{C183D7F6-B498-43B3-948B-1728B52AA6E4}">
                <adec:decorative xmlns:adec="http://schemas.microsoft.com/office/drawing/2017/decorative" val="1"/>
              </a:ext>
            </a:extLst>
          </p:cNvPr>
          <p:cNvSpPr/>
          <p:nvPr userDrawn="1"/>
        </p:nvSpPr>
        <p:spPr>
          <a:xfrm>
            <a:off x="9114196" y="1648052"/>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noFill/>
          <a:ln w="19050" cap="flat">
            <a:gradFill flip="none" rotWithShape="1">
              <a:gsLst>
                <a:gs pos="0">
                  <a:schemeClr val="accent2">
                    <a:alpha val="25000"/>
                  </a:schemeClr>
                </a:gs>
                <a:gs pos="59600">
                  <a:srgbClr val="92C0E9">
                    <a:alpha val="28000"/>
                  </a:srgb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5" name="Freeform: Shape 64">
            <a:extLst>
              <a:ext uri="{FF2B5EF4-FFF2-40B4-BE49-F238E27FC236}">
                <a16:creationId xmlns:a16="http://schemas.microsoft.com/office/drawing/2014/main" id="{EAC1BC38-CFA9-527C-8C31-1885BFA78E11}"/>
              </a:ext>
              <a:ext uri="{C183D7F6-B498-43B3-948B-1728B52AA6E4}">
                <adec:decorative xmlns:adec="http://schemas.microsoft.com/office/drawing/2017/decorative" val="1"/>
              </a:ext>
            </a:extLst>
          </p:cNvPr>
          <p:cNvSpPr/>
          <p:nvPr userDrawn="1"/>
        </p:nvSpPr>
        <p:spPr>
          <a:xfrm>
            <a:off x="8860567" y="1800061"/>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gradFill flip="none" rotWithShape="1">
            <a:gsLst>
              <a:gs pos="99083">
                <a:srgbClr val="006990">
                  <a:alpha val="25000"/>
                </a:srgbClr>
              </a:gs>
              <a:gs pos="41000">
                <a:srgbClr val="92C0E9">
                  <a:alpha val="42000"/>
                </a:srgbClr>
              </a:gs>
              <a:gs pos="59000">
                <a:srgbClr val="92C0E9">
                  <a:alpha val="63000"/>
                </a:srgbClr>
              </a:gs>
              <a:gs pos="0">
                <a:srgbClr val="C5B4E2">
                  <a:lumMod val="75000"/>
                  <a:alpha val="28000"/>
                </a:srgbClr>
              </a:gs>
            </a:gsLst>
            <a:lin ang="6900000" scaled="0"/>
            <a:tileRect/>
          </a:gradFill>
          <a:ln w="19050" cap="flat">
            <a:gradFill>
              <a:gsLst>
                <a:gs pos="0">
                  <a:srgbClr val="C5B4E2">
                    <a:alpha val="36000"/>
                  </a:srgbClr>
                </a:gs>
                <a:gs pos="100000">
                  <a:srgbClr val="92C0E9">
                    <a:alpha val="29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rtl="0"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6" name="Graphic 10">
            <a:extLst>
              <a:ext uri="{FF2B5EF4-FFF2-40B4-BE49-F238E27FC236}">
                <a16:creationId xmlns:a16="http://schemas.microsoft.com/office/drawing/2014/main" id="{65CBE98D-B615-065A-B2B2-E4D4CDD5FA6F}"/>
              </a:ext>
              <a:ext uri="{C183D7F6-B498-43B3-948B-1728B52AA6E4}">
                <adec:decorative xmlns:adec="http://schemas.microsoft.com/office/drawing/2017/decorative" val="1"/>
              </a:ext>
            </a:extLst>
          </p:cNvPr>
          <p:cNvSpPr>
            <a:spLocks noChangeAspect="1"/>
          </p:cNvSpPr>
          <p:nvPr userDrawn="1"/>
        </p:nvSpPr>
        <p:spPr>
          <a:xfrm>
            <a:off x="8598128" y="1952070"/>
            <a:ext cx="516068" cy="1881363"/>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5000">
                  <a:schemeClr val="accent2">
                    <a:alpha val="84000"/>
                    <a:lumMod val="98000"/>
                  </a:schemeClr>
                </a:gs>
                <a:gs pos="0">
                  <a:schemeClr val="tx2">
                    <a:alpha val="41000"/>
                  </a:schemeClr>
                </a:gs>
                <a:gs pos="59600">
                  <a:srgbClr val="92C0E9">
                    <a:alpha val="28000"/>
                  </a:srgb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7" name="Freeform: Shape 66">
            <a:extLst>
              <a:ext uri="{FF2B5EF4-FFF2-40B4-BE49-F238E27FC236}">
                <a16:creationId xmlns:a16="http://schemas.microsoft.com/office/drawing/2014/main" id="{5F2DA4C3-FEE7-7C4B-A2DD-73615384552E}"/>
              </a:ext>
              <a:ext uri="{C183D7F6-B498-43B3-948B-1728B52AA6E4}">
                <adec:decorative xmlns:adec="http://schemas.microsoft.com/office/drawing/2017/decorative" val="1"/>
              </a:ext>
            </a:extLst>
          </p:cNvPr>
          <p:cNvSpPr/>
          <p:nvPr userDrawn="1"/>
        </p:nvSpPr>
        <p:spPr>
          <a:xfrm>
            <a:off x="8355070" y="2109323"/>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gradFill>
            <a:gsLst>
              <a:gs pos="100000">
                <a:srgbClr val="2F2A95">
                  <a:lumMod val="96000"/>
                  <a:alpha val="32000"/>
                </a:srgbClr>
              </a:gs>
              <a:gs pos="0">
                <a:srgbClr val="92C0E9">
                  <a:alpha val="30000"/>
                </a:srgbClr>
              </a:gs>
            </a:gsLst>
            <a:lin ang="6900000" scaled="0"/>
          </a:gradFill>
          <a:ln w="19050" cap="flat">
            <a:gradFill flip="none" rotWithShape="1">
              <a:gsLst>
                <a:gs pos="0">
                  <a:srgbClr val="92C0E9">
                    <a:lumMod val="98000"/>
                    <a:alpha val="27000"/>
                  </a:srgbClr>
                </a:gs>
                <a:gs pos="100000">
                  <a:srgbClr val="2F2A95">
                    <a:alpha val="24000"/>
                  </a:srgbClr>
                </a:gs>
              </a:gsLst>
              <a:lin ang="5400000" scaled="1"/>
              <a:tileRect/>
            </a:gradFill>
            <a:prstDash val="solid"/>
            <a:miter/>
          </a:ln>
          <a:effectLst>
            <a:outerShdw blurRad="190500" algn="ctr" rotWithShape="0">
              <a:prstClr val="black">
                <a:alpha val="25000"/>
              </a:prstClr>
            </a:outerShdw>
          </a:effectLst>
        </p:spPr>
        <p:txBody>
          <a:bodyPr rtlCol="0" anchor="ctr"/>
          <a:lstStyle/>
          <a:p>
            <a:pPr marR="0" lvl="0" indent="0" defTabSz="2665918" rtl="0"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8" name="Freeform: Shape 67">
            <a:extLst>
              <a:ext uri="{FF2B5EF4-FFF2-40B4-BE49-F238E27FC236}">
                <a16:creationId xmlns:a16="http://schemas.microsoft.com/office/drawing/2014/main" id="{59B42061-0EB3-7FEA-7059-1562D269C811}"/>
              </a:ext>
              <a:ext uri="{C183D7F6-B498-43B3-948B-1728B52AA6E4}">
                <adec:decorative xmlns:adec="http://schemas.microsoft.com/office/drawing/2017/decorative" val="1"/>
              </a:ext>
            </a:extLst>
          </p:cNvPr>
          <p:cNvSpPr/>
          <p:nvPr userDrawn="1"/>
        </p:nvSpPr>
        <p:spPr>
          <a:xfrm>
            <a:off x="5801445" y="6167312"/>
            <a:ext cx="768600" cy="2978557"/>
          </a:xfrm>
          <a:custGeom>
            <a:avLst/>
            <a:gdLst>
              <a:gd name="connsiteX0" fmla="*/ 0 w 768600"/>
              <a:gd name="connsiteY0" fmla="*/ 0 h 2978557"/>
              <a:gd name="connsiteX1" fmla="*/ 768600 w 768600"/>
              <a:gd name="connsiteY1" fmla="*/ 381382 h 2978557"/>
              <a:gd name="connsiteX2" fmla="*/ 768600 w 768600"/>
              <a:gd name="connsiteY2" fmla="*/ 507334 h 2978557"/>
              <a:gd name="connsiteX3" fmla="*/ 768600 w 768600"/>
              <a:gd name="connsiteY3" fmla="*/ 2852605 h 2978557"/>
              <a:gd name="connsiteX4" fmla="*/ 768600 w 768600"/>
              <a:gd name="connsiteY4" fmla="*/ 2978557 h 2978557"/>
              <a:gd name="connsiteX5" fmla="*/ 0 w 768600"/>
              <a:gd name="connsiteY5" fmla="*/ 2597175 h 2978557"/>
              <a:gd name="connsiteX6" fmla="*/ 0 w 768600"/>
              <a:gd name="connsiteY6" fmla="*/ 2471223 h 2978557"/>
              <a:gd name="connsiteX7" fmla="*/ 0 w 768600"/>
              <a:gd name="connsiteY7" fmla="*/ 125952 h 2978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978557">
                <a:moveTo>
                  <a:pt x="0" y="0"/>
                </a:moveTo>
                <a:lnTo>
                  <a:pt x="768600" y="381382"/>
                </a:lnTo>
                <a:lnTo>
                  <a:pt x="768600" y="507334"/>
                </a:lnTo>
                <a:lnTo>
                  <a:pt x="768600" y="2852605"/>
                </a:lnTo>
                <a:lnTo>
                  <a:pt x="768600" y="2978557"/>
                </a:lnTo>
                <a:lnTo>
                  <a:pt x="0" y="2597175"/>
                </a:lnTo>
                <a:lnTo>
                  <a:pt x="0" y="2471223"/>
                </a:lnTo>
                <a:lnTo>
                  <a:pt x="0" y="125952"/>
                </a:lnTo>
                <a:close/>
              </a:path>
            </a:pathLst>
          </a:custGeom>
          <a:gradFill flip="none" rotWithShape="1">
            <a:gsLst>
              <a:gs pos="100000">
                <a:srgbClr val="92C0E9">
                  <a:lumMod val="75000"/>
                  <a:alpha val="9000"/>
                </a:srgbClr>
              </a:gs>
              <a:gs pos="0">
                <a:srgbClr val="92C0E9">
                  <a:alpha val="18000"/>
                </a:srgbClr>
              </a:gs>
            </a:gsLst>
            <a:lin ang="6900000" scaled="0"/>
            <a:tileRect/>
          </a:gradFill>
          <a:ln w="19050" cap="flat">
            <a:gradFill>
              <a:gsLst>
                <a:gs pos="0">
                  <a:srgbClr val="92C0E9">
                    <a:alpha val="2000"/>
                  </a:srgbClr>
                </a:gs>
                <a:gs pos="100000">
                  <a:srgbClr val="92C0E9">
                    <a:lumMod val="50000"/>
                    <a:alpha val="27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69" name="Freeform: Shape 68">
            <a:extLst>
              <a:ext uri="{FF2B5EF4-FFF2-40B4-BE49-F238E27FC236}">
                <a16:creationId xmlns:a16="http://schemas.microsoft.com/office/drawing/2014/main" id="{AF4E5AD4-D55B-4C43-211A-C77B0558D451}"/>
              </a:ext>
              <a:ext uri="{C183D7F6-B498-43B3-948B-1728B52AA6E4}">
                <adec:decorative xmlns:adec="http://schemas.microsoft.com/office/drawing/2017/decorative" val="1"/>
              </a:ext>
            </a:extLst>
          </p:cNvPr>
          <p:cNvSpPr/>
          <p:nvPr userDrawn="1"/>
        </p:nvSpPr>
        <p:spPr>
          <a:xfrm>
            <a:off x="8092631" y="2261331"/>
            <a:ext cx="505497" cy="1876119"/>
          </a:xfrm>
          <a:custGeom>
            <a:avLst/>
            <a:gdLst>
              <a:gd name="connsiteX0" fmla="*/ 0 w 846259"/>
              <a:gd name="connsiteY0" fmla="*/ 0 h 3140827"/>
              <a:gd name="connsiteX1" fmla="*/ 846259 w 846259"/>
              <a:gd name="connsiteY1" fmla="*/ 419916 h 3140827"/>
              <a:gd name="connsiteX2" fmla="*/ 846259 w 846259"/>
              <a:gd name="connsiteY2" fmla="*/ 3140827 h 3140827"/>
              <a:gd name="connsiteX3" fmla="*/ 0 w 846259"/>
              <a:gd name="connsiteY3" fmla="*/ 2720911 h 3140827"/>
            </a:gdLst>
            <a:ahLst/>
            <a:cxnLst>
              <a:cxn ang="0">
                <a:pos x="connsiteX0" y="connsiteY0"/>
              </a:cxn>
              <a:cxn ang="0">
                <a:pos x="connsiteX1" y="connsiteY1"/>
              </a:cxn>
              <a:cxn ang="0">
                <a:pos x="connsiteX2" y="connsiteY2"/>
              </a:cxn>
              <a:cxn ang="0">
                <a:pos x="connsiteX3" y="connsiteY3"/>
              </a:cxn>
            </a:cxnLst>
            <a:rect l="l" t="t" r="r" b="b"/>
            <a:pathLst>
              <a:path w="846259" h="3140827">
                <a:moveTo>
                  <a:pt x="0" y="0"/>
                </a:moveTo>
                <a:lnTo>
                  <a:pt x="846259" y="419916"/>
                </a:lnTo>
                <a:lnTo>
                  <a:pt x="846259" y="3140827"/>
                </a:lnTo>
                <a:lnTo>
                  <a:pt x="0" y="2720911"/>
                </a:lnTo>
                <a:close/>
              </a:path>
            </a:pathLst>
          </a:custGeom>
          <a:noFill/>
          <a:ln w="19050" cap="flat">
            <a:gradFill flip="none" rotWithShape="1">
              <a:gsLst>
                <a:gs pos="13000">
                  <a:schemeClr val="accent2">
                    <a:alpha val="84000"/>
                    <a:lumMod val="98000"/>
                  </a:schemeClr>
                </a:gs>
                <a:gs pos="0">
                  <a:schemeClr val="tx2">
                    <a:alpha val="41000"/>
                  </a:schemeClr>
                </a:gs>
                <a:gs pos="59600">
                  <a:srgbClr val="92C0E9">
                    <a:alpha val="28000"/>
                  </a:srgbClr>
                </a:gs>
                <a:gs pos="100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5" name="Footer Placeholder 4">
            <a:extLst>
              <a:ext uri="{FF2B5EF4-FFF2-40B4-BE49-F238E27FC236}">
                <a16:creationId xmlns:a16="http://schemas.microsoft.com/office/drawing/2014/main" id="{42DEFE08-00A6-55F9-5732-FD5336FE3637}"/>
              </a:ext>
            </a:extLst>
          </p:cNvPr>
          <p:cNvSpPr>
            <a:spLocks noGrp="1"/>
          </p:cNvSpPr>
          <p:nvPr>
            <p:ph type="ftr" sz="quarter" idx="12"/>
          </p:nvPr>
        </p:nvSpPr>
        <p:spPr/>
        <p:txBody>
          <a:bodyPr/>
          <a:lstStyle/>
          <a:p>
            <a:pPr>
              <a:buClr>
                <a:schemeClr val="tx2"/>
              </a:buClr>
              <a:buSzPct val="120000"/>
              <a:buFont typeface="Verdana" panose="020F0502020204030204" pitchFamily="34" charset="0"/>
              <a:buNone/>
            </a:pPr>
            <a:endParaRPr lang="en-US"/>
          </a:p>
        </p:txBody>
      </p:sp>
      <p:sp>
        <p:nvSpPr>
          <p:cNvPr id="4" name="Date Placeholder 3">
            <a:extLst>
              <a:ext uri="{FF2B5EF4-FFF2-40B4-BE49-F238E27FC236}">
                <a16:creationId xmlns:a16="http://schemas.microsoft.com/office/drawing/2014/main" id="{55FA3245-AD40-EEBE-F50E-1413AF197F92}"/>
              </a:ext>
            </a:extLst>
          </p:cNvPr>
          <p:cNvSpPr>
            <a:spLocks noGrp="1"/>
          </p:cNvSpPr>
          <p:nvPr>
            <p:ph type="dt" sz="half" idx="11"/>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7" name="Slide Number Placeholder 6">
            <a:extLst>
              <a:ext uri="{FF2B5EF4-FFF2-40B4-BE49-F238E27FC236}">
                <a16:creationId xmlns:a16="http://schemas.microsoft.com/office/drawing/2014/main" id="{9B911603-80E8-510B-6678-4A3F6BEE523E}"/>
              </a:ext>
            </a:extLst>
          </p:cNvPr>
          <p:cNvSpPr>
            <a:spLocks noGrp="1"/>
          </p:cNvSpPr>
          <p:nvPr>
            <p:ph type="sldNum" sz="quarter" idx="13"/>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Tree>
    <p:extLst>
      <p:ext uri="{BB962C8B-B14F-4D97-AF65-F5344CB8AC3E}">
        <p14:creationId xmlns:p14="http://schemas.microsoft.com/office/powerpoint/2010/main" val="2905024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8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path" presetSubtype="0" decel="100000" fill="hold" grpId="1" nodeType="withEffect">
                                  <p:stCondLst>
                                    <p:cond delay="800"/>
                                  </p:stCondLst>
                                  <p:childTnLst>
                                    <p:animMotion origin="layout" path="M -2.5E-6 0.03889 L -2.5E-6 -3.7037E-6 " pathEditMode="relative" rAng="0" ptsTypes="AA">
                                      <p:cBhvr>
                                        <p:cTn id="9" dur="1000" fill="hold"/>
                                        <p:tgtEl>
                                          <p:spTgt spid="2"/>
                                        </p:tgtEl>
                                        <p:attrNameLst>
                                          <p:attrName>ppt_x</p:attrName>
                                          <p:attrName>ppt_y</p:attrName>
                                        </p:attrNameLst>
                                      </p:cBhvr>
                                      <p:rCtr x="0" y="-1944"/>
                                    </p:animMotion>
                                  </p:childTnLst>
                                </p:cTn>
                              </p:par>
                              <p:par>
                                <p:cTn id="10" presetID="10" presetClass="entr" presetSubtype="0" fill="hold" grpId="0" nodeType="withEffect">
                                  <p:stCondLst>
                                    <p:cond delay="80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42" presetClass="path" presetSubtype="0" decel="100000" fill="hold" grpId="1" nodeType="withEffect">
                                  <p:stCondLst>
                                    <p:cond delay="800"/>
                                  </p:stCondLst>
                                  <p:childTnLst>
                                    <p:animMotion origin="layout" path="M -2.5E-6 -0.03472 L -2.5E-6 -2.59259E-6 " pathEditMode="relative" rAng="0" ptsTypes="AA">
                                      <p:cBhvr>
                                        <p:cTn id="14" dur="1000" fill="hold"/>
                                        <p:tgtEl>
                                          <p:spTgt spid="8"/>
                                        </p:tgtEl>
                                        <p:attrNameLst>
                                          <p:attrName>ppt_x</p:attrName>
                                          <p:attrName>ppt_y</p:attrName>
                                        </p:attrNameLst>
                                      </p:cBhvr>
                                      <p:rCtr x="0" y="1736"/>
                                    </p:animMotion>
                                  </p:childTnLst>
                                </p:cTn>
                              </p:par>
                              <p:par>
                                <p:cTn id="15" presetID="2" presetClass="entr" presetSubtype="1" decel="100000" fill="hold" grpId="0" nodeType="withEffect">
                                  <p:stCondLst>
                                    <p:cond delay="120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800" fill="hold"/>
                                        <p:tgtEl>
                                          <p:spTgt spid="3"/>
                                        </p:tgtEl>
                                        <p:attrNameLst>
                                          <p:attrName>ppt_x</p:attrName>
                                        </p:attrNameLst>
                                      </p:cBhvr>
                                      <p:tavLst>
                                        <p:tav tm="0">
                                          <p:val>
                                            <p:strVal val="#ppt_x"/>
                                          </p:val>
                                        </p:tav>
                                        <p:tav tm="100000">
                                          <p:val>
                                            <p:strVal val="#ppt_x"/>
                                          </p:val>
                                        </p:tav>
                                      </p:tavLst>
                                    </p:anim>
                                    <p:anim calcmode="lin" valueType="num">
                                      <p:cBhvr additive="base">
                                        <p:cTn id="18" dur="800" fill="hold"/>
                                        <p:tgtEl>
                                          <p:spTgt spid="3"/>
                                        </p:tgtEl>
                                        <p:attrNameLst>
                                          <p:attrName>ppt_y</p:attrName>
                                        </p:attrNameLst>
                                      </p:cBhvr>
                                      <p:tavLst>
                                        <p:tav tm="0">
                                          <p:val>
                                            <p:strVal val="0-#ppt_h/2"/>
                                          </p:val>
                                        </p:tav>
                                        <p:tav tm="100000">
                                          <p:val>
                                            <p:strVal val="#ppt_y"/>
                                          </p:val>
                                        </p:tav>
                                      </p:tavLst>
                                    </p:anim>
                                  </p:childTnLst>
                                </p:cTn>
                              </p:par>
                              <p:par>
                                <p:cTn id="19" presetID="2" presetClass="entr" presetSubtype="1" decel="100000" fill="hold" nodeType="withEffect">
                                  <p:stCondLst>
                                    <p:cond delay="60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800" fill="hold"/>
                                        <p:tgtEl>
                                          <p:spTgt spid="10"/>
                                        </p:tgtEl>
                                        <p:attrNameLst>
                                          <p:attrName>ppt_x</p:attrName>
                                        </p:attrNameLst>
                                      </p:cBhvr>
                                      <p:tavLst>
                                        <p:tav tm="0">
                                          <p:val>
                                            <p:strVal val="#ppt_x"/>
                                          </p:val>
                                        </p:tav>
                                        <p:tav tm="100000">
                                          <p:val>
                                            <p:strVal val="#ppt_x"/>
                                          </p:val>
                                        </p:tav>
                                      </p:tavLst>
                                    </p:anim>
                                    <p:anim calcmode="lin" valueType="num">
                                      <p:cBhvr additive="base">
                                        <p:cTn id="22" dur="800" fill="hold"/>
                                        <p:tgtEl>
                                          <p:spTgt spid="10"/>
                                        </p:tgtEl>
                                        <p:attrNameLst>
                                          <p:attrName>ppt_y</p:attrName>
                                        </p:attrNameLst>
                                      </p:cBhvr>
                                      <p:tavLst>
                                        <p:tav tm="0">
                                          <p:val>
                                            <p:strVal val="0-#ppt_h/2"/>
                                          </p:val>
                                        </p:tav>
                                        <p:tav tm="100000">
                                          <p:val>
                                            <p:strVal val="#ppt_y"/>
                                          </p:val>
                                        </p:tav>
                                      </p:tavLst>
                                    </p:anim>
                                  </p:childTnLst>
                                </p:cTn>
                              </p:par>
                              <p:par>
                                <p:cTn id="23" presetID="10" presetClass="entr" presetSubtype="0" fill="hold" grpId="1"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250"/>
                                        <p:tgtEl>
                                          <p:spTgt spid="12"/>
                                        </p:tgtEl>
                                      </p:cBhvr>
                                    </p:animEffect>
                                  </p:childTnLst>
                                </p:cTn>
                              </p:par>
                              <p:par>
                                <p:cTn id="26" presetID="10" presetClass="entr" presetSubtype="0" fill="hold" grpId="1" nodeType="with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fade">
                                      <p:cBhvr>
                                        <p:cTn id="28" dur="250"/>
                                        <p:tgtEl>
                                          <p:spTgt spid="41"/>
                                        </p:tgtEl>
                                      </p:cBhvr>
                                    </p:animEffect>
                                  </p:childTnLst>
                                </p:cTn>
                              </p:par>
                              <p:par>
                                <p:cTn id="29" presetID="10" presetClass="entr" presetSubtype="0" fill="hold" grpId="1" nodeType="withEffect">
                                  <p:stCondLst>
                                    <p:cond delay="0"/>
                                  </p:stCondLst>
                                  <p:childTnLst>
                                    <p:set>
                                      <p:cBhvr>
                                        <p:cTn id="30" dur="1" fill="hold">
                                          <p:stCondLst>
                                            <p:cond delay="0"/>
                                          </p:stCondLst>
                                        </p:cTn>
                                        <p:tgtEl>
                                          <p:spTgt spid="42"/>
                                        </p:tgtEl>
                                        <p:attrNameLst>
                                          <p:attrName>style.visibility</p:attrName>
                                        </p:attrNameLst>
                                      </p:cBhvr>
                                      <p:to>
                                        <p:strVal val="visible"/>
                                      </p:to>
                                    </p:set>
                                    <p:animEffect transition="in" filter="fade">
                                      <p:cBhvr>
                                        <p:cTn id="31" dur="250"/>
                                        <p:tgtEl>
                                          <p:spTgt spid="42"/>
                                        </p:tgtEl>
                                      </p:cBhvr>
                                    </p:animEffect>
                                  </p:childTnLst>
                                </p:cTn>
                              </p:par>
                              <p:par>
                                <p:cTn id="32" presetID="10" presetClass="entr" presetSubtype="0" fill="hold" grpId="1" nodeType="withEffect">
                                  <p:stCondLst>
                                    <p:cond delay="0"/>
                                  </p:stCondLst>
                                  <p:childTnLst>
                                    <p:set>
                                      <p:cBhvr>
                                        <p:cTn id="33" dur="1" fill="hold">
                                          <p:stCondLst>
                                            <p:cond delay="0"/>
                                          </p:stCondLst>
                                        </p:cTn>
                                        <p:tgtEl>
                                          <p:spTgt spid="43"/>
                                        </p:tgtEl>
                                        <p:attrNameLst>
                                          <p:attrName>style.visibility</p:attrName>
                                        </p:attrNameLst>
                                      </p:cBhvr>
                                      <p:to>
                                        <p:strVal val="visible"/>
                                      </p:to>
                                    </p:set>
                                    <p:animEffect transition="in" filter="fade">
                                      <p:cBhvr>
                                        <p:cTn id="34" dur="250"/>
                                        <p:tgtEl>
                                          <p:spTgt spid="43"/>
                                        </p:tgtEl>
                                      </p:cBhvr>
                                    </p:animEffect>
                                  </p:childTnLst>
                                </p:cTn>
                              </p:par>
                              <p:par>
                                <p:cTn id="35" presetID="10" presetClass="entr" presetSubtype="0" fill="hold" grpId="1" nodeType="withEffect">
                                  <p:stCondLst>
                                    <p:cond delay="0"/>
                                  </p:stCondLst>
                                  <p:childTnLst>
                                    <p:set>
                                      <p:cBhvr>
                                        <p:cTn id="36" dur="1" fill="hold">
                                          <p:stCondLst>
                                            <p:cond delay="0"/>
                                          </p:stCondLst>
                                        </p:cTn>
                                        <p:tgtEl>
                                          <p:spTgt spid="45"/>
                                        </p:tgtEl>
                                        <p:attrNameLst>
                                          <p:attrName>style.visibility</p:attrName>
                                        </p:attrNameLst>
                                      </p:cBhvr>
                                      <p:to>
                                        <p:strVal val="visible"/>
                                      </p:to>
                                    </p:set>
                                    <p:animEffect transition="in" filter="fade">
                                      <p:cBhvr>
                                        <p:cTn id="37" dur="250"/>
                                        <p:tgtEl>
                                          <p:spTgt spid="45"/>
                                        </p:tgtEl>
                                      </p:cBhvr>
                                    </p:animEffect>
                                  </p:childTnLst>
                                </p:cTn>
                              </p:par>
                              <p:par>
                                <p:cTn id="38" presetID="10" presetClass="entr" presetSubtype="0" fill="hold" grpId="1" nodeType="withEffect">
                                  <p:stCondLst>
                                    <p:cond delay="0"/>
                                  </p:stCondLst>
                                  <p:childTnLst>
                                    <p:set>
                                      <p:cBhvr>
                                        <p:cTn id="39" dur="1" fill="hold">
                                          <p:stCondLst>
                                            <p:cond delay="0"/>
                                          </p:stCondLst>
                                        </p:cTn>
                                        <p:tgtEl>
                                          <p:spTgt spid="46"/>
                                        </p:tgtEl>
                                        <p:attrNameLst>
                                          <p:attrName>style.visibility</p:attrName>
                                        </p:attrNameLst>
                                      </p:cBhvr>
                                      <p:to>
                                        <p:strVal val="visible"/>
                                      </p:to>
                                    </p:set>
                                    <p:animEffect transition="in" filter="fade">
                                      <p:cBhvr>
                                        <p:cTn id="40" dur="250"/>
                                        <p:tgtEl>
                                          <p:spTgt spid="46"/>
                                        </p:tgtEl>
                                      </p:cBhvr>
                                    </p:animEffect>
                                  </p:childTnLst>
                                </p:cTn>
                              </p:par>
                              <p:par>
                                <p:cTn id="41" presetID="10" presetClass="entr" presetSubtype="0" fill="hold" grpId="1" nodeType="withEffect">
                                  <p:stCondLst>
                                    <p:cond delay="0"/>
                                  </p:stCondLst>
                                  <p:childTnLst>
                                    <p:set>
                                      <p:cBhvr>
                                        <p:cTn id="42" dur="1" fill="hold">
                                          <p:stCondLst>
                                            <p:cond delay="0"/>
                                          </p:stCondLst>
                                        </p:cTn>
                                        <p:tgtEl>
                                          <p:spTgt spid="47"/>
                                        </p:tgtEl>
                                        <p:attrNameLst>
                                          <p:attrName>style.visibility</p:attrName>
                                        </p:attrNameLst>
                                      </p:cBhvr>
                                      <p:to>
                                        <p:strVal val="visible"/>
                                      </p:to>
                                    </p:set>
                                    <p:animEffect transition="in" filter="fade">
                                      <p:cBhvr>
                                        <p:cTn id="43" dur="250"/>
                                        <p:tgtEl>
                                          <p:spTgt spid="47"/>
                                        </p:tgtEl>
                                      </p:cBhvr>
                                    </p:animEffect>
                                  </p:childTnLst>
                                </p:cTn>
                              </p:par>
                              <p:par>
                                <p:cTn id="44" presetID="10" presetClass="entr" presetSubtype="0" fill="hold" grpId="1" nodeType="withEffect">
                                  <p:stCondLst>
                                    <p:cond delay="0"/>
                                  </p:stCondLst>
                                  <p:childTnLst>
                                    <p:set>
                                      <p:cBhvr>
                                        <p:cTn id="45" dur="1" fill="hold">
                                          <p:stCondLst>
                                            <p:cond delay="0"/>
                                          </p:stCondLst>
                                        </p:cTn>
                                        <p:tgtEl>
                                          <p:spTgt spid="48"/>
                                        </p:tgtEl>
                                        <p:attrNameLst>
                                          <p:attrName>style.visibility</p:attrName>
                                        </p:attrNameLst>
                                      </p:cBhvr>
                                      <p:to>
                                        <p:strVal val="visible"/>
                                      </p:to>
                                    </p:set>
                                    <p:animEffect transition="in" filter="fade">
                                      <p:cBhvr>
                                        <p:cTn id="46" dur="250"/>
                                        <p:tgtEl>
                                          <p:spTgt spid="48"/>
                                        </p:tgtEl>
                                      </p:cBhvr>
                                    </p:animEffect>
                                  </p:childTnLst>
                                </p:cTn>
                              </p:par>
                              <p:par>
                                <p:cTn id="47" presetID="10" presetClass="entr" presetSubtype="0" fill="hold" grpId="1" nodeType="withEffect">
                                  <p:stCondLst>
                                    <p:cond delay="0"/>
                                  </p:stCondLst>
                                  <p:childTnLst>
                                    <p:set>
                                      <p:cBhvr>
                                        <p:cTn id="48" dur="1" fill="hold">
                                          <p:stCondLst>
                                            <p:cond delay="0"/>
                                          </p:stCondLst>
                                        </p:cTn>
                                        <p:tgtEl>
                                          <p:spTgt spid="49"/>
                                        </p:tgtEl>
                                        <p:attrNameLst>
                                          <p:attrName>style.visibility</p:attrName>
                                        </p:attrNameLst>
                                      </p:cBhvr>
                                      <p:to>
                                        <p:strVal val="visible"/>
                                      </p:to>
                                    </p:set>
                                    <p:animEffect transition="in" filter="fade">
                                      <p:cBhvr>
                                        <p:cTn id="49" dur="250"/>
                                        <p:tgtEl>
                                          <p:spTgt spid="49"/>
                                        </p:tgtEl>
                                      </p:cBhvr>
                                    </p:animEffect>
                                  </p:childTnLst>
                                </p:cTn>
                              </p:par>
                              <p:par>
                                <p:cTn id="50" presetID="10" presetClass="entr" presetSubtype="0" fill="hold" grpId="1" nodeType="withEffect">
                                  <p:stCondLst>
                                    <p:cond delay="0"/>
                                  </p:stCondLst>
                                  <p:childTnLst>
                                    <p:set>
                                      <p:cBhvr>
                                        <p:cTn id="51" dur="1" fill="hold">
                                          <p:stCondLst>
                                            <p:cond delay="0"/>
                                          </p:stCondLst>
                                        </p:cTn>
                                        <p:tgtEl>
                                          <p:spTgt spid="50"/>
                                        </p:tgtEl>
                                        <p:attrNameLst>
                                          <p:attrName>style.visibility</p:attrName>
                                        </p:attrNameLst>
                                      </p:cBhvr>
                                      <p:to>
                                        <p:strVal val="visible"/>
                                      </p:to>
                                    </p:set>
                                    <p:animEffect transition="in" filter="fade">
                                      <p:cBhvr>
                                        <p:cTn id="52" dur="250"/>
                                        <p:tgtEl>
                                          <p:spTgt spid="50"/>
                                        </p:tgtEl>
                                      </p:cBhvr>
                                    </p:animEffect>
                                  </p:childTnLst>
                                </p:cTn>
                              </p:par>
                              <p:par>
                                <p:cTn id="53" presetID="10" presetClass="entr" presetSubtype="0" fill="hold" grpId="1" nodeType="withEffect">
                                  <p:stCondLst>
                                    <p:cond delay="0"/>
                                  </p:stCondLst>
                                  <p:childTnLst>
                                    <p:set>
                                      <p:cBhvr>
                                        <p:cTn id="54" dur="1" fill="hold">
                                          <p:stCondLst>
                                            <p:cond delay="0"/>
                                          </p:stCondLst>
                                        </p:cTn>
                                        <p:tgtEl>
                                          <p:spTgt spid="52"/>
                                        </p:tgtEl>
                                        <p:attrNameLst>
                                          <p:attrName>style.visibility</p:attrName>
                                        </p:attrNameLst>
                                      </p:cBhvr>
                                      <p:to>
                                        <p:strVal val="visible"/>
                                      </p:to>
                                    </p:set>
                                    <p:animEffect transition="in" filter="fade">
                                      <p:cBhvr>
                                        <p:cTn id="55" dur="250"/>
                                        <p:tgtEl>
                                          <p:spTgt spid="52"/>
                                        </p:tgtEl>
                                      </p:cBhvr>
                                    </p:animEffect>
                                  </p:childTnLst>
                                </p:cTn>
                              </p:par>
                              <p:par>
                                <p:cTn id="56" presetID="10" presetClass="entr" presetSubtype="0" fill="hold" grpId="1" nodeType="withEffect">
                                  <p:stCondLst>
                                    <p:cond delay="0"/>
                                  </p:stCondLst>
                                  <p:childTnLst>
                                    <p:set>
                                      <p:cBhvr>
                                        <p:cTn id="57" dur="1" fill="hold">
                                          <p:stCondLst>
                                            <p:cond delay="0"/>
                                          </p:stCondLst>
                                        </p:cTn>
                                        <p:tgtEl>
                                          <p:spTgt spid="53"/>
                                        </p:tgtEl>
                                        <p:attrNameLst>
                                          <p:attrName>style.visibility</p:attrName>
                                        </p:attrNameLst>
                                      </p:cBhvr>
                                      <p:to>
                                        <p:strVal val="visible"/>
                                      </p:to>
                                    </p:set>
                                    <p:animEffect transition="in" filter="fade">
                                      <p:cBhvr>
                                        <p:cTn id="58" dur="250"/>
                                        <p:tgtEl>
                                          <p:spTgt spid="53"/>
                                        </p:tgtEl>
                                      </p:cBhvr>
                                    </p:animEffect>
                                  </p:childTnLst>
                                </p:cTn>
                              </p:par>
                              <p:par>
                                <p:cTn id="59" presetID="10" presetClass="entr" presetSubtype="0" fill="hold" grpId="1" nodeType="withEffect">
                                  <p:stCondLst>
                                    <p:cond delay="0"/>
                                  </p:stCondLst>
                                  <p:childTnLst>
                                    <p:set>
                                      <p:cBhvr>
                                        <p:cTn id="60" dur="1" fill="hold">
                                          <p:stCondLst>
                                            <p:cond delay="0"/>
                                          </p:stCondLst>
                                        </p:cTn>
                                        <p:tgtEl>
                                          <p:spTgt spid="68"/>
                                        </p:tgtEl>
                                        <p:attrNameLst>
                                          <p:attrName>style.visibility</p:attrName>
                                        </p:attrNameLst>
                                      </p:cBhvr>
                                      <p:to>
                                        <p:strVal val="visible"/>
                                      </p:to>
                                    </p:set>
                                    <p:animEffect transition="in" filter="fade">
                                      <p:cBhvr>
                                        <p:cTn id="61" dur="250"/>
                                        <p:tgtEl>
                                          <p:spTgt spid="68"/>
                                        </p:tgtEl>
                                      </p:cBhvr>
                                    </p:animEffect>
                                  </p:childTnLst>
                                </p:cTn>
                              </p:par>
                              <p:par>
                                <p:cTn id="62" presetID="10" presetClass="entr" presetSubtype="0" fill="hold" grpId="1" nodeType="withEffect">
                                  <p:stCondLst>
                                    <p:cond delay="0"/>
                                  </p:stCondLst>
                                  <p:childTnLst>
                                    <p:set>
                                      <p:cBhvr>
                                        <p:cTn id="63" dur="1" fill="hold">
                                          <p:stCondLst>
                                            <p:cond delay="0"/>
                                          </p:stCondLst>
                                        </p:cTn>
                                        <p:tgtEl>
                                          <p:spTgt spid="44"/>
                                        </p:tgtEl>
                                        <p:attrNameLst>
                                          <p:attrName>style.visibility</p:attrName>
                                        </p:attrNameLst>
                                      </p:cBhvr>
                                      <p:to>
                                        <p:strVal val="visible"/>
                                      </p:to>
                                    </p:set>
                                    <p:animEffect transition="in" filter="fade">
                                      <p:cBhvr>
                                        <p:cTn id="64" dur="250"/>
                                        <p:tgtEl>
                                          <p:spTgt spid="44"/>
                                        </p:tgtEl>
                                      </p:cBhvr>
                                    </p:animEffect>
                                  </p:childTnLst>
                                </p:cTn>
                              </p:par>
                              <p:par>
                                <p:cTn id="65" presetID="10" presetClass="entr" presetSubtype="0" fill="hold" grpId="1" nodeType="withEffect">
                                  <p:stCondLst>
                                    <p:cond delay="0"/>
                                  </p:stCondLst>
                                  <p:childTnLst>
                                    <p:set>
                                      <p:cBhvr>
                                        <p:cTn id="66" dur="1" fill="hold">
                                          <p:stCondLst>
                                            <p:cond delay="0"/>
                                          </p:stCondLst>
                                        </p:cTn>
                                        <p:tgtEl>
                                          <p:spTgt spid="51"/>
                                        </p:tgtEl>
                                        <p:attrNameLst>
                                          <p:attrName>style.visibility</p:attrName>
                                        </p:attrNameLst>
                                      </p:cBhvr>
                                      <p:to>
                                        <p:strVal val="visible"/>
                                      </p:to>
                                    </p:set>
                                    <p:animEffect transition="in" filter="fade">
                                      <p:cBhvr>
                                        <p:cTn id="67" dur="250"/>
                                        <p:tgtEl>
                                          <p:spTgt spid="51"/>
                                        </p:tgtEl>
                                      </p:cBhvr>
                                    </p:animEffect>
                                  </p:childTnLst>
                                </p:cTn>
                              </p:par>
                              <p:par>
                                <p:cTn id="68" presetID="10" presetClass="entr" presetSubtype="0" fill="hold" grpId="1" nodeType="withEffect">
                                  <p:stCondLst>
                                    <p:cond delay="0"/>
                                  </p:stCondLst>
                                  <p:childTnLst>
                                    <p:set>
                                      <p:cBhvr>
                                        <p:cTn id="69" dur="1" fill="hold">
                                          <p:stCondLst>
                                            <p:cond delay="0"/>
                                          </p:stCondLst>
                                        </p:cTn>
                                        <p:tgtEl>
                                          <p:spTgt spid="54"/>
                                        </p:tgtEl>
                                        <p:attrNameLst>
                                          <p:attrName>style.visibility</p:attrName>
                                        </p:attrNameLst>
                                      </p:cBhvr>
                                      <p:to>
                                        <p:strVal val="visible"/>
                                      </p:to>
                                    </p:set>
                                    <p:animEffect transition="in" filter="fade">
                                      <p:cBhvr>
                                        <p:cTn id="70" dur="250"/>
                                        <p:tgtEl>
                                          <p:spTgt spid="54"/>
                                        </p:tgtEl>
                                      </p:cBhvr>
                                    </p:animEffect>
                                  </p:childTnLst>
                                </p:cTn>
                              </p:par>
                              <p:par>
                                <p:cTn id="71" presetID="10" presetClass="entr" presetSubtype="0" fill="hold" grpId="1" nodeType="withEffect">
                                  <p:stCondLst>
                                    <p:cond delay="0"/>
                                  </p:stCondLst>
                                  <p:childTnLst>
                                    <p:set>
                                      <p:cBhvr>
                                        <p:cTn id="72" dur="1" fill="hold">
                                          <p:stCondLst>
                                            <p:cond delay="0"/>
                                          </p:stCondLst>
                                        </p:cTn>
                                        <p:tgtEl>
                                          <p:spTgt spid="55"/>
                                        </p:tgtEl>
                                        <p:attrNameLst>
                                          <p:attrName>style.visibility</p:attrName>
                                        </p:attrNameLst>
                                      </p:cBhvr>
                                      <p:to>
                                        <p:strVal val="visible"/>
                                      </p:to>
                                    </p:set>
                                    <p:animEffect transition="in" filter="fade">
                                      <p:cBhvr>
                                        <p:cTn id="73" dur="250"/>
                                        <p:tgtEl>
                                          <p:spTgt spid="55"/>
                                        </p:tgtEl>
                                      </p:cBhvr>
                                    </p:animEffect>
                                  </p:childTnLst>
                                </p:cTn>
                              </p:par>
                              <p:par>
                                <p:cTn id="74" presetID="10" presetClass="entr" presetSubtype="0" fill="hold" grpId="1" nodeType="withEffect">
                                  <p:stCondLst>
                                    <p:cond delay="0"/>
                                  </p:stCondLst>
                                  <p:childTnLst>
                                    <p:set>
                                      <p:cBhvr>
                                        <p:cTn id="75" dur="1" fill="hold">
                                          <p:stCondLst>
                                            <p:cond delay="0"/>
                                          </p:stCondLst>
                                        </p:cTn>
                                        <p:tgtEl>
                                          <p:spTgt spid="56"/>
                                        </p:tgtEl>
                                        <p:attrNameLst>
                                          <p:attrName>style.visibility</p:attrName>
                                        </p:attrNameLst>
                                      </p:cBhvr>
                                      <p:to>
                                        <p:strVal val="visible"/>
                                      </p:to>
                                    </p:set>
                                    <p:animEffect transition="in" filter="fade">
                                      <p:cBhvr>
                                        <p:cTn id="76" dur="250"/>
                                        <p:tgtEl>
                                          <p:spTgt spid="56"/>
                                        </p:tgtEl>
                                      </p:cBhvr>
                                    </p:animEffect>
                                  </p:childTnLst>
                                </p:cTn>
                              </p:par>
                              <p:par>
                                <p:cTn id="77" presetID="10" presetClass="entr" presetSubtype="0" fill="hold" grpId="1" nodeType="withEffect">
                                  <p:stCondLst>
                                    <p:cond delay="0"/>
                                  </p:stCondLst>
                                  <p:childTnLst>
                                    <p:set>
                                      <p:cBhvr>
                                        <p:cTn id="78" dur="1" fill="hold">
                                          <p:stCondLst>
                                            <p:cond delay="0"/>
                                          </p:stCondLst>
                                        </p:cTn>
                                        <p:tgtEl>
                                          <p:spTgt spid="57"/>
                                        </p:tgtEl>
                                        <p:attrNameLst>
                                          <p:attrName>style.visibility</p:attrName>
                                        </p:attrNameLst>
                                      </p:cBhvr>
                                      <p:to>
                                        <p:strVal val="visible"/>
                                      </p:to>
                                    </p:set>
                                    <p:animEffect transition="in" filter="fade">
                                      <p:cBhvr>
                                        <p:cTn id="79" dur="250"/>
                                        <p:tgtEl>
                                          <p:spTgt spid="57"/>
                                        </p:tgtEl>
                                      </p:cBhvr>
                                    </p:animEffect>
                                  </p:childTnLst>
                                </p:cTn>
                              </p:par>
                              <p:par>
                                <p:cTn id="80" presetID="10" presetClass="entr" presetSubtype="0" fill="hold" grpId="1" nodeType="withEffect">
                                  <p:stCondLst>
                                    <p:cond delay="0"/>
                                  </p:stCondLst>
                                  <p:childTnLst>
                                    <p:set>
                                      <p:cBhvr>
                                        <p:cTn id="81" dur="1" fill="hold">
                                          <p:stCondLst>
                                            <p:cond delay="0"/>
                                          </p:stCondLst>
                                        </p:cTn>
                                        <p:tgtEl>
                                          <p:spTgt spid="58"/>
                                        </p:tgtEl>
                                        <p:attrNameLst>
                                          <p:attrName>style.visibility</p:attrName>
                                        </p:attrNameLst>
                                      </p:cBhvr>
                                      <p:to>
                                        <p:strVal val="visible"/>
                                      </p:to>
                                    </p:set>
                                    <p:animEffect transition="in" filter="fade">
                                      <p:cBhvr>
                                        <p:cTn id="82" dur="250"/>
                                        <p:tgtEl>
                                          <p:spTgt spid="58"/>
                                        </p:tgtEl>
                                      </p:cBhvr>
                                    </p:animEffect>
                                  </p:childTnLst>
                                </p:cTn>
                              </p:par>
                              <p:par>
                                <p:cTn id="83" presetID="10" presetClass="entr" presetSubtype="0" fill="hold" grpId="1" nodeType="withEffect">
                                  <p:stCondLst>
                                    <p:cond delay="0"/>
                                  </p:stCondLst>
                                  <p:childTnLst>
                                    <p:set>
                                      <p:cBhvr>
                                        <p:cTn id="84" dur="1" fill="hold">
                                          <p:stCondLst>
                                            <p:cond delay="0"/>
                                          </p:stCondLst>
                                        </p:cTn>
                                        <p:tgtEl>
                                          <p:spTgt spid="61"/>
                                        </p:tgtEl>
                                        <p:attrNameLst>
                                          <p:attrName>style.visibility</p:attrName>
                                        </p:attrNameLst>
                                      </p:cBhvr>
                                      <p:to>
                                        <p:strVal val="visible"/>
                                      </p:to>
                                    </p:set>
                                    <p:animEffect transition="in" filter="fade">
                                      <p:cBhvr>
                                        <p:cTn id="85" dur="250"/>
                                        <p:tgtEl>
                                          <p:spTgt spid="61"/>
                                        </p:tgtEl>
                                      </p:cBhvr>
                                    </p:animEffect>
                                  </p:childTnLst>
                                </p:cTn>
                              </p:par>
                              <p:par>
                                <p:cTn id="86" presetID="10" presetClass="entr" presetSubtype="0" fill="hold" grpId="1" nodeType="withEffect">
                                  <p:stCondLst>
                                    <p:cond delay="0"/>
                                  </p:stCondLst>
                                  <p:childTnLst>
                                    <p:set>
                                      <p:cBhvr>
                                        <p:cTn id="87" dur="1" fill="hold">
                                          <p:stCondLst>
                                            <p:cond delay="0"/>
                                          </p:stCondLst>
                                        </p:cTn>
                                        <p:tgtEl>
                                          <p:spTgt spid="60"/>
                                        </p:tgtEl>
                                        <p:attrNameLst>
                                          <p:attrName>style.visibility</p:attrName>
                                        </p:attrNameLst>
                                      </p:cBhvr>
                                      <p:to>
                                        <p:strVal val="visible"/>
                                      </p:to>
                                    </p:set>
                                    <p:animEffect transition="in" filter="fade">
                                      <p:cBhvr>
                                        <p:cTn id="88" dur="250"/>
                                        <p:tgtEl>
                                          <p:spTgt spid="60"/>
                                        </p:tgtEl>
                                      </p:cBhvr>
                                    </p:animEffect>
                                  </p:childTnLst>
                                </p:cTn>
                              </p:par>
                              <p:par>
                                <p:cTn id="89" presetID="10" presetClass="entr" presetSubtype="0" fill="hold" grpId="1" nodeType="withEffect">
                                  <p:stCondLst>
                                    <p:cond delay="0"/>
                                  </p:stCondLst>
                                  <p:childTnLst>
                                    <p:set>
                                      <p:cBhvr>
                                        <p:cTn id="90" dur="1" fill="hold">
                                          <p:stCondLst>
                                            <p:cond delay="0"/>
                                          </p:stCondLst>
                                        </p:cTn>
                                        <p:tgtEl>
                                          <p:spTgt spid="59"/>
                                        </p:tgtEl>
                                        <p:attrNameLst>
                                          <p:attrName>style.visibility</p:attrName>
                                        </p:attrNameLst>
                                      </p:cBhvr>
                                      <p:to>
                                        <p:strVal val="visible"/>
                                      </p:to>
                                    </p:set>
                                    <p:animEffect transition="in" filter="fade">
                                      <p:cBhvr>
                                        <p:cTn id="91" dur="250"/>
                                        <p:tgtEl>
                                          <p:spTgt spid="59"/>
                                        </p:tgtEl>
                                      </p:cBhvr>
                                    </p:animEffect>
                                  </p:childTnLst>
                                </p:cTn>
                              </p:par>
                              <p:par>
                                <p:cTn id="92" presetID="10" presetClass="entr" presetSubtype="0" fill="hold" grpId="1" nodeType="withEffect">
                                  <p:stCondLst>
                                    <p:cond delay="0"/>
                                  </p:stCondLst>
                                  <p:childTnLst>
                                    <p:set>
                                      <p:cBhvr>
                                        <p:cTn id="93" dur="1" fill="hold">
                                          <p:stCondLst>
                                            <p:cond delay="0"/>
                                          </p:stCondLst>
                                        </p:cTn>
                                        <p:tgtEl>
                                          <p:spTgt spid="62"/>
                                        </p:tgtEl>
                                        <p:attrNameLst>
                                          <p:attrName>style.visibility</p:attrName>
                                        </p:attrNameLst>
                                      </p:cBhvr>
                                      <p:to>
                                        <p:strVal val="visible"/>
                                      </p:to>
                                    </p:set>
                                    <p:animEffect transition="in" filter="fade">
                                      <p:cBhvr>
                                        <p:cTn id="94" dur="250"/>
                                        <p:tgtEl>
                                          <p:spTgt spid="62"/>
                                        </p:tgtEl>
                                      </p:cBhvr>
                                    </p:animEffect>
                                  </p:childTnLst>
                                </p:cTn>
                              </p:par>
                              <p:par>
                                <p:cTn id="95" presetID="10" presetClass="entr" presetSubtype="0" fill="hold" grpId="1" nodeType="withEffect">
                                  <p:stCondLst>
                                    <p:cond delay="0"/>
                                  </p:stCondLst>
                                  <p:childTnLst>
                                    <p:set>
                                      <p:cBhvr>
                                        <p:cTn id="96" dur="1" fill="hold">
                                          <p:stCondLst>
                                            <p:cond delay="0"/>
                                          </p:stCondLst>
                                        </p:cTn>
                                        <p:tgtEl>
                                          <p:spTgt spid="63"/>
                                        </p:tgtEl>
                                        <p:attrNameLst>
                                          <p:attrName>style.visibility</p:attrName>
                                        </p:attrNameLst>
                                      </p:cBhvr>
                                      <p:to>
                                        <p:strVal val="visible"/>
                                      </p:to>
                                    </p:set>
                                    <p:animEffect transition="in" filter="fade">
                                      <p:cBhvr>
                                        <p:cTn id="97" dur="250"/>
                                        <p:tgtEl>
                                          <p:spTgt spid="63"/>
                                        </p:tgtEl>
                                      </p:cBhvr>
                                    </p:animEffect>
                                  </p:childTnLst>
                                </p:cTn>
                              </p:par>
                              <p:par>
                                <p:cTn id="98" presetID="10" presetClass="entr" presetSubtype="0" fill="hold" grpId="1" nodeType="withEffect">
                                  <p:stCondLst>
                                    <p:cond delay="0"/>
                                  </p:stCondLst>
                                  <p:childTnLst>
                                    <p:set>
                                      <p:cBhvr>
                                        <p:cTn id="99" dur="1" fill="hold">
                                          <p:stCondLst>
                                            <p:cond delay="0"/>
                                          </p:stCondLst>
                                        </p:cTn>
                                        <p:tgtEl>
                                          <p:spTgt spid="64"/>
                                        </p:tgtEl>
                                        <p:attrNameLst>
                                          <p:attrName>style.visibility</p:attrName>
                                        </p:attrNameLst>
                                      </p:cBhvr>
                                      <p:to>
                                        <p:strVal val="visible"/>
                                      </p:to>
                                    </p:set>
                                    <p:animEffect transition="in" filter="fade">
                                      <p:cBhvr>
                                        <p:cTn id="100" dur="250"/>
                                        <p:tgtEl>
                                          <p:spTgt spid="64"/>
                                        </p:tgtEl>
                                      </p:cBhvr>
                                    </p:animEffect>
                                  </p:childTnLst>
                                </p:cTn>
                              </p:par>
                              <p:par>
                                <p:cTn id="101" presetID="10" presetClass="entr" presetSubtype="0" fill="hold" grpId="1" nodeType="withEffect">
                                  <p:stCondLst>
                                    <p:cond delay="0"/>
                                  </p:stCondLst>
                                  <p:childTnLst>
                                    <p:set>
                                      <p:cBhvr>
                                        <p:cTn id="102" dur="1" fill="hold">
                                          <p:stCondLst>
                                            <p:cond delay="0"/>
                                          </p:stCondLst>
                                        </p:cTn>
                                        <p:tgtEl>
                                          <p:spTgt spid="65"/>
                                        </p:tgtEl>
                                        <p:attrNameLst>
                                          <p:attrName>style.visibility</p:attrName>
                                        </p:attrNameLst>
                                      </p:cBhvr>
                                      <p:to>
                                        <p:strVal val="visible"/>
                                      </p:to>
                                    </p:set>
                                    <p:animEffect transition="in" filter="fade">
                                      <p:cBhvr>
                                        <p:cTn id="103" dur="250"/>
                                        <p:tgtEl>
                                          <p:spTgt spid="65"/>
                                        </p:tgtEl>
                                      </p:cBhvr>
                                    </p:animEffect>
                                  </p:childTnLst>
                                </p:cTn>
                              </p:par>
                              <p:par>
                                <p:cTn id="104" presetID="10" presetClass="entr" presetSubtype="0" fill="hold" grpId="1" nodeType="withEffect">
                                  <p:stCondLst>
                                    <p:cond delay="0"/>
                                  </p:stCondLst>
                                  <p:childTnLst>
                                    <p:set>
                                      <p:cBhvr>
                                        <p:cTn id="105" dur="1" fill="hold">
                                          <p:stCondLst>
                                            <p:cond delay="0"/>
                                          </p:stCondLst>
                                        </p:cTn>
                                        <p:tgtEl>
                                          <p:spTgt spid="66"/>
                                        </p:tgtEl>
                                        <p:attrNameLst>
                                          <p:attrName>style.visibility</p:attrName>
                                        </p:attrNameLst>
                                      </p:cBhvr>
                                      <p:to>
                                        <p:strVal val="visible"/>
                                      </p:to>
                                    </p:set>
                                    <p:animEffect transition="in" filter="fade">
                                      <p:cBhvr>
                                        <p:cTn id="106" dur="250"/>
                                        <p:tgtEl>
                                          <p:spTgt spid="66"/>
                                        </p:tgtEl>
                                      </p:cBhvr>
                                    </p:animEffect>
                                  </p:childTnLst>
                                </p:cTn>
                              </p:par>
                              <p:par>
                                <p:cTn id="107" presetID="10" presetClass="entr" presetSubtype="0" fill="hold" grpId="1" nodeType="withEffect">
                                  <p:stCondLst>
                                    <p:cond delay="0"/>
                                  </p:stCondLst>
                                  <p:childTnLst>
                                    <p:set>
                                      <p:cBhvr>
                                        <p:cTn id="108" dur="1" fill="hold">
                                          <p:stCondLst>
                                            <p:cond delay="0"/>
                                          </p:stCondLst>
                                        </p:cTn>
                                        <p:tgtEl>
                                          <p:spTgt spid="67"/>
                                        </p:tgtEl>
                                        <p:attrNameLst>
                                          <p:attrName>style.visibility</p:attrName>
                                        </p:attrNameLst>
                                      </p:cBhvr>
                                      <p:to>
                                        <p:strVal val="visible"/>
                                      </p:to>
                                    </p:set>
                                    <p:animEffect transition="in" filter="fade">
                                      <p:cBhvr>
                                        <p:cTn id="109" dur="250"/>
                                        <p:tgtEl>
                                          <p:spTgt spid="67"/>
                                        </p:tgtEl>
                                      </p:cBhvr>
                                    </p:animEffect>
                                  </p:childTnLst>
                                </p:cTn>
                              </p:par>
                              <p:par>
                                <p:cTn id="110" presetID="10" presetClass="entr" presetSubtype="0" fill="hold" grpId="1" nodeType="withEffect">
                                  <p:stCondLst>
                                    <p:cond delay="0"/>
                                  </p:stCondLst>
                                  <p:childTnLst>
                                    <p:set>
                                      <p:cBhvr>
                                        <p:cTn id="111" dur="1" fill="hold">
                                          <p:stCondLst>
                                            <p:cond delay="0"/>
                                          </p:stCondLst>
                                        </p:cTn>
                                        <p:tgtEl>
                                          <p:spTgt spid="69"/>
                                        </p:tgtEl>
                                        <p:attrNameLst>
                                          <p:attrName>style.visibility</p:attrName>
                                        </p:attrNameLst>
                                      </p:cBhvr>
                                      <p:to>
                                        <p:strVal val="visible"/>
                                      </p:to>
                                    </p:set>
                                    <p:animEffect transition="in" filter="fade">
                                      <p:cBhvr>
                                        <p:cTn id="112" dur="250"/>
                                        <p:tgtEl>
                                          <p:spTgt spid="69"/>
                                        </p:tgtEl>
                                      </p:cBhvr>
                                    </p:animEffect>
                                  </p:childTnLst>
                                </p:cTn>
                              </p:par>
                              <p:par>
                                <p:cTn id="113" presetID="64" presetClass="path" presetSubtype="0" accel="50000" decel="50000" fill="hold" grpId="0" nodeType="withEffect">
                                  <p:stCondLst>
                                    <p:cond delay="0"/>
                                  </p:stCondLst>
                                  <p:childTnLst>
                                    <p:animMotion origin="layout" path="M 0 0 L 6.435947E-02 -6.976991E-02 E" pathEditMode="relative" ptsTypes="">
                                      <p:cBhvr>
                                        <p:cTn id="114" dur="1500" spd="-100000" fill="hold"/>
                                        <p:tgtEl>
                                          <p:spTgt spid="12"/>
                                        </p:tgtEl>
                                        <p:attrNameLst>
                                          <p:attrName>ppt_x</p:attrName>
                                          <p:attrName>ppt_y</p:attrName>
                                        </p:attrNameLst>
                                      </p:cBhvr>
                                    </p:animMotion>
                                  </p:childTnLst>
                                </p:cTn>
                              </p:par>
                              <p:par>
                                <p:cTn id="115" presetID="64" presetClass="path" presetSubtype="0" accel="50000" decel="50000" fill="hold" grpId="0" nodeType="withEffect">
                                  <p:stCondLst>
                                    <p:cond delay="0"/>
                                  </p:stCondLst>
                                  <p:childTnLst>
                                    <p:animMotion origin="layout" path="M 0 0 L 9.653924E-02 -0.1045241 E" pathEditMode="relative" ptsTypes="">
                                      <p:cBhvr>
                                        <p:cTn id="116" dur="1500" spd="-100000" fill="hold"/>
                                        <p:tgtEl>
                                          <p:spTgt spid="41"/>
                                        </p:tgtEl>
                                        <p:attrNameLst>
                                          <p:attrName>ppt_x</p:attrName>
                                          <p:attrName>ppt_y</p:attrName>
                                        </p:attrNameLst>
                                      </p:cBhvr>
                                    </p:animMotion>
                                  </p:childTnLst>
                                </p:cTn>
                              </p:par>
                              <p:par>
                                <p:cTn id="117" presetID="64" presetClass="path" presetSubtype="0" accel="50000" decel="50000" fill="hold" grpId="0" nodeType="withEffect">
                                  <p:stCondLst>
                                    <p:cond delay="0"/>
                                  </p:stCondLst>
                                  <p:childTnLst>
                                    <p:animMotion origin="layout" path="M 0 0 L 0.128719 -0.1392782 E" pathEditMode="relative" ptsTypes="">
                                      <p:cBhvr>
                                        <p:cTn id="118" dur="1500" spd="-100000" fill="hold"/>
                                        <p:tgtEl>
                                          <p:spTgt spid="42"/>
                                        </p:tgtEl>
                                        <p:attrNameLst>
                                          <p:attrName>ppt_x</p:attrName>
                                          <p:attrName>ppt_y</p:attrName>
                                        </p:attrNameLst>
                                      </p:cBhvr>
                                    </p:animMotion>
                                  </p:childTnLst>
                                </p:cTn>
                              </p:par>
                              <p:par>
                                <p:cTn id="119" presetID="64" presetClass="path" presetSubtype="0" accel="50000" decel="50000" fill="hold" grpId="0" nodeType="withEffect">
                                  <p:stCondLst>
                                    <p:cond delay="0"/>
                                  </p:stCondLst>
                                  <p:childTnLst>
                                    <p:animMotion origin="layout" path="M 0 0 L 0.1608988 -0.1740324 E" pathEditMode="relative" ptsTypes="">
                                      <p:cBhvr>
                                        <p:cTn id="120" dur="1500" spd="-100000" fill="hold"/>
                                        <p:tgtEl>
                                          <p:spTgt spid="43"/>
                                        </p:tgtEl>
                                        <p:attrNameLst>
                                          <p:attrName>ppt_x</p:attrName>
                                          <p:attrName>ppt_y</p:attrName>
                                        </p:attrNameLst>
                                      </p:cBhvr>
                                    </p:animMotion>
                                  </p:childTnLst>
                                </p:cTn>
                              </p:par>
                              <p:par>
                                <p:cTn id="121" presetID="64" presetClass="path" presetSubtype="0" accel="50000" decel="50000" fill="hold" grpId="0" nodeType="withEffect">
                                  <p:stCondLst>
                                    <p:cond delay="0"/>
                                  </p:stCondLst>
                                  <p:childTnLst>
                                    <p:animMotion origin="layout" path="M 0 0 L 0.2252584 -0.2435407 E" pathEditMode="relative" ptsTypes="">
                                      <p:cBhvr>
                                        <p:cTn id="122" dur="1500" spd="-100000" fill="hold"/>
                                        <p:tgtEl>
                                          <p:spTgt spid="45"/>
                                        </p:tgtEl>
                                        <p:attrNameLst>
                                          <p:attrName>ppt_x</p:attrName>
                                          <p:attrName>ppt_y</p:attrName>
                                        </p:attrNameLst>
                                      </p:cBhvr>
                                    </p:animMotion>
                                  </p:childTnLst>
                                </p:cTn>
                              </p:par>
                              <p:par>
                                <p:cTn id="123" presetID="64" presetClass="path" presetSubtype="0" accel="50000" decel="50000" fill="hold" grpId="0" nodeType="withEffect">
                                  <p:stCondLst>
                                    <p:cond delay="0"/>
                                  </p:stCondLst>
                                  <p:childTnLst>
                                    <p:animMotion origin="layout" path="M 0 0 L 0.2574382 -0.2782948 E" pathEditMode="relative" ptsTypes="">
                                      <p:cBhvr>
                                        <p:cTn id="124" dur="1500" spd="-100000" fill="hold"/>
                                        <p:tgtEl>
                                          <p:spTgt spid="46"/>
                                        </p:tgtEl>
                                        <p:attrNameLst>
                                          <p:attrName>ppt_x</p:attrName>
                                          <p:attrName>ppt_y</p:attrName>
                                        </p:attrNameLst>
                                      </p:cBhvr>
                                    </p:animMotion>
                                  </p:childTnLst>
                                </p:cTn>
                              </p:par>
                              <p:par>
                                <p:cTn id="125" presetID="64" presetClass="path" presetSubtype="0" accel="50000" decel="50000" fill="hold" grpId="0" nodeType="withEffect">
                                  <p:stCondLst>
                                    <p:cond delay="0"/>
                                  </p:stCondLst>
                                  <p:childTnLst>
                                    <p:animMotion origin="layout" path="M 0 0 L 0.289618 -0.313049 E" pathEditMode="relative" ptsTypes="">
                                      <p:cBhvr>
                                        <p:cTn id="126" dur="1500" spd="-100000" fill="hold"/>
                                        <p:tgtEl>
                                          <p:spTgt spid="47"/>
                                        </p:tgtEl>
                                        <p:attrNameLst>
                                          <p:attrName>ppt_x</p:attrName>
                                          <p:attrName>ppt_y</p:attrName>
                                        </p:attrNameLst>
                                      </p:cBhvr>
                                    </p:animMotion>
                                  </p:childTnLst>
                                </p:cTn>
                              </p:par>
                              <p:par>
                                <p:cTn id="127" presetID="64" presetClass="path" presetSubtype="0" accel="50000" decel="50000" fill="hold" grpId="0" nodeType="withEffect">
                                  <p:stCondLst>
                                    <p:cond delay="0"/>
                                  </p:stCondLst>
                                  <p:childTnLst>
                                    <p:animMotion origin="layout" path="M 0 0 L 0.3217978 -0.3478031 E" pathEditMode="relative" ptsTypes="">
                                      <p:cBhvr>
                                        <p:cTn id="128" dur="1500" spd="-100000" fill="hold"/>
                                        <p:tgtEl>
                                          <p:spTgt spid="48"/>
                                        </p:tgtEl>
                                        <p:attrNameLst>
                                          <p:attrName>ppt_x</p:attrName>
                                          <p:attrName>ppt_y</p:attrName>
                                        </p:attrNameLst>
                                      </p:cBhvr>
                                    </p:animMotion>
                                  </p:childTnLst>
                                </p:cTn>
                              </p:par>
                              <p:par>
                                <p:cTn id="129" presetID="64" presetClass="path" presetSubtype="0" accel="50000" decel="50000" fill="hold" grpId="0" nodeType="withEffect">
                                  <p:stCondLst>
                                    <p:cond delay="0"/>
                                  </p:stCondLst>
                                  <p:childTnLst>
                                    <p:animMotion origin="layout" path="M 0 0 L 0.3533185 -0.381976 E" pathEditMode="relative" ptsTypes="">
                                      <p:cBhvr>
                                        <p:cTn id="130" dur="1500" spd="-100000" fill="hold"/>
                                        <p:tgtEl>
                                          <p:spTgt spid="49"/>
                                        </p:tgtEl>
                                        <p:attrNameLst>
                                          <p:attrName>ppt_x</p:attrName>
                                          <p:attrName>ppt_y</p:attrName>
                                        </p:attrNameLst>
                                      </p:cBhvr>
                                    </p:animMotion>
                                  </p:childTnLst>
                                </p:cTn>
                              </p:par>
                              <p:par>
                                <p:cTn id="131" presetID="64" presetClass="path" presetSubtype="0" accel="50000" decel="50000" fill="hold" grpId="0" nodeType="withEffect">
                                  <p:stCondLst>
                                    <p:cond delay="0"/>
                                  </p:stCondLst>
                                  <p:childTnLst>
                                    <p:animMotion origin="layout" path="M -3.75E-6 -4.44444E-6 L 0.3849 -0.4162 " pathEditMode="relative" rAng="0" ptsTypes="AA">
                                      <p:cBhvr>
                                        <p:cTn id="132" dur="1500" spd="-100000" fill="hold"/>
                                        <p:tgtEl>
                                          <p:spTgt spid="50"/>
                                        </p:tgtEl>
                                        <p:attrNameLst>
                                          <p:attrName>ppt_x</p:attrName>
                                          <p:attrName>ppt_y</p:attrName>
                                        </p:attrNameLst>
                                      </p:cBhvr>
                                      <p:rCtr x="19245" y="-20810"/>
                                    </p:animMotion>
                                  </p:childTnLst>
                                </p:cTn>
                              </p:par>
                              <p:par>
                                <p:cTn id="133" presetID="64" presetClass="path" presetSubtype="0" accel="50000" decel="50000" fill="hold" grpId="0" nodeType="withEffect">
                                  <p:stCondLst>
                                    <p:cond delay="0"/>
                                  </p:stCondLst>
                                  <p:childTnLst>
                                    <p:animMotion origin="layout" path="M -1.04167E-6 1.11111E-6 L 0.44922 -0.48565 " pathEditMode="relative" rAng="0" ptsTypes="AA">
                                      <p:cBhvr>
                                        <p:cTn id="134" dur="1500" spd="-100000" fill="hold"/>
                                        <p:tgtEl>
                                          <p:spTgt spid="52"/>
                                        </p:tgtEl>
                                        <p:attrNameLst>
                                          <p:attrName>ppt_x</p:attrName>
                                          <p:attrName>ppt_y</p:attrName>
                                        </p:attrNameLst>
                                      </p:cBhvr>
                                      <p:rCtr x="22461" y="-24282"/>
                                    </p:animMotion>
                                  </p:childTnLst>
                                </p:cTn>
                              </p:par>
                              <p:par>
                                <p:cTn id="135" presetID="64" presetClass="path" presetSubtype="0" accel="50000" decel="50000" fill="hold" grpId="0" nodeType="withEffect">
                                  <p:stCondLst>
                                    <p:cond delay="0"/>
                                  </p:stCondLst>
                                  <p:childTnLst>
                                    <p:animMotion origin="layout" path="M -2.70833E-6 1.85185E-6 L 0.48073 -0.51991 " pathEditMode="relative" rAng="0" ptsTypes="AA">
                                      <p:cBhvr>
                                        <p:cTn id="136" dur="1500" spd="-100000" fill="hold"/>
                                        <p:tgtEl>
                                          <p:spTgt spid="53"/>
                                        </p:tgtEl>
                                        <p:attrNameLst>
                                          <p:attrName>ppt_x</p:attrName>
                                          <p:attrName>ppt_y</p:attrName>
                                        </p:attrNameLst>
                                      </p:cBhvr>
                                      <p:rCtr x="24036" y="-25995"/>
                                    </p:animMotion>
                                  </p:childTnLst>
                                </p:cTn>
                              </p:par>
                              <p:par>
                                <p:cTn id="137" presetID="64" presetClass="path" presetSubtype="0" accel="50000" decel="50000" fill="hold" grpId="0" nodeType="withEffect">
                                  <p:stCondLst>
                                    <p:cond delay="0"/>
                                  </p:stCondLst>
                                  <p:childTnLst>
                                    <p:animMotion origin="layout" path="M -1.66667E-6 4.81481E-6 L 0.54375 -0.5882 " pathEditMode="relative" rAng="0" ptsTypes="AA">
                                      <p:cBhvr>
                                        <p:cTn id="138" dur="1500" spd="-100000" fill="hold"/>
                                        <p:tgtEl>
                                          <p:spTgt spid="68"/>
                                        </p:tgtEl>
                                        <p:attrNameLst>
                                          <p:attrName>ppt_x</p:attrName>
                                          <p:attrName>ppt_y</p:attrName>
                                        </p:attrNameLst>
                                      </p:cBhvr>
                                      <p:rCtr x="27187" y="-29421"/>
                                    </p:animMotion>
                                  </p:childTnLst>
                                </p:cTn>
                              </p:par>
                              <p:par>
                                <p:cTn id="139" presetID="64" presetClass="path" presetSubtype="0" accel="50000" decel="50000" fill="hold" grpId="0" nodeType="withEffect">
                                  <p:stCondLst>
                                    <p:cond delay="0"/>
                                  </p:stCondLst>
                                  <p:childTnLst>
                                    <p:animMotion origin="layout" path="M -2.5E-6 1.85185E-6 L 0.1931 -0.2088 " pathEditMode="relative" rAng="0" ptsTypes="AA">
                                      <p:cBhvr>
                                        <p:cTn id="140" dur="1500" spd="-100000" fill="hold"/>
                                        <p:tgtEl>
                                          <p:spTgt spid="44"/>
                                        </p:tgtEl>
                                        <p:attrNameLst>
                                          <p:attrName>ppt_x</p:attrName>
                                          <p:attrName>ppt_y</p:attrName>
                                        </p:attrNameLst>
                                      </p:cBhvr>
                                      <p:rCtr x="9648" y="-10440"/>
                                    </p:animMotion>
                                  </p:childTnLst>
                                </p:cTn>
                              </p:par>
                              <p:par>
                                <p:cTn id="141" presetID="64" presetClass="path" presetSubtype="0" accel="50000" decel="50000" fill="hold" grpId="0" nodeType="withEffect">
                                  <p:stCondLst>
                                    <p:cond delay="0"/>
                                  </p:stCondLst>
                                  <p:childTnLst>
                                    <p:animMotion origin="layout" path="M -4.375E-6 3.33333E-6 L 0.41706 -0.45093 " pathEditMode="relative" rAng="0" ptsTypes="AA">
                                      <p:cBhvr>
                                        <p:cTn id="142" dur="1500" spd="-100000" fill="hold"/>
                                        <p:tgtEl>
                                          <p:spTgt spid="51"/>
                                        </p:tgtEl>
                                        <p:attrNameLst>
                                          <p:attrName>ppt_x</p:attrName>
                                          <p:attrName>ppt_y</p:attrName>
                                        </p:attrNameLst>
                                      </p:cBhvr>
                                      <p:rCtr x="20846" y="-22546"/>
                                    </p:animMotion>
                                  </p:childTnLst>
                                </p:cTn>
                              </p:par>
                              <p:par>
                                <p:cTn id="143" presetID="64" presetClass="path" presetSubtype="0" accel="50000" decel="50000" fill="hold" grpId="0" nodeType="withEffect">
                                  <p:stCondLst>
                                    <p:cond delay="0"/>
                                  </p:stCondLst>
                                  <p:childTnLst>
                                    <p:animMotion origin="layout" path="M 1.66667E-6 4.07407E-6 L 0.51224 -0.55394 " pathEditMode="relative" rAng="0" ptsTypes="AA">
                                      <p:cBhvr>
                                        <p:cTn id="144" dur="1500" spd="-100000" fill="hold"/>
                                        <p:tgtEl>
                                          <p:spTgt spid="54"/>
                                        </p:tgtEl>
                                        <p:attrNameLst>
                                          <p:attrName>ppt_x</p:attrName>
                                          <p:attrName>ppt_y</p:attrName>
                                        </p:attrNameLst>
                                      </p:cBhvr>
                                      <p:rCtr x="25612" y="-27708"/>
                                    </p:animMotion>
                                  </p:childTnLst>
                                </p:cTn>
                              </p:par>
                              <p:par>
                                <p:cTn id="145" presetID="64" presetClass="path" presetSubtype="0" accel="50000" decel="50000" fill="hold" grpId="0" nodeType="withEffect">
                                  <p:stCondLst>
                                    <p:cond delay="0"/>
                                  </p:stCondLst>
                                  <p:childTnLst>
                                    <p:animMotion origin="layout" path="M 2.29167E-6 -2.59259E-6 L 0.08034 -0.07824 " pathEditMode="relative" rAng="0" ptsTypes="AA">
                                      <p:cBhvr>
                                        <p:cTn id="146" dur="1500" spd="-100000" fill="hold"/>
                                        <p:tgtEl>
                                          <p:spTgt spid="55"/>
                                        </p:tgtEl>
                                        <p:attrNameLst>
                                          <p:attrName>ppt_x</p:attrName>
                                          <p:attrName>ppt_y</p:attrName>
                                        </p:attrNameLst>
                                      </p:cBhvr>
                                      <p:rCtr x="4010" y="-3912"/>
                                    </p:animMotion>
                                  </p:childTnLst>
                                </p:cTn>
                              </p:par>
                              <p:par>
                                <p:cTn id="147" presetID="64" presetClass="path" presetSubtype="0" accel="50000" decel="50000" fill="hold" grpId="0" nodeType="withEffect">
                                  <p:stCondLst>
                                    <p:cond delay="0"/>
                                  </p:stCondLst>
                                  <p:childTnLst>
                                    <p:animMotion origin="layout" path="M -4.58333E-6 1.48148E-6 L 0.10066 -0.09792 " pathEditMode="relative" rAng="0" ptsTypes="AA">
                                      <p:cBhvr>
                                        <p:cTn id="148" dur="1500" spd="-100000" fill="hold"/>
                                        <p:tgtEl>
                                          <p:spTgt spid="56"/>
                                        </p:tgtEl>
                                        <p:attrNameLst>
                                          <p:attrName>ppt_x</p:attrName>
                                          <p:attrName>ppt_y</p:attrName>
                                        </p:attrNameLst>
                                      </p:cBhvr>
                                      <p:rCtr x="5026" y="-4907"/>
                                    </p:animMotion>
                                  </p:childTnLst>
                                </p:cTn>
                              </p:par>
                              <p:par>
                                <p:cTn id="149" presetID="64" presetClass="path" presetSubtype="0" accel="50000" decel="50000" fill="hold" grpId="0" nodeType="withEffect">
                                  <p:stCondLst>
                                    <p:cond delay="0"/>
                                  </p:stCondLst>
                                  <p:childTnLst>
                                    <p:animMotion origin="layout" path="M -1.25E-6 -7.40741E-7 L 0.12136 -0.12014 " pathEditMode="relative" rAng="0" ptsTypes="AA">
                                      <p:cBhvr>
                                        <p:cTn id="150" dur="1500" spd="-100000" fill="hold"/>
                                        <p:tgtEl>
                                          <p:spTgt spid="57"/>
                                        </p:tgtEl>
                                        <p:attrNameLst>
                                          <p:attrName>ppt_x</p:attrName>
                                          <p:attrName>ppt_y</p:attrName>
                                        </p:attrNameLst>
                                      </p:cBhvr>
                                      <p:rCtr x="6068" y="-6019"/>
                                    </p:animMotion>
                                  </p:childTnLst>
                                </p:cTn>
                              </p:par>
                              <p:par>
                                <p:cTn id="151" presetID="64" presetClass="path" presetSubtype="0" accel="50000" decel="50000" fill="hold" grpId="0" nodeType="withEffect">
                                  <p:stCondLst>
                                    <p:cond delay="0"/>
                                  </p:stCondLst>
                                  <p:childTnLst>
                                    <p:animMotion origin="layout" path="M 1.875E-6 -1.48148E-6 L 0.14193 -0.14236 " pathEditMode="relative" rAng="0" ptsTypes="AA">
                                      <p:cBhvr>
                                        <p:cTn id="152" dur="1500" spd="-100000" fill="hold"/>
                                        <p:tgtEl>
                                          <p:spTgt spid="58"/>
                                        </p:tgtEl>
                                        <p:attrNameLst>
                                          <p:attrName>ppt_x</p:attrName>
                                          <p:attrName>ppt_y</p:attrName>
                                        </p:attrNameLst>
                                      </p:cBhvr>
                                      <p:rCtr x="7096" y="-7130"/>
                                    </p:animMotion>
                                  </p:childTnLst>
                                </p:cTn>
                              </p:par>
                              <p:par>
                                <p:cTn id="153" presetID="64" presetClass="path" presetSubtype="0" accel="50000" decel="50000" fill="hold" grpId="0" nodeType="withEffect">
                                  <p:stCondLst>
                                    <p:cond delay="0"/>
                                  </p:stCondLst>
                                  <p:childTnLst>
                                    <p:animMotion origin="layout" path="M 1.45833E-6 1.85185E-6 L 0.2039 -0.2088 " pathEditMode="relative" rAng="0" ptsTypes="AA">
                                      <p:cBhvr>
                                        <p:cTn id="154" dur="1500" spd="-100000" fill="hold"/>
                                        <p:tgtEl>
                                          <p:spTgt spid="61"/>
                                        </p:tgtEl>
                                        <p:attrNameLst>
                                          <p:attrName>ppt_x</p:attrName>
                                          <p:attrName>ppt_y</p:attrName>
                                        </p:attrNameLst>
                                      </p:cBhvr>
                                      <p:rCtr x="10195" y="-10440"/>
                                    </p:animMotion>
                                  </p:childTnLst>
                                </p:cTn>
                              </p:par>
                              <p:par>
                                <p:cTn id="155" presetID="64" presetClass="path" presetSubtype="0" accel="50000" decel="50000" fill="hold" grpId="0" nodeType="withEffect">
                                  <p:stCondLst>
                                    <p:cond delay="0"/>
                                  </p:stCondLst>
                                  <p:childTnLst>
                                    <p:animMotion origin="layout" path="M -1.875E-6 4.07407E-6 L 0.18334 -0.18658 " pathEditMode="relative" rAng="0" ptsTypes="AA">
                                      <p:cBhvr>
                                        <p:cTn id="156" dur="1500" spd="-100000" fill="hold"/>
                                        <p:tgtEl>
                                          <p:spTgt spid="60"/>
                                        </p:tgtEl>
                                        <p:attrNameLst>
                                          <p:attrName>ppt_x</p:attrName>
                                          <p:attrName>ppt_y</p:attrName>
                                        </p:attrNameLst>
                                      </p:cBhvr>
                                      <p:rCtr x="9167" y="-9329"/>
                                    </p:animMotion>
                                  </p:childTnLst>
                                </p:cTn>
                              </p:par>
                              <p:par>
                                <p:cTn id="157" presetID="64" presetClass="path" presetSubtype="0" accel="50000" decel="50000" fill="hold" grpId="0" nodeType="withEffect">
                                  <p:stCondLst>
                                    <p:cond delay="0"/>
                                  </p:stCondLst>
                                  <p:childTnLst>
                                    <p:animMotion origin="layout" path="M 5E-6 -3.7037E-6 L 0.16264 -0.16435 " pathEditMode="relative" rAng="0" ptsTypes="AA">
                                      <p:cBhvr>
                                        <p:cTn id="158" dur="1500" spd="-100000" fill="hold"/>
                                        <p:tgtEl>
                                          <p:spTgt spid="59"/>
                                        </p:tgtEl>
                                        <p:attrNameLst>
                                          <p:attrName>ppt_x</p:attrName>
                                          <p:attrName>ppt_y</p:attrName>
                                        </p:attrNameLst>
                                      </p:cBhvr>
                                      <p:rCtr x="8125" y="-8218"/>
                                    </p:animMotion>
                                  </p:childTnLst>
                                </p:cTn>
                              </p:par>
                              <p:par>
                                <p:cTn id="159" presetID="64" presetClass="path" presetSubtype="0" accel="50000" decel="50000" fill="hold" grpId="0" nodeType="withEffect">
                                  <p:stCondLst>
                                    <p:cond delay="0"/>
                                  </p:stCondLst>
                                  <p:childTnLst>
                                    <p:animMotion origin="layout" path="M 4.375E-6 1.11111E-6 L 0.22461 -0.23102 " pathEditMode="relative" rAng="0" ptsTypes="AA">
                                      <p:cBhvr>
                                        <p:cTn id="160" dur="1500" spd="-100000" fill="hold"/>
                                        <p:tgtEl>
                                          <p:spTgt spid="62"/>
                                        </p:tgtEl>
                                        <p:attrNameLst>
                                          <p:attrName>ppt_x</p:attrName>
                                          <p:attrName>ppt_y</p:attrName>
                                        </p:attrNameLst>
                                      </p:cBhvr>
                                      <p:rCtr x="11224" y="-11551"/>
                                    </p:animMotion>
                                  </p:childTnLst>
                                </p:cTn>
                              </p:par>
                              <p:par>
                                <p:cTn id="161" presetID="64" presetClass="path" presetSubtype="0" accel="50000" decel="50000" fill="hold" grpId="0" nodeType="withEffect">
                                  <p:stCondLst>
                                    <p:cond delay="0"/>
                                  </p:stCondLst>
                                  <p:childTnLst>
                                    <p:animMotion origin="layout" path="M -2.29167E-6 -1.11111E-6 L 0.24531 -0.25301 " pathEditMode="relative" rAng="0" ptsTypes="AA">
                                      <p:cBhvr>
                                        <p:cTn id="162" dur="1500" spd="-100000" fill="hold"/>
                                        <p:tgtEl>
                                          <p:spTgt spid="63"/>
                                        </p:tgtEl>
                                        <p:attrNameLst>
                                          <p:attrName>ppt_x</p:attrName>
                                          <p:attrName>ppt_y</p:attrName>
                                        </p:attrNameLst>
                                      </p:cBhvr>
                                      <p:rCtr x="12266" y="-12662"/>
                                    </p:animMotion>
                                  </p:childTnLst>
                                </p:cTn>
                              </p:par>
                              <p:par>
                                <p:cTn id="163" presetID="64" presetClass="path" presetSubtype="0" accel="50000" decel="50000" fill="hold" grpId="0" nodeType="withEffect">
                                  <p:stCondLst>
                                    <p:cond delay="0"/>
                                  </p:stCondLst>
                                  <p:childTnLst>
                                    <p:animMotion origin="layout" path="M 8.33333E-7 -3.33333E-6 L 0.26588 -0.27523 " pathEditMode="relative" rAng="0" ptsTypes="AA">
                                      <p:cBhvr>
                                        <p:cTn id="164" dur="1500" spd="-100000" fill="hold"/>
                                        <p:tgtEl>
                                          <p:spTgt spid="64"/>
                                        </p:tgtEl>
                                        <p:attrNameLst>
                                          <p:attrName>ppt_x</p:attrName>
                                          <p:attrName>ppt_y</p:attrName>
                                        </p:attrNameLst>
                                      </p:cBhvr>
                                      <p:rCtr x="13294" y="-13773"/>
                                    </p:animMotion>
                                  </p:childTnLst>
                                </p:cTn>
                              </p:par>
                              <p:par>
                                <p:cTn id="165" presetID="64" presetClass="path" presetSubtype="0" accel="50000" decel="50000" fill="hold" grpId="0" nodeType="withEffect">
                                  <p:stCondLst>
                                    <p:cond delay="0"/>
                                  </p:stCondLst>
                                  <p:childTnLst>
                                    <p:animMotion origin="layout" path="M 4.16667E-6 4.44444E-6 L 0.28658 -0.29746 " pathEditMode="relative" rAng="0" ptsTypes="AA">
                                      <p:cBhvr>
                                        <p:cTn id="166" dur="1500" spd="-100000" fill="hold"/>
                                        <p:tgtEl>
                                          <p:spTgt spid="65"/>
                                        </p:tgtEl>
                                        <p:attrNameLst>
                                          <p:attrName>ppt_x</p:attrName>
                                          <p:attrName>ppt_y</p:attrName>
                                        </p:attrNameLst>
                                      </p:cBhvr>
                                      <p:rCtr x="14323" y="-14884"/>
                                    </p:animMotion>
                                  </p:childTnLst>
                                </p:cTn>
                              </p:par>
                              <p:par>
                                <p:cTn id="167" presetID="64" presetClass="path" presetSubtype="0" accel="50000" decel="50000" fill="hold" grpId="0" nodeType="withEffect">
                                  <p:stCondLst>
                                    <p:cond delay="0"/>
                                  </p:stCondLst>
                                  <p:childTnLst>
                                    <p:animMotion origin="layout" path="M -2.08333E-6 7.40741E-7 L 0.30768 -0.31991 " pathEditMode="relative" rAng="0" ptsTypes="AA">
                                      <p:cBhvr>
                                        <p:cTn id="168" dur="1500" spd="-100000" fill="hold"/>
                                        <p:tgtEl>
                                          <p:spTgt spid="66"/>
                                        </p:tgtEl>
                                        <p:attrNameLst>
                                          <p:attrName>ppt_x</p:attrName>
                                          <p:attrName>ppt_y</p:attrName>
                                        </p:attrNameLst>
                                      </p:cBhvr>
                                      <p:rCtr x="15378" y="-15995"/>
                                    </p:animMotion>
                                  </p:childTnLst>
                                </p:cTn>
                              </p:par>
                              <p:par>
                                <p:cTn id="169" presetID="64" presetClass="path" presetSubtype="0" accel="50000" decel="50000" fill="hold" grpId="0" nodeType="withEffect">
                                  <p:stCondLst>
                                    <p:cond delay="0"/>
                                  </p:stCondLst>
                                  <p:childTnLst>
                                    <p:animMotion origin="layout" path="M 4.16667E-7 -4.44444E-6 L 0.32878 -0.34259 " pathEditMode="relative" rAng="0" ptsTypes="AA">
                                      <p:cBhvr>
                                        <p:cTn id="170" dur="1500" spd="-100000" fill="hold"/>
                                        <p:tgtEl>
                                          <p:spTgt spid="67"/>
                                        </p:tgtEl>
                                        <p:attrNameLst>
                                          <p:attrName>ppt_x</p:attrName>
                                          <p:attrName>ppt_y</p:attrName>
                                        </p:attrNameLst>
                                      </p:cBhvr>
                                      <p:rCtr x="16432" y="-17130"/>
                                    </p:animMotion>
                                  </p:childTnLst>
                                </p:cTn>
                              </p:par>
                              <p:par>
                                <p:cTn id="171" presetID="64" presetClass="path" presetSubtype="0" accel="50000" decel="50000" fill="hold" grpId="0" nodeType="withEffect">
                                  <p:stCondLst>
                                    <p:cond delay="0"/>
                                  </p:stCondLst>
                                  <p:childTnLst>
                                    <p:animMotion origin="layout" path="M 4.79167E-6 4.81481E-6 L 0.34947 -0.36459 " pathEditMode="relative" rAng="0" ptsTypes="AA">
                                      <p:cBhvr>
                                        <p:cTn id="172" dur="1500" spd="-100000" fill="hold"/>
                                        <p:tgtEl>
                                          <p:spTgt spid="69"/>
                                        </p:tgtEl>
                                        <p:attrNameLst>
                                          <p:attrName>ppt_x</p:attrName>
                                          <p:attrName>ppt_y</p:attrName>
                                        </p:attrNameLst>
                                      </p:cBhvr>
                                      <p:rCtr x="17474" y="-1824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2" grpId="1"/>
      <p:bldP spid="8" grpId="0">
        <p:tmplLst>
          <p:tmpl>
            <p:tnLst>
              <p:par>
                <p:cTn presetID="10" presetClass="entr" presetSubtype="0" fill="hold" nodeType="withEffect">
                  <p:stCondLst>
                    <p:cond delay="80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8" grpId="1">
        <p:tmplLst>
          <p:tmpl>
            <p:tnLst>
              <p:par>
                <p:cTn presetID="42" presetClass="path" presetSubtype="0" decel="100000" fill="hold" nodeType="withEffect">
                  <p:stCondLst>
                    <p:cond delay="800"/>
                  </p:stCondLst>
                  <p:childTnLst>
                    <p:animMotion origin="layout" path="M -2.5E-6 -0.03472 L -2.5E-6 -2.59259E-6 " pathEditMode="relative" rAng="0" ptsTypes="AA">
                      <p:cBhvr>
                        <p:cTn dur="1000" fill="hold"/>
                        <p:tgtEl>
                          <p:spTgt spid="8"/>
                        </p:tgtEl>
                        <p:attrNameLst>
                          <p:attrName>ppt_x</p:attrName>
                          <p:attrName>ppt_y</p:attrName>
                        </p:attrNameLst>
                      </p:cBhvr>
                      <p:rCtr x="0" y="1736"/>
                    </p:animMotion>
                  </p:childTnLst>
                </p:cTn>
              </p:par>
            </p:tnLst>
          </p:tmpl>
        </p:tmplLst>
      </p:bldP>
      <p:bldP spid="12" grpId="0" animBg="1"/>
      <p:bldP spid="12" grpId="1" animBg="1"/>
      <p:bldP spid="41" grpId="0" animBg="1"/>
      <p:bldP spid="41" grpId="1" animBg="1"/>
      <p:bldP spid="42" grpId="0" animBg="1"/>
      <p:bldP spid="42" grpId="1" animBg="1"/>
      <p:bldP spid="43" grpId="0" animBg="1"/>
      <p:bldP spid="43" grpId="1" animBg="1"/>
      <p:bldP spid="44" grpId="0" animBg="1"/>
      <p:bldP spid="44" grpId="1" animBg="1"/>
      <p:bldP spid="45" grpId="0" animBg="1"/>
      <p:bldP spid="45" grpId="1" animBg="1"/>
      <p:bldP spid="46" grpId="0" animBg="1"/>
      <p:bldP spid="46" grpId="1" animBg="1"/>
      <p:bldP spid="47" grpId="0" animBg="1"/>
      <p:bldP spid="47" grpId="1" animBg="1"/>
      <p:bldP spid="48" grpId="0" animBg="1"/>
      <p:bldP spid="48" grpId="1" animBg="1"/>
      <p:bldP spid="49" grpId="0" animBg="1"/>
      <p:bldP spid="49" grpId="1" animBg="1"/>
      <p:bldP spid="50" grpId="0" animBg="1"/>
      <p:bldP spid="50" grpId="1" animBg="1"/>
      <p:bldP spid="51" grpId="0" animBg="1"/>
      <p:bldP spid="51" grpId="1" animBg="1"/>
      <p:bldP spid="52" grpId="0" animBg="1"/>
      <p:bldP spid="52" grpId="1" animBg="1"/>
      <p:bldP spid="53" grpId="0" animBg="1"/>
      <p:bldP spid="53" grpId="1" animBg="1"/>
      <p:bldP spid="54" grpId="0" animBg="1"/>
      <p:bldP spid="54" grpId="1" animBg="1"/>
      <p:bldP spid="55" grpId="0" animBg="1"/>
      <p:bldP spid="55" grpId="1" animBg="1"/>
      <p:bldP spid="56" grpId="0" animBg="1"/>
      <p:bldP spid="56" grpId="1" animBg="1"/>
      <p:bldP spid="57" grpId="0" animBg="1"/>
      <p:bldP spid="57" grpId="1" animBg="1"/>
      <p:bldP spid="58" grpId="0" animBg="1"/>
      <p:bldP spid="58" grpId="1" animBg="1"/>
      <p:bldP spid="59" grpId="0" animBg="1"/>
      <p:bldP spid="59" grpId="1" animBg="1"/>
      <p:bldP spid="60" grpId="0" animBg="1"/>
      <p:bldP spid="60" grpId="1" animBg="1"/>
      <p:bldP spid="61" grpId="0" animBg="1"/>
      <p:bldP spid="61" grpId="1" animBg="1"/>
      <p:bldP spid="62" grpId="0" animBg="1"/>
      <p:bldP spid="62" grpId="1" animBg="1"/>
      <p:bldP spid="63" grpId="0" animBg="1"/>
      <p:bldP spid="63" grpId="1" animBg="1"/>
      <p:bldP spid="64" grpId="0" animBg="1"/>
      <p:bldP spid="64" grpId="1" animBg="1"/>
      <p:bldP spid="65" grpId="0" animBg="1"/>
      <p:bldP spid="65" grpId="1" animBg="1"/>
      <p:bldP spid="66" grpId="0" animBg="1"/>
      <p:bldP spid="66" grpId="1" animBg="1"/>
      <p:bldP spid="67" grpId="0" animBg="1"/>
      <p:bldP spid="67" grpId="1" animBg="1"/>
      <p:bldP spid="68" grpId="0" animBg="1"/>
      <p:bldP spid="68" grpId="1" animBg="1"/>
      <p:bldP spid="69" grpId="0" animBg="1"/>
      <p:bldP spid="69" grpId="1"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4F90E-C437-B160-DB42-AA6E08BC3E30}"/>
              </a:ext>
            </a:extLst>
          </p:cNvPr>
          <p:cNvSpPr>
            <a:spLocks noGrp="1"/>
          </p:cNvSpPr>
          <p:nvPr>
            <p:ph type="title" hasCustomPrompt="1"/>
          </p:nvPr>
        </p:nvSpPr>
        <p:spPr>
          <a:xfrm>
            <a:off x="546100" y="365125"/>
            <a:ext cx="10495943" cy="777875"/>
          </a:xfrm>
        </p:spPr>
        <p:txBody>
          <a:bodyPr/>
          <a:lstStyle>
            <a:lvl1pPr>
              <a:defRPr/>
            </a:lvl1pPr>
          </a:lstStyle>
          <a:p>
            <a:r>
              <a:rPr lang="en-US"/>
              <a:t>Click to Add Title, Use Font Size 28, Title Case</a:t>
            </a:r>
          </a:p>
        </p:txBody>
      </p:sp>
      <p:sp>
        <p:nvSpPr>
          <p:cNvPr id="3" name="Content Placeholder 2">
            <a:extLst>
              <a:ext uri="{FF2B5EF4-FFF2-40B4-BE49-F238E27FC236}">
                <a16:creationId xmlns:a16="http://schemas.microsoft.com/office/drawing/2014/main" id="{3EF700BE-F723-E229-99A1-0212A69DEA1E}"/>
              </a:ext>
            </a:extLst>
          </p:cNvPr>
          <p:cNvSpPr>
            <a:spLocks noGrp="1"/>
          </p:cNvSpPr>
          <p:nvPr>
            <p:ph idx="1" hasCustomPrompt="1"/>
          </p:nvPr>
        </p:nvSpPr>
        <p:spPr>
          <a:xfrm>
            <a:off x="546100" y="1649413"/>
            <a:ext cx="11099800" cy="4637087"/>
          </a:xfrm>
        </p:spPr>
        <p:txBody>
          <a:bodyPr lIns="0" tIns="0" rIns="0" bIns="0">
            <a:normAutofit/>
          </a:bodyPr>
          <a:lstStyle>
            <a:lvl1pPr>
              <a:defRPr sz="1800"/>
            </a:lvl1pPr>
          </a:lstStyle>
          <a:p>
            <a:pPr lvl="0"/>
            <a:r>
              <a:rPr lang="en-US"/>
              <a:t>Click to add content. If you’re pasting from another location, please right-click and select the ‘Keep Text Only’ option.</a:t>
            </a:r>
          </a:p>
        </p:txBody>
      </p:sp>
      <p:sp>
        <p:nvSpPr>
          <p:cNvPr id="5" name="Footer Placeholder 4">
            <a:extLst>
              <a:ext uri="{FF2B5EF4-FFF2-40B4-BE49-F238E27FC236}">
                <a16:creationId xmlns:a16="http://schemas.microsoft.com/office/drawing/2014/main" id="{E17DE7DC-B27D-C64A-6BC6-E9CFD576ED28}"/>
              </a:ext>
            </a:extLst>
          </p:cNvPr>
          <p:cNvSpPr>
            <a:spLocks noGrp="1"/>
          </p:cNvSpPr>
          <p:nvPr>
            <p:ph type="ftr" sz="quarter" idx="11"/>
          </p:nvPr>
        </p:nvSpPr>
        <p:spPr/>
        <p:txBody>
          <a:bodyPr/>
          <a:lstStyle/>
          <a:p>
            <a:pPr>
              <a:buClr>
                <a:schemeClr val="tx2"/>
              </a:buClr>
              <a:buSzPct val="120000"/>
              <a:buFont typeface="Verdana" panose="020F0502020204030204" pitchFamily="34" charset="0"/>
              <a:buNone/>
            </a:pPr>
            <a:endParaRPr lang="en-US"/>
          </a:p>
        </p:txBody>
      </p:sp>
      <p:sp>
        <p:nvSpPr>
          <p:cNvPr id="4" name="Date Placeholder 3">
            <a:extLst>
              <a:ext uri="{FF2B5EF4-FFF2-40B4-BE49-F238E27FC236}">
                <a16:creationId xmlns:a16="http://schemas.microsoft.com/office/drawing/2014/main" id="{7027B8C1-DF1F-1201-36FB-343DCD5B01AC}"/>
              </a:ext>
            </a:extLst>
          </p:cNvPr>
          <p:cNvSpPr>
            <a:spLocks noGrp="1"/>
          </p:cNvSpPr>
          <p:nvPr>
            <p:ph type="dt" sz="half" idx="10"/>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6" name="Slide Number Placeholder 5">
            <a:extLst>
              <a:ext uri="{FF2B5EF4-FFF2-40B4-BE49-F238E27FC236}">
                <a16:creationId xmlns:a16="http://schemas.microsoft.com/office/drawing/2014/main" id="{48CFB9C0-2A34-AC36-769C-6DE99F35449F}"/>
              </a:ext>
            </a:extLst>
          </p:cNvPr>
          <p:cNvSpPr>
            <a:spLocks noGrp="1"/>
          </p:cNvSpPr>
          <p:nvPr>
            <p:ph type="sldNum" sz="quarter" idx="12"/>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8" name="Text Placeholder 6">
            <a:extLst>
              <a:ext uri="{FF2B5EF4-FFF2-40B4-BE49-F238E27FC236}">
                <a16:creationId xmlns:a16="http://schemas.microsoft.com/office/drawing/2014/main" id="{EDF02C81-A083-F218-CF77-BE161A7F8E6E}"/>
              </a:ext>
            </a:extLst>
          </p:cNvPr>
          <p:cNvSpPr>
            <a:spLocks noGrp="1"/>
          </p:cNvSpPr>
          <p:nvPr>
            <p:ph type="body" sz="quarter" idx="14" hasCustomPrompt="1"/>
          </p:nvPr>
        </p:nvSpPr>
        <p:spPr>
          <a:xfrm>
            <a:off x="546100" y="1143000"/>
            <a:ext cx="11099800" cy="381000"/>
          </a:xfrm>
        </p:spPr>
        <p:txBody>
          <a:bodyPr vert="horz" lIns="0" tIns="54000" rIns="0" bIns="0" rtlCol="0" anchor="t" anchorCtr="0">
            <a:normAutofit/>
          </a:bodyPr>
          <a:lstStyle>
            <a:lvl1pPr marL="0" indent="0">
              <a:buNone/>
              <a:defRPr lang="en-US" sz="1800" dirty="0" smtClean="0">
                <a:latin typeface="+mj-lt"/>
              </a:defRPr>
            </a:lvl1pPr>
          </a:lstStyle>
          <a:p>
            <a:pPr marL="228600" marR="0" lvl="0" indent="-228600" algn="l" defTabSz="914400" rtl="0" eaLnBrk="1" fontAlgn="auto" latinLnBrk="0" hangingPunct="1">
              <a:lnSpc>
                <a:spcPct val="100000"/>
              </a:lnSpc>
              <a:spcBef>
                <a:spcPts val="0"/>
              </a:spcBef>
              <a:spcAft>
                <a:spcPts val="0"/>
              </a:spcAft>
              <a:buClrTx/>
              <a:buSzTx/>
              <a:tabLst/>
              <a:defRPr/>
            </a:pPr>
            <a:r>
              <a:rPr lang="en-US"/>
              <a:t>Click to add subtitle, use font size 18, sentence case</a:t>
            </a:r>
          </a:p>
        </p:txBody>
      </p:sp>
      <p:sp>
        <p:nvSpPr>
          <p:cNvPr id="7" name="Rectangle 6">
            <a:extLst>
              <a:ext uri="{FF2B5EF4-FFF2-40B4-BE49-F238E27FC236}">
                <a16:creationId xmlns:a16="http://schemas.microsoft.com/office/drawing/2014/main" id="{7DFCCF9C-82BF-1A94-97B0-C29C75275EDC}"/>
              </a:ext>
              <a:ext uri="{C183D7F6-B498-43B3-948B-1728B52AA6E4}">
                <adec:decorative xmlns:adec="http://schemas.microsoft.com/office/drawing/2017/decorative" val="1"/>
              </a:ext>
            </a:extLst>
          </p:cNvPr>
          <p:cNvSpPr/>
          <p:nvPr userDrawn="1"/>
        </p:nvSpPr>
        <p:spPr>
          <a:xfrm>
            <a:off x="0" y="-1"/>
            <a:ext cx="46800" cy="6858001"/>
          </a:xfrm>
          <a:prstGeom prst="rect">
            <a:avLst/>
          </a:prstGeom>
          <a:gradFill flip="none" rotWithShape="1">
            <a:gsLst>
              <a:gs pos="100000">
                <a:srgbClr val="2F2A95"/>
              </a:gs>
              <a:gs pos="0">
                <a:srgbClr val="00B2A9"/>
              </a:gs>
            </a:gsLst>
            <a:lin ang="5400000" scaled="1"/>
            <a:tileRect/>
          </a:gradFill>
          <a:ln w="12700" cap="flat" cmpd="sng" algn="ctr">
            <a:noFill/>
            <a:prstDash val="solid"/>
            <a:miter lim="800000"/>
          </a:ln>
          <a:effectLst/>
        </p:spPr>
        <p:txBody>
          <a:bodyPr tIns="90000" bIns="90000" rtlCol="0" anchor="t"/>
          <a:lstStyle/>
          <a:p>
            <a:pPr marL="0" marR="0" lvl="0" indent="0" defTabSz="914400" eaLnBrk="1" fontAlgn="auto" latinLnBrk="0" hangingPunct="1">
              <a:lnSpc>
                <a:spcPct val="100000"/>
              </a:lnSpc>
              <a:spcBef>
                <a:spcPts val="0"/>
              </a:spcBef>
              <a:spcAft>
                <a:spcPts val="0"/>
              </a:spcAft>
              <a:buClr>
                <a:srgbClr val="2F2A95"/>
              </a:buClr>
              <a:buSzTx/>
              <a:buFontTx/>
              <a:buNone/>
              <a:tabLst/>
              <a:defRPr/>
            </a:pPr>
            <a:endParaRPr kumimoji="0" lang="en-US" sz="1800" b="0" i="0" u="none" strike="noStrike" kern="0" cap="none" spc="0" normalizeH="0" baseline="0" noProof="0">
              <a:ln>
                <a:noFill/>
              </a:ln>
              <a:solidFill>
                <a:srgbClr val="000000"/>
              </a:solidFill>
              <a:effectLst/>
              <a:uLnTx/>
              <a:uFillTx/>
              <a:latin typeface="Verdana"/>
              <a:ea typeface="+mn-ea"/>
              <a:cs typeface="+mn-cs"/>
            </a:endParaRPr>
          </a:p>
        </p:txBody>
      </p:sp>
      <p:grpSp>
        <p:nvGrpSpPr>
          <p:cNvPr id="13" name="Group 4">
            <a:extLst>
              <a:ext uri="{FF2B5EF4-FFF2-40B4-BE49-F238E27FC236}">
                <a16:creationId xmlns:a16="http://schemas.microsoft.com/office/drawing/2014/main" id="{9C48FC81-BD1A-E7A9-ADDC-30F81F6EF840}"/>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p:grpSpPr>
        <p:sp>
          <p:nvSpPr>
            <p:cNvPr id="14" name="Freeform 5">
              <a:extLst>
                <a:ext uri="{FF2B5EF4-FFF2-40B4-BE49-F238E27FC236}">
                  <a16:creationId xmlns:a16="http://schemas.microsoft.com/office/drawing/2014/main" id="{9DF34A2E-B7C5-B6F6-58AA-7500F28EBF48}"/>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solidFill>
              <a:srgbClr val="2F2A9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sp>
          <p:nvSpPr>
            <p:cNvPr id="15" name="Freeform 6">
              <a:extLst>
                <a:ext uri="{FF2B5EF4-FFF2-40B4-BE49-F238E27FC236}">
                  <a16:creationId xmlns:a16="http://schemas.microsoft.com/office/drawing/2014/main" id="{FAF0446C-7498-8B5D-2C7E-3CF348395CF4}"/>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solidFill>
              <a:srgbClr val="00B2A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grpSp>
    </p:spTree>
    <p:extLst>
      <p:ext uri="{BB962C8B-B14F-4D97-AF65-F5344CB8AC3E}">
        <p14:creationId xmlns:p14="http://schemas.microsoft.com/office/powerpoint/2010/main" val="2434836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409CA-97B8-B0F8-3198-F6ABE6B5766B}"/>
              </a:ext>
            </a:extLst>
          </p:cNvPr>
          <p:cNvSpPr>
            <a:spLocks noGrp="1"/>
          </p:cNvSpPr>
          <p:nvPr>
            <p:ph type="title" hasCustomPrompt="1"/>
          </p:nvPr>
        </p:nvSpPr>
        <p:spPr>
          <a:xfrm>
            <a:off x="1943101" y="1524001"/>
            <a:ext cx="8305800" cy="2317750"/>
          </a:xfrm>
        </p:spPr>
        <p:txBody>
          <a:bodyPr bIns="144000" anchor="b">
            <a:normAutofit/>
          </a:bodyPr>
          <a:lstStyle>
            <a:lvl1pPr algn="ctr">
              <a:defRPr sz="4400">
                <a:solidFill>
                  <a:schemeClr val="tx1"/>
                </a:solidFill>
              </a:defRPr>
            </a:lvl1pPr>
          </a:lstStyle>
          <a:p>
            <a:r>
              <a:rPr lang="en-US"/>
              <a:t>Click to Add Section Header, Use Font Size 44, Title Case</a:t>
            </a:r>
          </a:p>
        </p:txBody>
      </p:sp>
      <p:sp>
        <p:nvSpPr>
          <p:cNvPr id="3" name="Text Placeholder 2">
            <a:extLst>
              <a:ext uri="{FF2B5EF4-FFF2-40B4-BE49-F238E27FC236}">
                <a16:creationId xmlns:a16="http://schemas.microsoft.com/office/drawing/2014/main" id="{B36A54E0-8ABB-2A35-1DFF-800EF36C4776}"/>
              </a:ext>
            </a:extLst>
          </p:cNvPr>
          <p:cNvSpPr>
            <a:spLocks noGrp="1"/>
          </p:cNvSpPr>
          <p:nvPr>
            <p:ph type="body" idx="1" hasCustomPrompt="1"/>
          </p:nvPr>
        </p:nvSpPr>
        <p:spPr>
          <a:xfrm>
            <a:off x="1943101" y="3967163"/>
            <a:ext cx="8305800" cy="1222375"/>
          </a:xfrm>
        </p:spPr>
        <p:txBody>
          <a:bodyPr lIns="0" tIns="144000" rIns="0" bIns="0" anchor="t">
            <a:normAutofit/>
          </a:bodyPr>
          <a:lstStyle>
            <a:lvl1pPr marL="0" indent="0" algn="ctr">
              <a:buFont typeface="Verdana" panose="020B0604020202020204" pitchFamily="34" charset="0"/>
              <a:buNone/>
              <a:defRPr sz="180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subtitle, use font size 18, sentence case</a:t>
            </a:r>
          </a:p>
        </p:txBody>
      </p:sp>
      <p:sp>
        <p:nvSpPr>
          <p:cNvPr id="5" name="Footer Placeholder 4">
            <a:extLst>
              <a:ext uri="{FF2B5EF4-FFF2-40B4-BE49-F238E27FC236}">
                <a16:creationId xmlns:a16="http://schemas.microsoft.com/office/drawing/2014/main" id="{E09043EA-06F3-E7C8-3619-A6B5E520EF18}"/>
              </a:ext>
            </a:extLst>
          </p:cNvPr>
          <p:cNvSpPr>
            <a:spLocks noGrp="1"/>
          </p:cNvSpPr>
          <p:nvPr>
            <p:ph type="ftr" sz="quarter" idx="11"/>
          </p:nvPr>
        </p:nvSpPr>
        <p:spPr/>
        <p:txBody>
          <a:bodyPr/>
          <a:lstStyle/>
          <a:p>
            <a:pPr>
              <a:buClr>
                <a:schemeClr val="tx2"/>
              </a:buClr>
              <a:buSzPct val="120000"/>
              <a:buFont typeface="Verdana" panose="020F0502020204030204" pitchFamily="34" charset="0"/>
              <a:buNone/>
            </a:pPr>
            <a:endParaRPr lang="en-US"/>
          </a:p>
        </p:txBody>
      </p:sp>
      <p:sp>
        <p:nvSpPr>
          <p:cNvPr id="4" name="Date Placeholder 3">
            <a:extLst>
              <a:ext uri="{FF2B5EF4-FFF2-40B4-BE49-F238E27FC236}">
                <a16:creationId xmlns:a16="http://schemas.microsoft.com/office/drawing/2014/main" id="{CCD2B5DD-602C-C09D-A527-58CEA0D221BD}"/>
              </a:ext>
            </a:extLst>
          </p:cNvPr>
          <p:cNvSpPr>
            <a:spLocks noGrp="1"/>
          </p:cNvSpPr>
          <p:nvPr>
            <p:ph type="dt" sz="half" idx="10"/>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6" name="Slide Number Placeholder 5">
            <a:extLst>
              <a:ext uri="{FF2B5EF4-FFF2-40B4-BE49-F238E27FC236}">
                <a16:creationId xmlns:a16="http://schemas.microsoft.com/office/drawing/2014/main" id="{20D1C035-E909-A298-5D24-F7F53BF6AA5A}"/>
              </a:ext>
            </a:extLst>
          </p:cNvPr>
          <p:cNvSpPr>
            <a:spLocks noGrp="1"/>
          </p:cNvSpPr>
          <p:nvPr>
            <p:ph type="sldNum" sz="quarter" idx="12"/>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22" name="Graphic 10">
            <a:extLst>
              <a:ext uri="{FF2B5EF4-FFF2-40B4-BE49-F238E27FC236}">
                <a16:creationId xmlns:a16="http://schemas.microsoft.com/office/drawing/2014/main" id="{DBAE56D5-CD63-5D4E-B9FF-EAE8B58B7EA1}"/>
              </a:ext>
              <a:ext uri="{C183D7F6-B498-43B3-948B-1728B52AA6E4}">
                <adec:decorative xmlns:adec="http://schemas.microsoft.com/office/drawing/2017/decorative" val="1"/>
              </a:ext>
            </a:extLst>
          </p:cNvPr>
          <p:cNvSpPr/>
          <p:nvPr userDrawn="1"/>
        </p:nvSpPr>
        <p:spPr>
          <a:xfrm>
            <a:off x="1975069" y="-2202102"/>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23" name="Graphic 10">
            <a:extLst>
              <a:ext uri="{FF2B5EF4-FFF2-40B4-BE49-F238E27FC236}">
                <a16:creationId xmlns:a16="http://schemas.microsoft.com/office/drawing/2014/main" id="{6AC7A8BB-C756-3659-0DED-9270B362D8FA}"/>
              </a:ext>
              <a:ext uri="{C183D7F6-B498-43B3-948B-1728B52AA6E4}">
                <adec:decorative xmlns:adec="http://schemas.microsoft.com/office/drawing/2017/decorative" val="1"/>
              </a:ext>
            </a:extLst>
          </p:cNvPr>
          <p:cNvSpPr/>
          <p:nvPr userDrawn="1"/>
        </p:nvSpPr>
        <p:spPr>
          <a:xfrm>
            <a:off x="1576725" y="-1951600"/>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24" name="Graphic 10">
            <a:extLst>
              <a:ext uri="{FF2B5EF4-FFF2-40B4-BE49-F238E27FC236}">
                <a16:creationId xmlns:a16="http://schemas.microsoft.com/office/drawing/2014/main" id="{FAC4647B-235D-5BF6-95EB-20961F66826D}"/>
              </a:ext>
              <a:ext uri="{C183D7F6-B498-43B3-948B-1728B52AA6E4}">
                <adec:decorative xmlns:adec="http://schemas.microsoft.com/office/drawing/2017/decorative" val="1"/>
              </a:ext>
            </a:extLst>
          </p:cNvPr>
          <p:cNvSpPr/>
          <p:nvPr userDrawn="1"/>
        </p:nvSpPr>
        <p:spPr>
          <a:xfrm>
            <a:off x="1178380" y="-1701098"/>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25" name="Graphic 10">
            <a:extLst>
              <a:ext uri="{FF2B5EF4-FFF2-40B4-BE49-F238E27FC236}">
                <a16:creationId xmlns:a16="http://schemas.microsoft.com/office/drawing/2014/main" id="{AA74202D-78F9-8EDD-1816-7A87015B3289}"/>
              </a:ext>
              <a:ext uri="{C183D7F6-B498-43B3-948B-1728B52AA6E4}">
                <adec:decorative xmlns:adec="http://schemas.microsoft.com/office/drawing/2017/decorative" val="1"/>
              </a:ext>
            </a:extLst>
          </p:cNvPr>
          <p:cNvSpPr/>
          <p:nvPr userDrawn="1"/>
        </p:nvSpPr>
        <p:spPr>
          <a:xfrm>
            <a:off x="780035" y="-1450595"/>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28" name="Graphic 10">
            <a:extLst>
              <a:ext uri="{FF2B5EF4-FFF2-40B4-BE49-F238E27FC236}">
                <a16:creationId xmlns:a16="http://schemas.microsoft.com/office/drawing/2014/main" id="{819B3FE4-A0D7-39B8-6C46-FD8F8CA8B994}"/>
              </a:ext>
              <a:ext uri="{C183D7F6-B498-43B3-948B-1728B52AA6E4}">
                <adec:decorative xmlns:adec="http://schemas.microsoft.com/office/drawing/2017/decorative" val="1"/>
              </a:ext>
            </a:extLst>
          </p:cNvPr>
          <p:cNvSpPr/>
          <p:nvPr userDrawn="1"/>
        </p:nvSpPr>
        <p:spPr>
          <a:xfrm>
            <a:off x="381690" y="-1200093"/>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30" name="Graphic 10">
            <a:extLst>
              <a:ext uri="{FF2B5EF4-FFF2-40B4-BE49-F238E27FC236}">
                <a16:creationId xmlns:a16="http://schemas.microsoft.com/office/drawing/2014/main" id="{B0E4605A-60DD-0717-8340-903B3B05167A}"/>
              </a:ext>
              <a:ext uri="{C183D7F6-B498-43B3-948B-1728B52AA6E4}">
                <adec:decorative xmlns:adec="http://schemas.microsoft.com/office/drawing/2017/decorative" val="1"/>
              </a:ext>
            </a:extLst>
          </p:cNvPr>
          <p:cNvSpPr/>
          <p:nvPr userDrawn="1"/>
        </p:nvSpPr>
        <p:spPr>
          <a:xfrm>
            <a:off x="-16654" y="-949591"/>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37" name="Graphic 10">
            <a:extLst>
              <a:ext uri="{FF2B5EF4-FFF2-40B4-BE49-F238E27FC236}">
                <a16:creationId xmlns:a16="http://schemas.microsoft.com/office/drawing/2014/main" id="{0F0174C8-989A-9DAA-C065-74AF69F84B35}"/>
              </a:ext>
              <a:ext uri="{C183D7F6-B498-43B3-948B-1728B52AA6E4}">
                <adec:decorative xmlns:adec="http://schemas.microsoft.com/office/drawing/2017/decorative" val="1"/>
              </a:ext>
            </a:extLst>
          </p:cNvPr>
          <p:cNvSpPr/>
          <p:nvPr userDrawn="1"/>
        </p:nvSpPr>
        <p:spPr>
          <a:xfrm>
            <a:off x="2373414" y="-2452604"/>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38" name="Graphic 10">
            <a:extLst>
              <a:ext uri="{FF2B5EF4-FFF2-40B4-BE49-F238E27FC236}">
                <a16:creationId xmlns:a16="http://schemas.microsoft.com/office/drawing/2014/main" id="{FAB7FE08-4371-D71D-431F-C2783877B07A}"/>
              </a:ext>
              <a:ext uri="{C183D7F6-B498-43B3-948B-1728B52AA6E4}">
                <adec:decorative xmlns:adec="http://schemas.microsoft.com/office/drawing/2017/decorative" val="1"/>
              </a:ext>
            </a:extLst>
          </p:cNvPr>
          <p:cNvSpPr/>
          <p:nvPr userDrawn="1"/>
        </p:nvSpPr>
        <p:spPr>
          <a:xfrm>
            <a:off x="2771759" y="-2703107"/>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39" name="Graphic 10">
            <a:extLst>
              <a:ext uri="{FF2B5EF4-FFF2-40B4-BE49-F238E27FC236}">
                <a16:creationId xmlns:a16="http://schemas.microsoft.com/office/drawing/2014/main" id="{2C1734BA-229D-CE09-3CAF-96446789BAE0}"/>
              </a:ext>
              <a:ext uri="{C183D7F6-B498-43B3-948B-1728B52AA6E4}">
                <adec:decorative xmlns:adec="http://schemas.microsoft.com/office/drawing/2017/decorative" val="1"/>
              </a:ext>
            </a:extLst>
          </p:cNvPr>
          <p:cNvSpPr/>
          <p:nvPr userDrawn="1"/>
        </p:nvSpPr>
        <p:spPr>
          <a:xfrm>
            <a:off x="3170104" y="-2953609"/>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66" name="Graphic 10">
            <a:extLst>
              <a:ext uri="{FF2B5EF4-FFF2-40B4-BE49-F238E27FC236}">
                <a16:creationId xmlns:a16="http://schemas.microsoft.com/office/drawing/2014/main" id="{FEF74314-4F88-482A-AF57-3CAD0BE441E5}"/>
              </a:ext>
              <a:ext uri="{C183D7F6-B498-43B3-948B-1728B52AA6E4}">
                <adec:decorative xmlns:adec="http://schemas.microsoft.com/office/drawing/2017/decorative" val="1"/>
              </a:ext>
            </a:extLst>
          </p:cNvPr>
          <p:cNvSpPr/>
          <p:nvPr userDrawn="1"/>
        </p:nvSpPr>
        <p:spPr>
          <a:xfrm>
            <a:off x="-414999" y="-699097"/>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74" name="Graphic 10">
            <a:extLst>
              <a:ext uri="{FF2B5EF4-FFF2-40B4-BE49-F238E27FC236}">
                <a16:creationId xmlns:a16="http://schemas.microsoft.com/office/drawing/2014/main" id="{37B0440A-8F5A-0E6B-1EA1-2A10CF4B31B4}"/>
              </a:ext>
              <a:ext uri="{C183D7F6-B498-43B3-948B-1728B52AA6E4}">
                <adec:decorative xmlns:adec="http://schemas.microsoft.com/office/drawing/2017/decorative" val="1"/>
              </a:ext>
            </a:extLst>
          </p:cNvPr>
          <p:cNvSpPr/>
          <p:nvPr userDrawn="1"/>
        </p:nvSpPr>
        <p:spPr>
          <a:xfrm>
            <a:off x="10615629" y="5410669"/>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75" name="Graphic 10">
            <a:extLst>
              <a:ext uri="{FF2B5EF4-FFF2-40B4-BE49-F238E27FC236}">
                <a16:creationId xmlns:a16="http://schemas.microsoft.com/office/drawing/2014/main" id="{10500C62-0236-970B-FA42-C008D33A5829}"/>
              </a:ext>
              <a:ext uri="{C183D7F6-B498-43B3-948B-1728B52AA6E4}">
                <adec:decorative xmlns:adec="http://schemas.microsoft.com/office/drawing/2017/decorative" val="1"/>
              </a:ext>
            </a:extLst>
          </p:cNvPr>
          <p:cNvSpPr/>
          <p:nvPr userDrawn="1"/>
        </p:nvSpPr>
        <p:spPr>
          <a:xfrm>
            <a:off x="10217284" y="5661171"/>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76" name="Graphic 10">
            <a:extLst>
              <a:ext uri="{FF2B5EF4-FFF2-40B4-BE49-F238E27FC236}">
                <a16:creationId xmlns:a16="http://schemas.microsoft.com/office/drawing/2014/main" id="{1A71913C-7FB4-10CE-ABE3-2331F31E8F12}"/>
              </a:ext>
              <a:ext uri="{C183D7F6-B498-43B3-948B-1728B52AA6E4}">
                <adec:decorative xmlns:adec="http://schemas.microsoft.com/office/drawing/2017/decorative" val="1"/>
              </a:ext>
            </a:extLst>
          </p:cNvPr>
          <p:cNvSpPr/>
          <p:nvPr userDrawn="1"/>
        </p:nvSpPr>
        <p:spPr>
          <a:xfrm>
            <a:off x="9818939" y="5911673"/>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77" name="Graphic 10">
            <a:extLst>
              <a:ext uri="{FF2B5EF4-FFF2-40B4-BE49-F238E27FC236}">
                <a16:creationId xmlns:a16="http://schemas.microsoft.com/office/drawing/2014/main" id="{01F13630-1564-93B0-DE5F-1C42AECB7D44}"/>
              </a:ext>
              <a:ext uri="{C183D7F6-B498-43B3-948B-1728B52AA6E4}">
                <adec:decorative xmlns:adec="http://schemas.microsoft.com/office/drawing/2017/decorative" val="1"/>
              </a:ext>
            </a:extLst>
          </p:cNvPr>
          <p:cNvSpPr/>
          <p:nvPr userDrawn="1"/>
        </p:nvSpPr>
        <p:spPr>
          <a:xfrm>
            <a:off x="9420594" y="6162175"/>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78" name="Graphic 10">
            <a:extLst>
              <a:ext uri="{FF2B5EF4-FFF2-40B4-BE49-F238E27FC236}">
                <a16:creationId xmlns:a16="http://schemas.microsoft.com/office/drawing/2014/main" id="{6B4DD9EE-616C-3ADC-61D2-8E07EDFBD9DC}"/>
              </a:ext>
              <a:ext uri="{C183D7F6-B498-43B3-948B-1728B52AA6E4}">
                <adec:decorative xmlns:adec="http://schemas.microsoft.com/office/drawing/2017/decorative" val="1"/>
              </a:ext>
            </a:extLst>
          </p:cNvPr>
          <p:cNvSpPr/>
          <p:nvPr userDrawn="1"/>
        </p:nvSpPr>
        <p:spPr>
          <a:xfrm>
            <a:off x="9022250" y="6412677"/>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80" name="Graphic 10">
            <a:extLst>
              <a:ext uri="{FF2B5EF4-FFF2-40B4-BE49-F238E27FC236}">
                <a16:creationId xmlns:a16="http://schemas.microsoft.com/office/drawing/2014/main" id="{3C24CB1B-A3A0-9E79-AF74-F660D8A3EAB5}"/>
              </a:ext>
              <a:ext uri="{C183D7F6-B498-43B3-948B-1728B52AA6E4}">
                <adec:decorative xmlns:adec="http://schemas.microsoft.com/office/drawing/2017/decorative" val="1"/>
              </a:ext>
            </a:extLst>
          </p:cNvPr>
          <p:cNvSpPr/>
          <p:nvPr userDrawn="1"/>
        </p:nvSpPr>
        <p:spPr>
          <a:xfrm>
            <a:off x="8623905" y="6663179"/>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81" name="Graphic 10">
            <a:extLst>
              <a:ext uri="{FF2B5EF4-FFF2-40B4-BE49-F238E27FC236}">
                <a16:creationId xmlns:a16="http://schemas.microsoft.com/office/drawing/2014/main" id="{A357B5C8-1A81-454A-50F3-BBBE2577F20C}"/>
              </a:ext>
              <a:ext uri="{C183D7F6-B498-43B3-948B-1728B52AA6E4}">
                <adec:decorative xmlns:adec="http://schemas.microsoft.com/office/drawing/2017/decorative" val="1"/>
              </a:ext>
            </a:extLst>
          </p:cNvPr>
          <p:cNvSpPr/>
          <p:nvPr userDrawn="1"/>
        </p:nvSpPr>
        <p:spPr>
          <a:xfrm>
            <a:off x="11013973" y="5160166"/>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82" name="Graphic 10">
            <a:extLst>
              <a:ext uri="{FF2B5EF4-FFF2-40B4-BE49-F238E27FC236}">
                <a16:creationId xmlns:a16="http://schemas.microsoft.com/office/drawing/2014/main" id="{CE249406-3872-BD78-8EB6-FC4DC6A9D1E9}"/>
              </a:ext>
              <a:ext uri="{C183D7F6-B498-43B3-948B-1728B52AA6E4}">
                <adec:decorative xmlns:adec="http://schemas.microsoft.com/office/drawing/2017/decorative" val="1"/>
              </a:ext>
            </a:extLst>
          </p:cNvPr>
          <p:cNvSpPr/>
          <p:nvPr userDrawn="1"/>
        </p:nvSpPr>
        <p:spPr>
          <a:xfrm>
            <a:off x="11412318" y="4909664"/>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83" name="Graphic 10">
            <a:extLst>
              <a:ext uri="{FF2B5EF4-FFF2-40B4-BE49-F238E27FC236}">
                <a16:creationId xmlns:a16="http://schemas.microsoft.com/office/drawing/2014/main" id="{6F4F5ABE-9562-2A6F-18A5-C932EB869838}"/>
              </a:ext>
              <a:ext uri="{C183D7F6-B498-43B3-948B-1728B52AA6E4}">
                <adec:decorative xmlns:adec="http://schemas.microsoft.com/office/drawing/2017/decorative" val="1"/>
              </a:ext>
            </a:extLst>
          </p:cNvPr>
          <p:cNvSpPr/>
          <p:nvPr userDrawn="1"/>
        </p:nvSpPr>
        <p:spPr>
          <a:xfrm>
            <a:off x="11810663" y="4659162"/>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85" name="Graphic 10">
            <a:extLst>
              <a:ext uri="{FF2B5EF4-FFF2-40B4-BE49-F238E27FC236}">
                <a16:creationId xmlns:a16="http://schemas.microsoft.com/office/drawing/2014/main" id="{A73426FB-FD72-BC03-F20F-E76F136492F8}"/>
              </a:ext>
              <a:ext uri="{C183D7F6-B498-43B3-948B-1728B52AA6E4}">
                <adec:decorative xmlns:adec="http://schemas.microsoft.com/office/drawing/2017/decorative" val="1"/>
              </a:ext>
            </a:extLst>
          </p:cNvPr>
          <p:cNvSpPr/>
          <p:nvPr userDrawn="1"/>
        </p:nvSpPr>
        <p:spPr>
          <a:xfrm>
            <a:off x="8225560" y="6913673"/>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120" name="Graphic 10">
            <a:extLst>
              <a:ext uri="{FF2B5EF4-FFF2-40B4-BE49-F238E27FC236}">
                <a16:creationId xmlns:a16="http://schemas.microsoft.com/office/drawing/2014/main" id="{2C968F0D-B3F6-A00C-0887-C01C4B388E73}"/>
              </a:ext>
              <a:ext uri="{C183D7F6-B498-43B3-948B-1728B52AA6E4}">
                <adec:decorative xmlns:adec="http://schemas.microsoft.com/office/drawing/2017/decorative" val="1"/>
              </a:ext>
            </a:extLst>
          </p:cNvPr>
          <p:cNvSpPr/>
          <p:nvPr userDrawn="1"/>
        </p:nvSpPr>
        <p:spPr>
          <a:xfrm>
            <a:off x="12208965" y="4391504"/>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121" name="Graphic 10">
            <a:extLst>
              <a:ext uri="{FF2B5EF4-FFF2-40B4-BE49-F238E27FC236}">
                <a16:creationId xmlns:a16="http://schemas.microsoft.com/office/drawing/2014/main" id="{9B3E001F-87BE-4DA6-FD38-52A968A711C6}"/>
              </a:ext>
              <a:ext uri="{C183D7F6-B498-43B3-948B-1728B52AA6E4}">
                <adec:decorative xmlns:adec="http://schemas.microsoft.com/office/drawing/2017/decorative" val="1"/>
              </a:ext>
            </a:extLst>
          </p:cNvPr>
          <p:cNvSpPr/>
          <p:nvPr userDrawn="1"/>
        </p:nvSpPr>
        <p:spPr>
          <a:xfrm>
            <a:off x="-813301" y="-436366"/>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Tree>
    <p:extLst>
      <p:ext uri="{BB962C8B-B14F-4D97-AF65-F5344CB8AC3E}">
        <p14:creationId xmlns:p14="http://schemas.microsoft.com/office/powerpoint/2010/main" val="537198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250"/>
                                        <p:tgtEl>
                                          <p:spTgt spid="6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250"/>
                                        <p:tgtEl>
                                          <p:spTgt spid="3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250"/>
                                        <p:tgtEl>
                                          <p:spTgt spid="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250"/>
                                        <p:tgtEl>
                                          <p:spTgt spid="2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250"/>
                                        <p:tgtEl>
                                          <p:spTgt spid="2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250"/>
                                        <p:tgtEl>
                                          <p:spTgt spid="2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7"/>
                                        </p:tgtEl>
                                        <p:attrNameLst>
                                          <p:attrName>style.visibility</p:attrName>
                                        </p:attrNameLst>
                                      </p:cBhvr>
                                      <p:to>
                                        <p:strVal val="visible"/>
                                      </p:to>
                                    </p:set>
                                    <p:animEffect transition="in" filter="fade">
                                      <p:cBhvr>
                                        <p:cTn id="28" dur="250"/>
                                        <p:tgtEl>
                                          <p:spTgt spid="3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250"/>
                                        <p:tgtEl>
                                          <p:spTgt spid="3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fade">
                                      <p:cBhvr>
                                        <p:cTn id="34" dur="250"/>
                                        <p:tgtEl>
                                          <p:spTgt spid="3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21"/>
                                        </p:tgtEl>
                                        <p:attrNameLst>
                                          <p:attrName>style.visibility</p:attrName>
                                        </p:attrNameLst>
                                      </p:cBhvr>
                                      <p:to>
                                        <p:strVal val="visible"/>
                                      </p:to>
                                    </p:set>
                                    <p:animEffect transition="in" filter="fade">
                                      <p:cBhvr>
                                        <p:cTn id="37" dur="250"/>
                                        <p:tgtEl>
                                          <p:spTgt spid="121"/>
                                        </p:tgtEl>
                                      </p:cBhvr>
                                    </p:animEffect>
                                  </p:childTnLst>
                                </p:cTn>
                              </p:par>
                              <p:par>
                                <p:cTn id="38" presetID="64" presetClass="path" presetSubtype="0" accel="50000" decel="50000" fill="hold" grpId="1" nodeType="withEffect">
                                  <p:stCondLst>
                                    <p:cond delay="0"/>
                                  </p:stCondLst>
                                  <p:childTnLst>
                                    <p:animMotion origin="layout" path="M 2.08333E-6 -2.22222E-6 L -0.03268 0.0382 " pathEditMode="relative" rAng="0" ptsTypes="AA">
                                      <p:cBhvr>
                                        <p:cTn id="39" dur="1500" spd="-100000" fill="hold"/>
                                        <p:tgtEl>
                                          <p:spTgt spid="66"/>
                                        </p:tgtEl>
                                        <p:attrNameLst>
                                          <p:attrName>ppt_x</p:attrName>
                                          <p:attrName>ppt_y</p:attrName>
                                        </p:attrNameLst>
                                      </p:cBhvr>
                                      <p:rCtr x="-1628" y="1898"/>
                                    </p:animMotion>
                                  </p:childTnLst>
                                </p:cTn>
                              </p:par>
                              <p:par>
                                <p:cTn id="40" presetID="64" presetClass="path" presetSubtype="0" accel="50000" decel="50000" fill="hold" grpId="1" nodeType="withEffect">
                                  <p:stCondLst>
                                    <p:cond delay="0"/>
                                  </p:stCondLst>
                                  <p:childTnLst>
                                    <p:animMotion origin="layout" path="M 6.93889E-18 1.85185E-6 L -0.06536 0.07477 " pathEditMode="relative" rAng="0" ptsTypes="AA">
                                      <p:cBhvr>
                                        <p:cTn id="41" dur="1500" spd="-100000" fill="hold"/>
                                        <p:tgtEl>
                                          <p:spTgt spid="30"/>
                                        </p:tgtEl>
                                        <p:attrNameLst>
                                          <p:attrName>ppt_x</p:attrName>
                                          <p:attrName>ppt_y</p:attrName>
                                        </p:attrNameLst>
                                      </p:cBhvr>
                                      <p:rCtr x="-3268" y="3727"/>
                                    </p:animMotion>
                                  </p:childTnLst>
                                </p:cTn>
                              </p:par>
                              <p:par>
                                <p:cTn id="42" presetID="64" presetClass="path" presetSubtype="0" accel="50000" decel="50000" fill="hold" grpId="1" nodeType="withEffect">
                                  <p:stCondLst>
                                    <p:cond delay="0"/>
                                  </p:stCondLst>
                                  <p:childTnLst>
                                    <p:animMotion origin="layout" path="M -2.29167E-6 -4.07407E-6 L -0.09804 0.11135 " pathEditMode="relative" rAng="0" ptsTypes="AA">
                                      <p:cBhvr>
                                        <p:cTn id="43" dur="1500" spd="-100000" fill="hold"/>
                                        <p:tgtEl>
                                          <p:spTgt spid="28"/>
                                        </p:tgtEl>
                                        <p:attrNameLst>
                                          <p:attrName>ppt_x</p:attrName>
                                          <p:attrName>ppt_y</p:attrName>
                                        </p:attrNameLst>
                                      </p:cBhvr>
                                      <p:rCtr x="-4909" y="5556"/>
                                    </p:animMotion>
                                  </p:childTnLst>
                                </p:cTn>
                              </p:par>
                              <p:par>
                                <p:cTn id="44" presetID="64" presetClass="path" presetSubtype="0" accel="50000" decel="50000" fill="hold" grpId="1" nodeType="withEffect">
                                  <p:stCondLst>
                                    <p:cond delay="0"/>
                                  </p:stCondLst>
                                  <p:childTnLst>
                                    <p:animMotion origin="layout" path="M -4.58333E-6 -1.48148E-6 L -0.13072 0.14792 " pathEditMode="relative" rAng="0" ptsTypes="AA">
                                      <p:cBhvr>
                                        <p:cTn id="45" dur="1500" spd="-100000" fill="hold"/>
                                        <p:tgtEl>
                                          <p:spTgt spid="25"/>
                                        </p:tgtEl>
                                        <p:attrNameLst>
                                          <p:attrName>ppt_x</p:attrName>
                                          <p:attrName>ppt_y</p:attrName>
                                        </p:attrNameLst>
                                      </p:cBhvr>
                                      <p:rCtr x="-6536" y="7384"/>
                                    </p:animMotion>
                                  </p:childTnLst>
                                </p:cTn>
                              </p:par>
                              <p:par>
                                <p:cTn id="46" presetID="64" presetClass="path" presetSubtype="0" accel="50000" decel="50000" fill="hold" grpId="1" nodeType="withEffect">
                                  <p:stCondLst>
                                    <p:cond delay="0"/>
                                  </p:stCondLst>
                                  <p:childTnLst>
                                    <p:animMotion origin="layout" path="M 3.125E-6 2.59259E-6 L -0.16341 0.18449 " pathEditMode="relative" rAng="0" ptsTypes="AA">
                                      <p:cBhvr>
                                        <p:cTn id="47" dur="1500" spd="-100000" fill="hold"/>
                                        <p:tgtEl>
                                          <p:spTgt spid="24"/>
                                        </p:tgtEl>
                                        <p:attrNameLst>
                                          <p:attrName>ppt_x</p:attrName>
                                          <p:attrName>ppt_y</p:attrName>
                                        </p:attrNameLst>
                                      </p:cBhvr>
                                      <p:rCtr x="-8177" y="9213"/>
                                    </p:animMotion>
                                  </p:childTnLst>
                                </p:cTn>
                              </p:par>
                              <p:par>
                                <p:cTn id="48" presetID="64" presetClass="path" presetSubtype="0" accel="50000" decel="50000" fill="hold" grpId="1" nodeType="withEffect">
                                  <p:stCondLst>
                                    <p:cond delay="0"/>
                                  </p:stCondLst>
                                  <p:childTnLst>
                                    <p:animMotion origin="layout" path="M 8.33333E-7 -4.81481E-6 L -0.19609 0.22084 " pathEditMode="relative" rAng="0" ptsTypes="AA">
                                      <p:cBhvr>
                                        <p:cTn id="49" dur="1500" spd="-100000" fill="hold"/>
                                        <p:tgtEl>
                                          <p:spTgt spid="23"/>
                                        </p:tgtEl>
                                        <p:attrNameLst>
                                          <p:attrName>ppt_x</p:attrName>
                                          <p:attrName>ppt_y</p:attrName>
                                        </p:attrNameLst>
                                      </p:cBhvr>
                                      <p:rCtr x="-9805" y="11042"/>
                                    </p:animMotion>
                                  </p:childTnLst>
                                </p:cTn>
                              </p:par>
                              <p:par>
                                <p:cTn id="50" presetID="64" presetClass="path" presetSubtype="0" accel="50000" decel="50000" fill="hold" grpId="1" nodeType="withEffect">
                                  <p:stCondLst>
                                    <p:cond delay="0"/>
                                  </p:stCondLst>
                                  <p:childTnLst>
                                    <p:animMotion origin="layout" path="M -1.45833E-6 -7.40741E-7 L -0.22864 0.25741 " pathEditMode="relative" rAng="0" ptsTypes="AA">
                                      <p:cBhvr>
                                        <p:cTn id="51" dur="1500" spd="-100000" fill="hold"/>
                                        <p:tgtEl>
                                          <p:spTgt spid="22"/>
                                        </p:tgtEl>
                                        <p:attrNameLst>
                                          <p:attrName>ppt_x</p:attrName>
                                          <p:attrName>ppt_y</p:attrName>
                                        </p:attrNameLst>
                                      </p:cBhvr>
                                      <p:rCtr x="-11432" y="12870"/>
                                    </p:animMotion>
                                  </p:childTnLst>
                                </p:cTn>
                              </p:par>
                              <p:par>
                                <p:cTn id="52" presetID="64" presetClass="path" presetSubtype="0" accel="50000" decel="50000" fill="hold" grpId="1" nodeType="withEffect">
                                  <p:stCondLst>
                                    <p:cond delay="0"/>
                                  </p:stCondLst>
                                  <p:childTnLst>
                                    <p:animMotion origin="layout" path="M -3.75E-6 3.33333E-6 L -0.26132 0.29398 " pathEditMode="relative" rAng="0" ptsTypes="AA">
                                      <p:cBhvr>
                                        <p:cTn id="53" dur="1500" spd="-100000" fill="hold"/>
                                        <p:tgtEl>
                                          <p:spTgt spid="37"/>
                                        </p:tgtEl>
                                        <p:attrNameLst>
                                          <p:attrName>ppt_x</p:attrName>
                                          <p:attrName>ppt_y</p:attrName>
                                        </p:attrNameLst>
                                      </p:cBhvr>
                                      <p:rCtr x="-13073" y="14699"/>
                                    </p:animMotion>
                                  </p:childTnLst>
                                </p:cTn>
                              </p:par>
                              <p:par>
                                <p:cTn id="54" presetID="64" presetClass="path" presetSubtype="0" accel="50000" decel="50000" fill="hold" grpId="1" nodeType="withEffect">
                                  <p:stCondLst>
                                    <p:cond delay="0"/>
                                  </p:stCondLst>
                                  <p:childTnLst>
                                    <p:animMotion origin="layout" path="M 3.95833E-6 -2.59259E-6 L -0.29401 0.33056 " pathEditMode="relative" rAng="0" ptsTypes="AA">
                                      <p:cBhvr>
                                        <p:cTn id="55" dur="1500" spd="-100000" fill="hold"/>
                                        <p:tgtEl>
                                          <p:spTgt spid="38"/>
                                        </p:tgtEl>
                                        <p:attrNameLst>
                                          <p:attrName>ppt_x</p:attrName>
                                          <p:attrName>ppt_y</p:attrName>
                                        </p:attrNameLst>
                                      </p:cBhvr>
                                      <p:rCtr x="-14701" y="16528"/>
                                    </p:animMotion>
                                  </p:childTnLst>
                                </p:cTn>
                              </p:par>
                              <p:par>
                                <p:cTn id="56" presetID="64" presetClass="path" presetSubtype="0" accel="50000" decel="50000" fill="hold" grpId="1" nodeType="withEffect">
                                  <p:stCondLst>
                                    <p:cond delay="0"/>
                                  </p:stCondLst>
                                  <p:childTnLst>
                                    <p:animMotion origin="layout" path="M 1.66667E-6 1.48148E-6 L -0.32669 0.36713 " pathEditMode="relative" rAng="0" ptsTypes="AA">
                                      <p:cBhvr>
                                        <p:cTn id="57" dur="1500" spd="-100000" fill="hold"/>
                                        <p:tgtEl>
                                          <p:spTgt spid="39"/>
                                        </p:tgtEl>
                                        <p:attrNameLst>
                                          <p:attrName>ppt_x</p:attrName>
                                          <p:attrName>ppt_y</p:attrName>
                                        </p:attrNameLst>
                                      </p:cBhvr>
                                      <p:rCtr x="-16341" y="18356"/>
                                    </p:animMotion>
                                  </p:childTnLst>
                                </p:cTn>
                              </p:par>
                              <p:par>
                                <p:cTn id="58" presetID="10" presetClass="entr" presetSubtype="0" fill="hold" grpId="0" nodeType="withEffect">
                                  <p:stCondLst>
                                    <p:cond delay="250"/>
                                  </p:stCondLst>
                                  <p:childTnLst>
                                    <p:set>
                                      <p:cBhvr>
                                        <p:cTn id="59" dur="1" fill="hold">
                                          <p:stCondLst>
                                            <p:cond delay="0"/>
                                          </p:stCondLst>
                                        </p:cTn>
                                        <p:tgtEl>
                                          <p:spTgt spid="83"/>
                                        </p:tgtEl>
                                        <p:attrNameLst>
                                          <p:attrName>style.visibility</p:attrName>
                                        </p:attrNameLst>
                                      </p:cBhvr>
                                      <p:to>
                                        <p:strVal val="visible"/>
                                      </p:to>
                                    </p:set>
                                    <p:animEffect transition="in" filter="fade">
                                      <p:cBhvr>
                                        <p:cTn id="60" dur="250"/>
                                        <p:tgtEl>
                                          <p:spTgt spid="83"/>
                                        </p:tgtEl>
                                      </p:cBhvr>
                                    </p:animEffect>
                                  </p:childTnLst>
                                </p:cTn>
                              </p:par>
                              <p:par>
                                <p:cTn id="61" presetID="10" presetClass="entr" presetSubtype="0" fill="hold" grpId="0" nodeType="withEffect">
                                  <p:stCondLst>
                                    <p:cond delay="250"/>
                                  </p:stCondLst>
                                  <p:childTnLst>
                                    <p:set>
                                      <p:cBhvr>
                                        <p:cTn id="62" dur="1" fill="hold">
                                          <p:stCondLst>
                                            <p:cond delay="0"/>
                                          </p:stCondLst>
                                        </p:cTn>
                                        <p:tgtEl>
                                          <p:spTgt spid="82"/>
                                        </p:tgtEl>
                                        <p:attrNameLst>
                                          <p:attrName>style.visibility</p:attrName>
                                        </p:attrNameLst>
                                      </p:cBhvr>
                                      <p:to>
                                        <p:strVal val="visible"/>
                                      </p:to>
                                    </p:set>
                                    <p:animEffect transition="in" filter="fade">
                                      <p:cBhvr>
                                        <p:cTn id="63" dur="250"/>
                                        <p:tgtEl>
                                          <p:spTgt spid="82"/>
                                        </p:tgtEl>
                                      </p:cBhvr>
                                    </p:animEffect>
                                  </p:childTnLst>
                                </p:cTn>
                              </p:par>
                              <p:par>
                                <p:cTn id="64" presetID="10" presetClass="entr" presetSubtype="0" fill="hold" grpId="0" nodeType="withEffect">
                                  <p:stCondLst>
                                    <p:cond delay="250"/>
                                  </p:stCondLst>
                                  <p:childTnLst>
                                    <p:set>
                                      <p:cBhvr>
                                        <p:cTn id="65" dur="1" fill="hold">
                                          <p:stCondLst>
                                            <p:cond delay="0"/>
                                          </p:stCondLst>
                                        </p:cTn>
                                        <p:tgtEl>
                                          <p:spTgt spid="81"/>
                                        </p:tgtEl>
                                        <p:attrNameLst>
                                          <p:attrName>style.visibility</p:attrName>
                                        </p:attrNameLst>
                                      </p:cBhvr>
                                      <p:to>
                                        <p:strVal val="visible"/>
                                      </p:to>
                                    </p:set>
                                    <p:animEffect transition="in" filter="fade">
                                      <p:cBhvr>
                                        <p:cTn id="66" dur="250"/>
                                        <p:tgtEl>
                                          <p:spTgt spid="81"/>
                                        </p:tgtEl>
                                      </p:cBhvr>
                                    </p:animEffect>
                                  </p:childTnLst>
                                </p:cTn>
                              </p:par>
                              <p:par>
                                <p:cTn id="67" presetID="10" presetClass="entr" presetSubtype="0" fill="hold" grpId="0" nodeType="withEffect">
                                  <p:stCondLst>
                                    <p:cond delay="250"/>
                                  </p:stCondLst>
                                  <p:childTnLst>
                                    <p:set>
                                      <p:cBhvr>
                                        <p:cTn id="68" dur="1" fill="hold">
                                          <p:stCondLst>
                                            <p:cond delay="0"/>
                                          </p:stCondLst>
                                        </p:cTn>
                                        <p:tgtEl>
                                          <p:spTgt spid="74"/>
                                        </p:tgtEl>
                                        <p:attrNameLst>
                                          <p:attrName>style.visibility</p:attrName>
                                        </p:attrNameLst>
                                      </p:cBhvr>
                                      <p:to>
                                        <p:strVal val="visible"/>
                                      </p:to>
                                    </p:set>
                                    <p:animEffect transition="in" filter="fade">
                                      <p:cBhvr>
                                        <p:cTn id="69" dur="250"/>
                                        <p:tgtEl>
                                          <p:spTgt spid="74"/>
                                        </p:tgtEl>
                                      </p:cBhvr>
                                    </p:animEffect>
                                  </p:childTnLst>
                                </p:cTn>
                              </p:par>
                              <p:par>
                                <p:cTn id="70" presetID="10" presetClass="entr" presetSubtype="0" fill="hold" grpId="0" nodeType="withEffect">
                                  <p:stCondLst>
                                    <p:cond delay="250"/>
                                  </p:stCondLst>
                                  <p:childTnLst>
                                    <p:set>
                                      <p:cBhvr>
                                        <p:cTn id="71" dur="1" fill="hold">
                                          <p:stCondLst>
                                            <p:cond delay="0"/>
                                          </p:stCondLst>
                                        </p:cTn>
                                        <p:tgtEl>
                                          <p:spTgt spid="75"/>
                                        </p:tgtEl>
                                        <p:attrNameLst>
                                          <p:attrName>style.visibility</p:attrName>
                                        </p:attrNameLst>
                                      </p:cBhvr>
                                      <p:to>
                                        <p:strVal val="visible"/>
                                      </p:to>
                                    </p:set>
                                    <p:animEffect transition="in" filter="fade">
                                      <p:cBhvr>
                                        <p:cTn id="72" dur="250"/>
                                        <p:tgtEl>
                                          <p:spTgt spid="75"/>
                                        </p:tgtEl>
                                      </p:cBhvr>
                                    </p:animEffect>
                                  </p:childTnLst>
                                </p:cTn>
                              </p:par>
                              <p:par>
                                <p:cTn id="73" presetID="10" presetClass="entr" presetSubtype="0" fill="hold" grpId="0" nodeType="withEffect">
                                  <p:stCondLst>
                                    <p:cond delay="250"/>
                                  </p:stCondLst>
                                  <p:childTnLst>
                                    <p:set>
                                      <p:cBhvr>
                                        <p:cTn id="74" dur="1" fill="hold">
                                          <p:stCondLst>
                                            <p:cond delay="0"/>
                                          </p:stCondLst>
                                        </p:cTn>
                                        <p:tgtEl>
                                          <p:spTgt spid="76"/>
                                        </p:tgtEl>
                                        <p:attrNameLst>
                                          <p:attrName>style.visibility</p:attrName>
                                        </p:attrNameLst>
                                      </p:cBhvr>
                                      <p:to>
                                        <p:strVal val="visible"/>
                                      </p:to>
                                    </p:set>
                                    <p:animEffect transition="in" filter="fade">
                                      <p:cBhvr>
                                        <p:cTn id="75" dur="250"/>
                                        <p:tgtEl>
                                          <p:spTgt spid="76"/>
                                        </p:tgtEl>
                                      </p:cBhvr>
                                    </p:animEffect>
                                  </p:childTnLst>
                                </p:cTn>
                              </p:par>
                              <p:par>
                                <p:cTn id="76" presetID="10" presetClass="entr" presetSubtype="0" fill="hold" grpId="0" nodeType="withEffect">
                                  <p:stCondLst>
                                    <p:cond delay="250"/>
                                  </p:stCondLst>
                                  <p:childTnLst>
                                    <p:set>
                                      <p:cBhvr>
                                        <p:cTn id="77" dur="1" fill="hold">
                                          <p:stCondLst>
                                            <p:cond delay="0"/>
                                          </p:stCondLst>
                                        </p:cTn>
                                        <p:tgtEl>
                                          <p:spTgt spid="77"/>
                                        </p:tgtEl>
                                        <p:attrNameLst>
                                          <p:attrName>style.visibility</p:attrName>
                                        </p:attrNameLst>
                                      </p:cBhvr>
                                      <p:to>
                                        <p:strVal val="visible"/>
                                      </p:to>
                                    </p:set>
                                    <p:animEffect transition="in" filter="fade">
                                      <p:cBhvr>
                                        <p:cTn id="78" dur="250"/>
                                        <p:tgtEl>
                                          <p:spTgt spid="77"/>
                                        </p:tgtEl>
                                      </p:cBhvr>
                                    </p:animEffect>
                                  </p:childTnLst>
                                </p:cTn>
                              </p:par>
                              <p:par>
                                <p:cTn id="79" presetID="10" presetClass="entr" presetSubtype="0" fill="hold" grpId="0" nodeType="withEffect">
                                  <p:stCondLst>
                                    <p:cond delay="250"/>
                                  </p:stCondLst>
                                  <p:childTnLst>
                                    <p:set>
                                      <p:cBhvr>
                                        <p:cTn id="80" dur="1" fill="hold">
                                          <p:stCondLst>
                                            <p:cond delay="0"/>
                                          </p:stCondLst>
                                        </p:cTn>
                                        <p:tgtEl>
                                          <p:spTgt spid="78"/>
                                        </p:tgtEl>
                                        <p:attrNameLst>
                                          <p:attrName>style.visibility</p:attrName>
                                        </p:attrNameLst>
                                      </p:cBhvr>
                                      <p:to>
                                        <p:strVal val="visible"/>
                                      </p:to>
                                    </p:set>
                                    <p:animEffect transition="in" filter="fade">
                                      <p:cBhvr>
                                        <p:cTn id="81" dur="250"/>
                                        <p:tgtEl>
                                          <p:spTgt spid="78"/>
                                        </p:tgtEl>
                                      </p:cBhvr>
                                    </p:animEffect>
                                  </p:childTnLst>
                                </p:cTn>
                              </p:par>
                              <p:par>
                                <p:cTn id="82" presetID="10" presetClass="entr" presetSubtype="0" fill="hold" grpId="0" nodeType="withEffect">
                                  <p:stCondLst>
                                    <p:cond delay="250"/>
                                  </p:stCondLst>
                                  <p:childTnLst>
                                    <p:set>
                                      <p:cBhvr>
                                        <p:cTn id="83" dur="1" fill="hold">
                                          <p:stCondLst>
                                            <p:cond delay="0"/>
                                          </p:stCondLst>
                                        </p:cTn>
                                        <p:tgtEl>
                                          <p:spTgt spid="80"/>
                                        </p:tgtEl>
                                        <p:attrNameLst>
                                          <p:attrName>style.visibility</p:attrName>
                                        </p:attrNameLst>
                                      </p:cBhvr>
                                      <p:to>
                                        <p:strVal val="visible"/>
                                      </p:to>
                                    </p:set>
                                    <p:animEffect transition="in" filter="fade">
                                      <p:cBhvr>
                                        <p:cTn id="84" dur="250"/>
                                        <p:tgtEl>
                                          <p:spTgt spid="80"/>
                                        </p:tgtEl>
                                      </p:cBhvr>
                                    </p:animEffect>
                                  </p:childTnLst>
                                </p:cTn>
                              </p:par>
                              <p:par>
                                <p:cTn id="85" presetID="10" presetClass="entr" presetSubtype="0" fill="hold" grpId="0" nodeType="withEffect">
                                  <p:stCondLst>
                                    <p:cond delay="250"/>
                                  </p:stCondLst>
                                  <p:childTnLst>
                                    <p:set>
                                      <p:cBhvr>
                                        <p:cTn id="86" dur="1" fill="hold">
                                          <p:stCondLst>
                                            <p:cond delay="0"/>
                                          </p:stCondLst>
                                        </p:cTn>
                                        <p:tgtEl>
                                          <p:spTgt spid="85"/>
                                        </p:tgtEl>
                                        <p:attrNameLst>
                                          <p:attrName>style.visibility</p:attrName>
                                        </p:attrNameLst>
                                      </p:cBhvr>
                                      <p:to>
                                        <p:strVal val="visible"/>
                                      </p:to>
                                    </p:set>
                                    <p:animEffect transition="in" filter="fade">
                                      <p:cBhvr>
                                        <p:cTn id="87" dur="250"/>
                                        <p:tgtEl>
                                          <p:spTgt spid="85"/>
                                        </p:tgtEl>
                                      </p:cBhvr>
                                    </p:animEffect>
                                  </p:childTnLst>
                                </p:cTn>
                              </p:par>
                              <p:par>
                                <p:cTn id="88" presetID="64" presetClass="path" presetSubtype="0" accel="50000" decel="50000" fill="hold" grpId="1" nodeType="withEffect">
                                  <p:stCondLst>
                                    <p:cond delay="250"/>
                                  </p:stCondLst>
                                  <p:childTnLst>
                                    <p:animMotion origin="layout" path="M 0 0 L -3.267263E-02 3.652592E-02 E" pathEditMode="relative" ptsTypes="">
                                      <p:cBhvr>
                                        <p:cTn id="89" dur="1500" spd="-100000" fill="hold"/>
                                        <p:tgtEl>
                                          <p:spTgt spid="80"/>
                                        </p:tgtEl>
                                        <p:attrNameLst>
                                          <p:attrName>ppt_x</p:attrName>
                                          <p:attrName>ppt_y</p:attrName>
                                        </p:attrNameLst>
                                      </p:cBhvr>
                                    </p:animMotion>
                                  </p:childTnLst>
                                </p:cTn>
                              </p:par>
                              <p:par>
                                <p:cTn id="90" presetID="64" presetClass="path" presetSubtype="0" accel="50000" decel="50000" fill="hold" grpId="1" nodeType="withEffect">
                                  <p:stCondLst>
                                    <p:cond delay="250"/>
                                  </p:stCondLst>
                                  <p:childTnLst>
                                    <p:animMotion origin="layout" path="M 0 0 L -6.534532E-02 7.305287E-02 E" pathEditMode="relative" ptsTypes="">
                                      <p:cBhvr>
                                        <p:cTn id="91" dur="1500" spd="-100000" fill="hold"/>
                                        <p:tgtEl>
                                          <p:spTgt spid="78"/>
                                        </p:tgtEl>
                                        <p:attrNameLst>
                                          <p:attrName>ppt_x</p:attrName>
                                          <p:attrName>ppt_y</p:attrName>
                                        </p:attrNameLst>
                                      </p:cBhvr>
                                    </p:animMotion>
                                  </p:childTnLst>
                                </p:cTn>
                              </p:par>
                              <p:par>
                                <p:cTn id="92" presetID="64" presetClass="path" presetSubtype="0" accel="50000" decel="50000" fill="hold" grpId="1" nodeType="withEffect">
                                  <p:stCondLst>
                                    <p:cond delay="250"/>
                                  </p:stCondLst>
                                  <p:childTnLst>
                                    <p:animMotion origin="layout" path="M 0 0 L -9.801789E-02 0.1095798 E" pathEditMode="relative" ptsTypes="">
                                      <p:cBhvr>
                                        <p:cTn id="93" dur="1500" spd="-100000" fill="hold"/>
                                        <p:tgtEl>
                                          <p:spTgt spid="77"/>
                                        </p:tgtEl>
                                        <p:attrNameLst>
                                          <p:attrName>ppt_x</p:attrName>
                                          <p:attrName>ppt_y</p:attrName>
                                        </p:attrNameLst>
                                      </p:cBhvr>
                                    </p:animMotion>
                                  </p:childTnLst>
                                </p:cTn>
                              </p:par>
                              <p:par>
                                <p:cTn id="94" presetID="64" presetClass="path" presetSubtype="0" accel="50000" decel="50000" fill="hold" grpId="1" nodeType="withEffect">
                                  <p:stCondLst>
                                    <p:cond delay="250"/>
                                  </p:stCondLst>
                                  <p:childTnLst>
                                    <p:animMotion origin="layout" path="M 0 0 L -0.1306905 0.1461069 E" pathEditMode="relative" ptsTypes="">
                                      <p:cBhvr>
                                        <p:cTn id="95" dur="1500" spd="-100000" fill="hold"/>
                                        <p:tgtEl>
                                          <p:spTgt spid="76"/>
                                        </p:tgtEl>
                                        <p:attrNameLst>
                                          <p:attrName>ppt_x</p:attrName>
                                          <p:attrName>ppt_y</p:attrName>
                                        </p:attrNameLst>
                                      </p:cBhvr>
                                    </p:animMotion>
                                  </p:childTnLst>
                                </p:cTn>
                              </p:par>
                              <p:par>
                                <p:cTn id="96" presetID="64" presetClass="path" presetSubtype="0" accel="50000" decel="50000" fill="hold" grpId="1" nodeType="withEffect">
                                  <p:stCondLst>
                                    <p:cond delay="250"/>
                                  </p:stCondLst>
                                  <p:childTnLst>
                                    <p:animMotion origin="layout" path="M 0 0 L -0.1633632 0.1826338 E" pathEditMode="relative" ptsTypes="">
                                      <p:cBhvr>
                                        <p:cTn id="97" dur="1500" spd="-100000" fill="hold"/>
                                        <p:tgtEl>
                                          <p:spTgt spid="75"/>
                                        </p:tgtEl>
                                        <p:attrNameLst>
                                          <p:attrName>ppt_x</p:attrName>
                                          <p:attrName>ppt_y</p:attrName>
                                        </p:attrNameLst>
                                      </p:cBhvr>
                                    </p:animMotion>
                                  </p:childTnLst>
                                </p:cTn>
                              </p:par>
                              <p:par>
                                <p:cTn id="98" presetID="64" presetClass="path" presetSubtype="0" accel="50000" decel="50000" fill="hold" grpId="1" nodeType="withEffect">
                                  <p:stCondLst>
                                    <p:cond delay="250"/>
                                  </p:stCondLst>
                                  <p:childTnLst>
                                    <p:animMotion origin="layout" path="M 0 0 L -0.1960358 0.2191608 E" pathEditMode="relative" ptsTypes="">
                                      <p:cBhvr>
                                        <p:cTn id="99" dur="1500" spd="-100000" fill="hold"/>
                                        <p:tgtEl>
                                          <p:spTgt spid="74"/>
                                        </p:tgtEl>
                                        <p:attrNameLst>
                                          <p:attrName>ppt_x</p:attrName>
                                          <p:attrName>ppt_y</p:attrName>
                                        </p:attrNameLst>
                                      </p:cBhvr>
                                    </p:animMotion>
                                  </p:childTnLst>
                                </p:cTn>
                              </p:par>
                              <p:par>
                                <p:cTn id="100" presetID="64" presetClass="path" presetSubtype="0" accel="50000" decel="50000" fill="hold" grpId="1" nodeType="withEffect">
                                  <p:stCondLst>
                                    <p:cond delay="250"/>
                                  </p:stCondLst>
                                  <p:childTnLst>
                                    <p:animMotion origin="layout" path="M 0 0 L -0.2287084 0.2556879 E" pathEditMode="relative" ptsTypes="">
                                      <p:cBhvr>
                                        <p:cTn id="101" dur="1500" spd="-100000" fill="hold"/>
                                        <p:tgtEl>
                                          <p:spTgt spid="81"/>
                                        </p:tgtEl>
                                        <p:attrNameLst>
                                          <p:attrName>ppt_x</p:attrName>
                                          <p:attrName>ppt_y</p:attrName>
                                        </p:attrNameLst>
                                      </p:cBhvr>
                                    </p:animMotion>
                                  </p:childTnLst>
                                </p:cTn>
                              </p:par>
                              <p:par>
                                <p:cTn id="102" presetID="64" presetClass="path" presetSubtype="0" accel="50000" decel="50000" fill="hold" grpId="1" nodeType="withEffect">
                                  <p:stCondLst>
                                    <p:cond delay="250"/>
                                  </p:stCondLst>
                                  <p:childTnLst>
                                    <p:animMotion origin="layout" path="M 0 0 L -0.2613811 0.2922149 E" pathEditMode="relative" ptsTypes="">
                                      <p:cBhvr>
                                        <p:cTn id="103" dur="1500" spd="-100000" fill="hold"/>
                                        <p:tgtEl>
                                          <p:spTgt spid="82"/>
                                        </p:tgtEl>
                                        <p:attrNameLst>
                                          <p:attrName>ppt_x</p:attrName>
                                          <p:attrName>ppt_y</p:attrName>
                                        </p:attrNameLst>
                                      </p:cBhvr>
                                    </p:animMotion>
                                  </p:childTnLst>
                                </p:cTn>
                              </p:par>
                              <p:par>
                                <p:cTn id="104" presetID="64" presetClass="path" presetSubtype="0" accel="50000" decel="50000" fill="hold" grpId="1" nodeType="withEffect">
                                  <p:stCondLst>
                                    <p:cond delay="250"/>
                                  </p:stCondLst>
                                  <p:childTnLst>
                                    <p:animMotion origin="layout" path="M 0 0 L -0.2940537 0.3287418 E" pathEditMode="relative" ptsTypes="">
                                      <p:cBhvr>
                                        <p:cTn id="105" dur="1500" spd="-100000" fill="hold"/>
                                        <p:tgtEl>
                                          <p:spTgt spid="83"/>
                                        </p:tgtEl>
                                        <p:attrNameLst>
                                          <p:attrName>ppt_x</p:attrName>
                                          <p:attrName>ppt_y</p:attrName>
                                        </p:attrNameLst>
                                      </p:cBhvr>
                                    </p:animMotion>
                                  </p:childTnLst>
                                </p:cTn>
                              </p:par>
                              <p:par>
                                <p:cTn id="106" presetID="64" presetClass="path" presetSubtype="0" accel="50000" decel="50000" fill="hold" grpId="0" nodeType="withEffect">
                                  <p:stCondLst>
                                    <p:cond delay="250"/>
                                  </p:stCondLst>
                                  <p:childTnLst>
                                    <p:animMotion origin="layout" path="M 0 0 L -0.3267228 0.3677704 E" pathEditMode="relative" ptsTypes="">
                                      <p:cBhvr>
                                        <p:cTn id="107" dur="1500" spd="-100000" fill="hold"/>
                                        <p:tgtEl>
                                          <p:spTgt spid="120"/>
                                        </p:tgtEl>
                                        <p:attrNameLst>
                                          <p:attrName>ppt_x</p:attrName>
                                          <p:attrName>ppt_y</p:attrName>
                                        </p:attrNameLst>
                                      </p:cBhvr>
                                    </p:animMotion>
                                  </p:childTnLst>
                                </p:cTn>
                              </p:par>
                              <p:par>
                                <p:cTn id="108" presetID="10" presetClass="entr" presetSubtype="0" fill="hold" grpId="0" nodeType="withEffect">
                                  <p:stCondLst>
                                    <p:cond delay="500"/>
                                  </p:stCondLst>
                                  <p:childTnLst>
                                    <p:set>
                                      <p:cBhvr>
                                        <p:cTn id="109" dur="1" fill="hold">
                                          <p:stCondLst>
                                            <p:cond delay="0"/>
                                          </p:stCondLst>
                                        </p:cTn>
                                        <p:tgtEl>
                                          <p:spTgt spid="2"/>
                                        </p:tgtEl>
                                        <p:attrNameLst>
                                          <p:attrName>style.visibility</p:attrName>
                                        </p:attrNameLst>
                                      </p:cBhvr>
                                      <p:to>
                                        <p:strVal val="visible"/>
                                      </p:to>
                                    </p:set>
                                    <p:animEffect transition="in" filter="fade">
                                      <p:cBhvr>
                                        <p:cTn id="110" dur="500"/>
                                        <p:tgtEl>
                                          <p:spTgt spid="2"/>
                                        </p:tgtEl>
                                      </p:cBhvr>
                                    </p:animEffect>
                                  </p:childTnLst>
                                </p:cTn>
                              </p:par>
                              <p:par>
                                <p:cTn id="111" presetID="42" presetClass="path" presetSubtype="0" decel="100000" fill="hold" grpId="1" nodeType="withEffect">
                                  <p:stCondLst>
                                    <p:cond delay="500"/>
                                  </p:stCondLst>
                                  <p:childTnLst>
                                    <p:animMotion origin="layout" path="M 0 0.03889 L 0 -3.7037E-6 " pathEditMode="relative" rAng="0" ptsTypes="AA">
                                      <p:cBhvr>
                                        <p:cTn id="112" dur="1000" fill="hold"/>
                                        <p:tgtEl>
                                          <p:spTgt spid="2"/>
                                        </p:tgtEl>
                                        <p:attrNameLst>
                                          <p:attrName>ppt_x</p:attrName>
                                          <p:attrName>ppt_y</p:attrName>
                                        </p:attrNameLst>
                                      </p:cBhvr>
                                      <p:rCtr x="0" y="-1944"/>
                                    </p:animMotion>
                                  </p:childTnLst>
                                </p:cTn>
                              </p:par>
                              <p:par>
                                <p:cTn id="113" presetID="10" presetClass="entr" presetSubtype="0" fill="hold" grpId="0" nodeType="withEffect">
                                  <p:stCondLst>
                                    <p:cond delay="500"/>
                                  </p:stCondLst>
                                  <p:childTnLst>
                                    <p:set>
                                      <p:cBhvr>
                                        <p:cTn id="114" dur="1" fill="hold">
                                          <p:stCondLst>
                                            <p:cond delay="0"/>
                                          </p:stCondLst>
                                        </p:cTn>
                                        <p:tgtEl>
                                          <p:spTgt spid="3"/>
                                        </p:tgtEl>
                                        <p:attrNameLst>
                                          <p:attrName>style.visibility</p:attrName>
                                        </p:attrNameLst>
                                      </p:cBhvr>
                                      <p:to>
                                        <p:strVal val="visible"/>
                                      </p:to>
                                    </p:set>
                                    <p:animEffect transition="in" filter="fade">
                                      <p:cBhvr>
                                        <p:cTn id="115" dur="500"/>
                                        <p:tgtEl>
                                          <p:spTgt spid="3"/>
                                        </p:tgtEl>
                                      </p:cBhvr>
                                    </p:animEffect>
                                  </p:childTnLst>
                                </p:cTn>
                              </p:par>
                              <p:par>
                                <p:cTn id="116" presetID="42" presetClass="path" presetSubtype="0" decel="100000" fill="hold" grpId="1" nodeType="withEffect">
                                  <p:stCondLst>
                                    <p:cond delay="500"/>
                                  </p:stCondLst>
                                  <p:childTnLst>
                                    <p:animMotion origin="layout" path="M 0 -0.03472 L 0 -2.59259E-6 " pathEditMode="relative" rAng="0" ptsTypes="AA">
                                      <p:cBhvr>
                                        <p:cTn id="117" dur="1000" fill="hold"/>
                                        <p:tgtEl>
                                          <p:spTgt spid="3"/>
                                        </p:tgtEl>
                                        <p:attrNameLst>
                                          <p:attrName>ppt_x</p:attrName>
                                          <p:attrName>ppt_y</p:attrName>
                                        </p:attrNameLst>
                                      </p:cBhvr>
                                      <p:rCtr x="0" y="173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tmplLst>
          <p:tmpl>
            <p:tnLst>
              <p:par>
                <p:cTn presetID="10" presetClass="entr" presetSubtype="0" fill="hold" nodeType="withEffect">
                  <p:stCondLst>
                    <p:cond delay="5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3" grpId="1">
        <p:tmplLst>
          <p:tmpl>
            <p:tnLst>
              <p:par>
                <p:cTn presetID="42" presetClass="path" presetSubtype="0" decel="100000" fill="hold" nodeType="withEffect">
                  <p:stCondLst>
                    <p:cond delay="500"/>
                  </p:stCondLst>
                  <p:childTnLst>
                    <p:animMotion origin="layout" path="M 0 -0.03472 L 0 -2.59259E-6 " pathEditMode="relative" rAng="0" ptsTypes="AA">
                      <p:cBhvr>
                        <p:cTn dur="1000" fill="hold"/>
                        <p:tgtEl>
                          <p:spTgt spid="3"/>
                        </p:tgtEl>
                        <p:attrNameLst>
                          <p:attrName>ppt_x</p:attrName>
                          <p:attrName>ppt_y</p:attrName>
                        </p:attrNameLst>
                      </p:cBhvr>
                      <p:rCtr x="0" y="1736"/>
                    </p:animMotion>
                  </p:childTnLst>
                </p:cTn>
              </p:par>
            </p:tnLst>
          </p:tmpl>
        </p:tmplLst>
      </p:bldP>
      <p:bldP spid="22" grpId="0" animBg="1"/>
      <p:bldP spid="22" grpId="1" animBg="1"/>
      <p:bldP spid="23" grpId="0" animBg="1"/>
      <p:bldP spid="23" grpId="1" animBg="1"/>
      <p:bldP spid="24" grpId="0" animBg="1"/>
      <p:bldP spid="24" grpId="1" animBg="1"/>
      <p:bldP spid="25" grpId="0" animBg="1"/>
      <p:bldP spid="25" grpId="1" animBg="1"/>
      <p:bldP spid="28" grpId="0" animBg="1"/>
      <p:bldP spid="28" grpId="1" animBg="1"/>
      <p:bldP spid="30" grpId="0" animBg="1"/>
      <p:bldP spid="30" grpId="1" animBg="1"/>
      <p:bldP spid="37" grpId="0" animBg="1"/>
      <p:bldP spid="37" grpId="1" animBg="1"/>
      <p:bldP spid="38" grpId="0" animBg="1"/>
      <p:bldP spid="38" grpId="1" animBg="1"/>
      <p:bldP spid="39" grpId="0" animBg="1"/>
      <p:bldP spid="39" grpId="1" animBg="1"/>
      <p:bldP spid="66" grpId="0" animBg="1"/>
      <p:bldP spid="66" grpId="1" animBg="1"/>
      <p:bldP spid="74" grpId="0" animBg="1"/>
      <p:bldP spid="74" grpId="1" animBg="1"/>
      <p:bldP spid="75" grpId="0" animBg="1"/>
      <p:bldP spid="75" grpId="1" animBg="1"/>
      <p:bldP spid="76" grpId="0" animBg="1"/>
      <p:bldP spid="76" grpId="1" animBg="1"/>
      <p:bldP spid="77" grpId="0" animBg="1"/>
      <p:bldP spid="77" grpId="1" animBg="1"/>
      <p:bldP spid="78" grpId="0" animBg="1"/>
      <p:bldP spid="78" grpId="1" animBg="1"/>
      <p:bldP spid="80" grpId="0" animBg="1"/>
      <p:bldP spid="80" grpId="1" animBg="1"/>
      <p:bldP spid="81" grpId="0" animBg="1"/>
      <p:bldP spid="81" grpId="1" animBg="1"/>
      <p:bldP spid="82" grpId="0" animBg="1"/>
      <p:bldP spid="82" grpId="1" animBg="1"/>
      <p:bldP spid="83" grpId="0" animBg="1"/>
      <p:bldP spid="83" grpId="1" animBg="1"/>
      <p:bldP spid="85" grpId="0" animBg="1"/>
      <p:bldP spid="120" grpId="0" animBg="1"/>
      <p:bldP spid="121"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A8432-F17A-0891-B39D-2FCAF0312B31}"/>
              </a:ext>
            </a:extLst>
          </p:cNvPr>
          <p:cNvSpPr>
            <a:spLocks noGrp="1"/>
          </p:cNvSpPr>
          <p:nvPr>
            <p:ph type="title" hasCustomPrompt="1"/>
          </p:nvPr>
        </p:nvSpPr>
        <p:spPr>
          <a:xfrm>
            <a:off x="546100" y="365125"/>
            <a:ext cx="10495943" cy="777875"/>
          </a:xfrm>
        </p:spPr>
        <p:txBody>
          <a:bodyPr/>
          <a:lstStyle/>
          <a:p>
            <a:r>
              <a:rPr lang="en-US"/>
              <a:t>Click to Add Title, Use Font Size 28, Title Case</a:t>
            </a:r>
          </a:p>
        </p:txBody>
      </p:sp>
      <p:sp>
        <p:nvSpPr>
          <p:cNvPr id="3" name="Content Placeholder 2">
            <a:extLst>
              <a:ext uri="{FF2B5EF4-FFF2-40B4-BE49-F238E27FC236}">
                <a16:creationId xmlns:a16="http://schemas.microsoft.com/office/drawing/2014/main" id="{B7BC0AC0-4C91-09D8-4EB7-2339802F7B27}"/>
              </a:ext>
            </a:extLst>
          </p:cNvPr>
          <p:cNvSpPr>
            <a:spLocks noGrp="1"/>
          </p:cNvSpPr>
          <p:nvPr>
            <p:ph sz="half" idx="1" hasCustomPrompt="1"/>
          </p:nvPr>
        </p:nvSpPr>
        <p:spPr>
          <a:xfrm>
            <a:off x="546100" y="1524000"/>
            <a:ext cx="5486400" cy="4762500"/>
          </a:xfrm>
        </p:spPr>
        <p:txBody>
          <a:bodyPr lIns="0" tIns="0" rIns="0" bIns="0">
            <a:normAutofit/>
          </a:bodyPr>
          <a:lstStyle>
            <a:lvl1pPr>
              <a:defRPr sz="1800"/>
            </a:lvl1pPr>
          </a:lstStyle>
          <a:p>
            <a:pPr lvl="0"/>
            <a:r>
              <a:rPr lang="en-US"/>
              <a:t>Click to add content. If you’re pasting from another location, please right-click and select the ‘Keep Text Only’ option.</a:t>
            </a:r>
          </a:p>
        </p:txBody>
      </p:sp>
      <p:sp>
        <p:nvSpPr>
          <p:cNvPr id="4" name="Content Placeholder 3">
            <a:extLst>
              <a:ext uri="{FF2B5EF4-FFF2-40B4-BE49-F238E27FC236}">
                <a16:creationId xmlns:a16="http://schemas.microsoft.com/office/drawing/2014/main" id="{A569AA6C-79DD-00E8-6E3B-5771F9BB6E71}"/>
              </a:ext>
            </a:extLst>
          </p:cNvPr>
          <p:cNvSpPr>
            <a:spLocks noGrp="1"/>
          </p:cNvSpPr>
          <p:nvPr>
            <p:ph sz="half" idx="2" hasCustomPrompt="1"/>
          </p:nvPr>
        </p:nvSpPr>
        <p:spPr>
          <a:xfrm>
            <a:off x="6159500" y="1524000"/>
            <a:ext cx="5486400" cy="4762500"/>
          </a:xfrm>
        </p:spPr>
        <p:txBody>
          <a:bodyPr lIns="0" tIns="0" rIns="0" bIns="0">
            <a:normAutofit/>
          </a:bodyPr>
          <a:lstStyle>
            <a:lvl1pPr>
              <a:defRPr sz="1800"/>
            </a:lvl1pPr>
          </a:lstStyle>
          <a:p>
            <a:pPr lvl="0"/>
            <a:r>
              <a:rPr lang="en-US"/>
              <a:t>Click to add content. If you’re pasting from another location, please right-click and select the ‘Keep Text Only’ option.</a:t>
            </a:r>
          </a:p>
        </p:txBody>
      </p:sp>
      <p:sp>
        <p:nvSpPr>
          <p:cNvPr id="6" name="Footer Placeholder 5">
            <a:extLst>
              <a:ext uri="{FF2B5EF4-FFF2-40B4-BE49-F238E27FC236}">
                <a16:creationId xmlns:a16="http://schemas.microsoft.com/office/drawing/2014/main" id="{A703D544-760D-F8F7-B34C-0EFE2025FC4F}"/>
              </a:ext>
            </a:extLst>
          </p:cNvPr>
          <p:cNvSpPr>
            <a:spLocks noGrp="1"/>
          </p:cNvSpPr>
          <p:nvPr>
            <p:ph type="ftr" sz="quarter" idx="11"/>
          </p:nvPr>
        </p:nvSpPr>
        <p:spPr/>
        <p:txBody>
          <a:bodyPr/>
          <a:lstStyle/>
          <a:p>
            <a:pPr>
              <a:buClr>
                <a:schemeClr val="tx2"/>
              </a:buClr>
              <a:buSzPct val="120000"/>
              <a:buFont typeface="Verdana" panose="020F0502020204030204" pitchFamily="34" charset="0"/>
              <a:buNone/>
            </a:pPr>
            <a:endParaRPr lang="en-US"/>
          </a:p>
        </p:txBody>
      </p:sp>
      <p:sp>
        <p:nvSpPr>
          <p:cNvPr id="5" name="Date Placeholder 4">
            <a:extLst>
              <a:ext uri="{FF2B5EF4-FFF2-40B4-BE49-F238E27FC236}">
                <a16:creationId xmlns:a16="http://schemas.microsoft.com/office/drawing/2014/main" id="{B143E48D-B146-F645-8CC2-E41A6C6E8DAC}"/>
              </a:ext>
            </a:extLst>
          </p:cNvPr>
          <p:cNvSpPr>
            <a:spLocks noGrp="1"/>
          </p:cNvSpPr>
          <p:nvPr>
            <p:ph type="dt" sz="half" idx="10"/>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7" name="Slide Number Placeholder 6">
            <a:extLst>
              <a:ext uri="{FF2B5EF4-FFF2-40B4-BE49-F238E27FC236}">
                <a16:creationId xmlns:a16="http://schemas.microsoft.com/office/drawing/2014/main" id="{D637C6A6-CBCB-F14D-6DDF-15206BB6F9EA}"/>
              </a:ext>
            </a:extLst>
          </p:cNvPr>
          <p:cNvSpPr>
            <a:spLocks noGrp="1"/>
          </p:cNvSpPr>
          <p:nvPr>
            <p:ph type="sldNum" sz="quarter" idx="12"/>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8" name="Rectangle 7">
            <a:extLst>
              <a:ext uri="{FF2B5EF4-FFF2-40B4-BE49-F238E27FC236}">
                <a16:creationId xmlns:a16="http://schemas.microsoft.com/office/drawing/2014/main" id="{1F3D6CA7-BFB9-DFE4-68A7-13FA921C5E79}"/>
              </a:ext>
              <a:ext uri="{C183D7F6-B498-43B3-948B-1728B52AA6E4}">
                <adec:decorative xmlns:adec="http://schemas.microsoft.com/office/drawing/2017/decorative" val="1"/>
              </a:ext>
            </a:extLst>
          </p:cNvPr>
          <p:cNvSpPr/>
          <p:nvPr userDrawn="1"/>
        </p:nvSpPr>
        <p:spPr>
          <a:xfrm>
            <a:off x="0" y="-1"/>
            <a:ext cx="46800" cy="6858001"/>
          </a:xfrm>
          <a:prstGeom prst="rect">
            <a:avLst/>
          </a:prstGeom>
          <a:gradFill flip="none" rotWithShape="1">
            <a:gsLst>
              <a:gs pos="100000">
                <a:srgbClr val="2F2A95"/>
              </a:gs>
              <a:gs pos="0">
                <a:srgbClr val="00B2A9"/>
              </a:gs>
            </a:gsLst>
            <a:lin ang="5400000" scaled="1"/>
            <a:tileRect/>
          </a:gradFill>
          <a:ln w="12700" cap="flat" cmpd="sng" algn="ctr">
            <a:noFill/>
            <a:prstDash val="solid"/>
            <a:miter lim="800000"/>
          </a:ln>
          <a:effectLst/>
        </p:spPr>
        <p:txBody>
          <a:bodyPr tIns="90000" bIns="90000" rtlCol="0" anchor="t"/>
          <a:lstStyle/>
          <a:p>
            <a:pPr marL="0" marR="0" lvl="0" indent="0" defTabSz="914400" eaLnBrk="1" fontAlgn="auto" latinLnBrk="0" hangingPunct="1">
              <a:lnSpc>
                <a:spcPct val="100000"/>
              </a:lnSpc>
              <a:spcBef>
                <a:spcPts val="0"/>
              </a:spcBef>
              <a:spcAft>
                <a:spcPts val="0"/>
              </a:spcAft>
              <a:buClr>
                <a:srgbClr val="2F2A95"/>
              </a:buClr>
              <a:buSzTx/>
              <a:buFontTx/>
              <a:buNone/>
              <a:tabLst/>
              <a:defRPr/>
            </a:pPr>
            <a:endParaRPr kumimoji="0" lang="en-US" sz="1800" b="0" i="0" u="none" strike="noStrike" kern="0" cap="none" spc="0" normalizeH="0" baseline="0" noProof="0">
              <a:ln>
                <a:noFill/>
              </a:ln>
              <a:solidFill>
                <a:srgbClr val="000000"/>
              </a:solidFill>
              <a:effectLst/>
              <a:uLnTx/>
              <a:uFillTx/>
              <a:latin typeface="Verdana"/>
              <a:ea typeface="+mn-ea"/>
              <a:cs typeface="+mn-cs"/>
            </a:endParaRPr>
          </a:p>
        </p:txBody>
      </p:sp>
      <p:grpSp>
        <p:nvGrpSpPr>
          <p:cNvPr id="9" name="Group 4">
            <a:extLst>
              <a:ext uri="{FF2B5EF4-FFF2-40B4-BE49-F238E27FC236}">
                <a16:creationId xmlns:a16="http://schemas.microsoft.com/office/drawing/2014/main" id="{1BB9F3E0-BAD8-97D1-9F1B-45EF00151410}"/>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p:grpSpPr>
        <p:sp>
          <p:nvSpPr>
            <p:cNvPr id="10" name="Freeform 5">
              <a:extLst>
                <a:ext uri="{FF2B5EF4-FFF2-40B4-BE49-F238E27FC236}">
                  <a16:creationId xmlns:a16="http://schemas.microsoft.com/office/drawing/2014/main" id="{5ED0B691-0B31-265F-206B-8B203E7E7BA1}"/>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solidFill>
              <a:srgbClr val="2F2A9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sp>
          <p:nvSpPr>
            <p:cNvPr id="11" name="Freeform 6">
              <a:extLst>
                <a:ext uri="{FF2B5EF4-FFF2-40B4-BE49-F238E27FC236}">
                  <a16:creationId xmlns:a16="http://schemas.microsoft.com/office/drawing/2014/main" id="{9CED6BDF-673D-4113-3C08-4BB6E8EC551B}"/>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solidFill>
              <a:srgbClr val="00B2A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grpSp>
    </p:spTree>
    <p:extLst>
      <p:ext uri="{BB962C8B-B14F-4D97-AF65-F5344CB8AC3E}">
        <p14:creationId xmlns:p14="http://schemas.microsoft.com/office/powerpoint/2010/main" val="3524918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ABF71-CF3E-230E-BA48-B91D647449C1}"/>
              </a:ext>
            </a:extLst>
          </p:cNvPr>
          <p:cNvSpPr>
            <a:spLocks noGrp="1"/>
          </p:cNvSpPr>
          <p:nvPr>
            <p:ph type="title" hasCustomPrompt="1"/>
          </p:nvPr>
        </p:nvSpPr>
        <p:spPr>
          <a:xfrm>
            <a:off x="546100" y="365125"/>
            <a:ext cx="10495943" cy="777875"/>
          </a:xfrm>
        </p:spPr>
        <p:txBody>
          <a:bodyPr/>
          <a:lstStyle/>
          <a:p>
            <a:r>
              <a:rPr lang="en-US"/>
              <a:t>Click to Add Title, Use Font Size 28, Title Case</a:t>
            </a:r>
          </a:p>
        </p:txBody>
      </p:sp>
      <p:sp>
        <p:nvSpPr>
          <p:cNvPr id="3" name="Text Placeholder 2">
            <a:extLst>
              <a:ext uri="{FF2B5EF4-FFF2-40B4-BE49-F238E27FC236}">
                <a16:creationId xmlns:a16="http://schemas.microsoft.com/office/drawing/2014/main" id="{89312DA8-A6BF-4AB8-86CF-BDB3A0A7C587}"/>
              </a:ext>
            </a:extLst>
          </p:cNvPr>
          <p:cNvSpPr>
            <a:spLocks noGrp="1"/>
          </p:cNvSpPr>
          <p:nvPr>
            <p:ph type="body" idx="1" hasCustomPrompt="1"/>
          </p:nvPr>
        </p:nvSpPr>
        <p:spPr>
          <a:xfrm>
            <a:off x="546100" y="1523999"/>
            <a:ext cx="5486400" cy="1095375"/>
          </a:xfrm>
        </p:spPr>
        <p:txBody>
          <a:bodyPr lIns="0" tIns="0" rIns="0" bIns="0"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add subtitle, use font size 20, sentence case</a:t>
            </a:r>
          </a:p>
        </p:txBody>
      </p:sp>
      <p:sp>
        <p:nvSpPr>
          <p:cNvPr id="4" name="Content Placeholder 3">
            <a:extLst>
              <a:ext uri="{FF2B5EF4-FFF2-40B4-BE49-F238E27FC236}">
                <a16:creationId xmlns:a16="http://schemas.microsoft.com/office/drawing/2014/main" id="{D5DB2F4B-E795-2C6E-B791-FA285AAACFBA}"/>
              </a:ext>
            </a:extLst>
          </p:cNvPr>
          <p:cNvSpPr>
            <a:spLocks noGrp="1"/>
          </p:cNvSpPr>
          <p:nvPr>
            <p:ph sz="half" idx="2" hasCustomPrompt="1"/>
          </p:nvPr>
        </p:nvSpPr>
        <p:spPr>
          <a:xfrm>
            <a:off x="546100" y="2744788"/>
            <a:ext cx="5486400" cy="3541711"/>
          </a:xfrm>
        </p:spPr>
        <p:txBody>
          <a:bodyPr lIns="0" tIns="0" rIns="0" bIns="0">
            <a:normAutofit/>
          </a:bodyPr>
          <a:lstStyle>
            <a:lvl1pPr>
              <a:defRPr sz="1800"/>
            </a:lvl1pPr>
          </a:lstStyle>
          <a:p>
            <a:pPr lvl="0"/>
            <a:r>
              <a:rPr lang="en-US"/>
              <a:t>Click to add content. If you’re pasting from another location, please right-click and select the ‘Keep Text Only’ option.</a:t>
            </a:r>
          </a:p>
        </p:txBody>
      </p:sp>
      <p:sp>
        <p:nvSpPr>
          <p:cNvPr id="5" name="Text Placeholder 4">
            <a:extLst>
              <a:ext uri="{FF2B5EF4-FFF2-40B4-BE49-F238E27FC236}">
                <a16:creationId xmlns:a16="http://schemas.microsoft.com/office/drawing/2014/main" id="{E0803344-E744-22A3-9A75-3B9F08F90ECA}"/>
              </a:ext>
            </a:extLst>
          </p:cNvPr>
          <p:cNvSpPr>
            <a:spLocks noGrp="1"/>
          </p:cNvSpPr>
          <p:nvPr>
            <p:ph type="body" sz="quarter" idx="3" hasCustomPrompt="1"/>
          </p:nvPr>
        </p:nvSpPr>
        <p:spPr>
          <a:xfrm>
            <a:off x="6159500" y="1523999"/>
            <a:ext cx="5486400" cy="1095375"/>
          </a:xfrm>
        </p:spPr>
        <p:txBody>
          <a:bodyPr lIns="0" tIns="0" rIns="0" bIns="0"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add subtitle, use font size 20, sentence case</a:t>
            </a:r>
          </a:p>
        </p:txBody>
      </p:sp>
      <p:sp>
        <p:nvSpPr>
          <p:cNvPr id="6" name="Content Placeholder 5">
            <a:extLst>
              <a:ext uri="{FF2B5EF4-FFF2-40B4-BE49-F238E27FC236}">
                <a16:creationId xmlns:a16="http://schemas.microsoft.com/office/drawing/2014/main" id="{1A771797-9A36-AAF5-12A9-BFE7F5200EDF}"/>
              </a:ext>
            </a:extLst>
          </p:cNvPr>
          <p:cNvSpPr>
            <a:spLocks noGrp="1"/>
          </p:cNvSpPr>
          <p:nvPr>
            <p:ph sz="quarter" idx="4" hasCustomPrompt="1"/>
          </p:nvPr>
        </p:nvSpPr>
        <p:spPr>
          <a:xfrm>
            <a:off x="6159500" y="2744788"/>
            <a:ext cx="5486400" cy="3541711"/>
          </a:xfrm>
        </p:spPr>
        <p:txBody>
          <a:bodyPr lIns="0" tIns="0" rIns="0" bIns="0">
            <a:normAutofit/>
          </a:bodyPr>
          <a:lstStyle>
            <a:lvl1pPr>
              <a:defRPr sz="1800"/>
            </a:lvl1pPr>
          </a:lstStyle>
          <a:p>
            <a:pPr lvl="0"/>
            <a:r>
              <a:rPr lang="en-US"/>
              <a:t>Click to add content. If you’re pasting from another location, please right-click and select the ‘Keep Text Only’ option.</a:t>
            </a:r>
          </a:p>
        </p:txBody>
      </p:sp>
      <p:sp>
        <p:nvSpPr>
          <p:cNvPr id="8" name="Footer Placeholder 7">
            <a:extLst>
              <a:ext uri="{FF2B5EF4-FFF2-40B4-BE49-F238E27FC236}">
                <a16:creationId xmlns:a16="http://schemas.microsoft.com/office/drawing/2014/main" id="{0B33E33A-1CC7-BF0C-166A-266148BD597D}"/>
              </a:ext>
            </a:extLst>
          </p:cNvPr>
          <p:cNvSpPr>
            <a:spLocks noGrp="1"/>
          </p:cNvSpPr>
          <p:nvPr>
            <p:ph type="ftr" sz="quarter" idx="11"/>
          </p:nvPr>
        </p:nvSpPr>
        <p:spPr/>
        <p:txBody>
          <a:bodyPr/>
          <a:lstStyle/>
          <a:p>
            <a:pPr>
              <a:buClr>
                <a:schemeClr val="tx2"/>
              </a:buClr>
              <a:buSzPct val="120000"/>
              <a:buFont typeface="Verdana" panose="020F0502020204030204" pitchFamily="34" charset="0"/>
              <a:buNone/>
            </a:pPr>
            <a:endParaRPr lang="en-US"/>
          </a:p>
        </p:txBody>
      </p:sp>
      <p:sp>
        <p:nvSpPr>
          <p:cNvPr id="7" name="Date Placeholder 6">
            <a:extLst>
              <a:ext uri="{FF2B5EF4-FFF2-40B4-BE49-F238E27FC236}">
                <a16:creationId xmlns:a16="http://schemas.microsoft.com/office/drawing/2014/main" id="{C71BEDD7-557F-FE4D-6955-35BD859E718E}"/>
              </a:ext>
            </a:extLst>
          </p:cNvPr>
          <p:cNvSpPr>
            <a:spLocks noGrp="1"/>
          </p:cNvSpPr>
          <p:nvPr>
            <p:ph type="dt" sz="half" idx="10"/>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9" name="Slide Number Placeholder 8">
            <a:extLst>
              <a:ext uri="{FF2B5EF4-FFF2-40B4-BE49-F238E27FC236}">
                <a16:creationId xmlns:a16="http://schemas.microsoft.com/office/drawing/2014/main" id="{0577413A-A7A5-542D-649B-72ADBBD3FDFC}"/>
              </a:ext>
            </a:extLst>
          </p:cNvPr>
          <p:cNvSpPr>
            <a:spLocks noGrp="1"/>
          </p:cNvSpPr>
          <p:nvPr>
            <p:ph type="sldNum" sz="quarter" idx="12"/>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10" name="Rectangle 9">
            <a:extLst>
              <a:ext uri="{FF2B5EF4-FFF2-40B4-BE49-F238E27FC236}">
                <a16:creationId xmlns:a16="http://schemas.microsoft.com/office/drawing/2014/main" id="{FCF11269-5CF9-A850-07CC-6AEBC9D542BB}"/>
              </a:ext>
              <a:ext uri="{C183D7F6-B498-43B3-948B-1728B52AA6E4}">
                <adec:decorative xmlns:adec="http://schemas.microsoft.com/office/drawing/2017/decorative" val="1"/>
              </a:ext>
            </a:extLst>
          </p:cNvPr>
          <p:cNvSpPr/>
          <p:nvPr userDrawn="1"/>
        </p:nvSpPr>
        <p:spPr>
          <a:xfrm>
            <a:off x="0" y="-1"/>
            <a:ext cx="46800" cy="6858001"/>
          </a:xfrm>
          <a:prstGeom prst="rect">
            <a:avLst/>
          </a:prstGeom>
          <a:gradFill flip="none" rotWithShape="1">
            <a:gsLst>
              <a:gs pos="100000">
                <a:srgbClr val="2F2A95"/>
              </a:gs>
              <a:gs pos="0">
                <a:srgbClr val="00B2A9"/>
              </a:gs>
            </a:gsLst>
            <a:lin ang="5400000" scaled="1"/>
            <a:tileRect/>
          </a:gradFill>
          <a:ln w="12700" cap="flat" cmpd="sng" algn="ctr">
            <a:noFill/>
            <a:prstDash val="solid"/>
            <a:miter lim="800000"/>
          </a:ln>
          <a:effectLst/>
        </p:spPr>
        <p:txBody>
          <a:bodyPr tIns="90000" bIns="90000" rtlCol="0" anchor="t"/>
          <a:lstStyle/>
          <a:p>
            <a:pPr marL="0" marR="0" lvl="0" indent="0" defTabSz="914400" eaLnBrk="1" fontAlgn="auto" latinLnBrk="0" hangingPunct="1">
              <a:lnSpc>
                <a:spcPct val="100000"/>
              </a:lnSpc>
              <a:spcBef>
                <a:spcPts val="0"/>
              </a:spcBef>
              <a:spcAft>
                <a:spcPts val="0"/>
              </a:spcAft>
              <a:buClr>
                <a:srgbClr val="2F2A95"/>
              </a:buClr>
              <a:buSzTx/>
              <a:buFontTx/>
              <a:buNone/>
              <a:tabLst/>
              <a:defRPr/>
            </a:pPr>
            <a:endParaRPr kumimoji="0" lang="en-US" sz="1800" b="0" i="0" u="none" strike="noStrike" kern="0" cap="none" spc="0" normalizeH="0" baseline="0" noProof="0">
              <a:ln>
                <a:noFill/>
              </a:ln>
              <a:solidFill>
                <a:srgbClr val="000000"/>
              </a:solidFill>
              <a:effectLst/>
              <a:uLnTx/>
              <a:uFillTx/>
              <a:latin typeface="Verdana"/>
              <a:ea typeface="+mn-ea"/>
              <a:cs typeface="+mn-cs"/>
            </a:endParaRPr>
          </a:p>
        </p:txBody>
      </p:sp>
      <p:grpSp>
        <p:nvGrpSpPr>
          <p:cNvPr id="13" name="Group 4">
            <a:extLst>
              <a:ext uri="{FF2B5EF4-FFF2-40B4-BE49-F238E27FC236}">
                <a16:creationId xmlns:a16="http://schemas.microsoft.com/office/drawing/2014/main" id="{0FF6A45B-12D8-1D73-C977-2279B343E4B5}"/>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p:grpSpPr>
        <p:sp>
          <p:nvSpPr>
            <p:cNvPr id="14" name="Freeform 5">
              <a:extLst>
                <a:ext uri="{FF2B5EF4-FFF2-40B4-BE49-F238E27FC236}">
                  <a16:creationId xmlns:a16="http://schemas.microsoft.com/office/drawing/2014/main" id="{5AD0CC92-27D8-CEA3-52A1-3D81AC1BBB6C}"/>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solidFill>
              <a:srgbClr val="2F2A9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sp>
          <p:nvSpPr>
            <p:cNvPr id="15" name="Freeform 6">
              <a:extLst>
                <a:ext uri="{FF2B5EF4-FFF2-40B4-BE49-F238E27FC236}">
                  <a16:creationId xmlns:a16="http://schemas.microsoft.com/office/drawing/2014/main" id="{84B17608-BF1B-35F8-CD3B-39AEC876FCBA}"/>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solidFill>
              <a:srgbClr val="00B2A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grpSp>
    </p:spTree>
    <p:extLst>
      <p:ext uri="{BB962C8B-B14F-4D97-AF65-F5344CB8AC3E}">
        <p14:creationId xmlns:p14="http://schemas.microsoft.com/office/powerpoint/2010/main" val="4210390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6D5A5-FE3E-2160-684A-E6A98F62E9AC}"/>
              </a:ext>
            </a:extLst>
          </p:cNvPr>
          <p:cNvSpPr>
            <a:spLocks noGrp="1"/>
          </p:cNvSpPr>
          <p:nvPr>
            <p:ph type="title" hasCustomPrompt="1"/>
          </p:nvPr>
        </p:nvSpPr>
        <p:spPr>
          <a:xfrm>
            <a:off x="546100" y="365125"/>
            <a:ext cx="10495943" cy="777875"/>
          </a:xfrm>
        </p:spPr>
        <p:txBody>
          <a:bodyPr/>
          <a:lstStyle/>
          <a:p>
            <a:r>
              <a:rPr lang="en-US"/>
              <a:t>Click to Add Title, Use Font Size 28, Title Case</a:t>
            </a:r>
          </a:p>
        </p:txBody>
      </p:sp>
      <p:sp>
        <p:nvSpPr>
          <p:cNvPr id="7" name="Footer Placeholder 6">
            <a:extLst>
              <a:ext uri="{FF2B5EF4-FFF2-40B4-BE49-F238E27FC236}">
                <a16:creationId xmlns:a16="http://schemas.microsoft.com/office/drawing/2014/main" id="{002385B9-B5B0-5372-0604-E5B72C9BEC95}"/>
              </a:ext>
            </a:extLst>
          </p:cNvPr>
          <p:cNvSpPr>
            <a:spLocks noGrp="1"/>
          </p:cNvSpPr>
          <p:nvPr>
            <p:ph type="ftr" sz="quarter" idx="11"/>
          </p:nvPr>
        </p:nvSpPr>
        <p:spPr/>
        <p:txBody>
          <a:bodyPr/>
          <a:lstStyle/>
          <a:p>
            <a:pPr>
              <a:buClr>
                <a:schemeClr val="tx2"/>
              </a:buClr>
              <a:buSzPct val="120000"/>
              <a:buFont typeface="Verdana" panose="020F0502020204030204" pitchFamily="34" charset="0"/>
              <a:buNone/>
            </a:pPr>
            <a:endParaRPr lang="en-US"/>
          </a:p>
        </p:txBody>
      </p:sp>
      <p:sp>
        <p:nvSpPr>
          <p:cNvPr id="6" name="Date Placeholder 5">
            <a:extLst>
              <a:ext uri="{FF2B5EF4-FFF2-40B4-BE49-F238E27FC236}">
                <a16:creationId xmlns:a16="http://schemas.microsoft.com/office/drawing/2014/main" id="{66547D4E-D7A0-D018-C320-DD98F64D60DC}"/>
              </a:ext>
            </a:extLst>
          </p:cNvPr>
          <p:cNvSpPr>
            <a:spLocks noGrp="1"/>
          </p:cNvSpPr>
          <p:nvPr>
            <p:ph type="dt" sz="half" idx="10"/>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8" name="Slide Number Placeholder 7">
            <a:extLst>
              <a:ext uri="{FF2B5EF4-FFF2-40B4-BE49-F238E27FC236}">
                <a16:creationId xmlns:a16="http://schemas.microsoft.com/office/drawing/2014/main" id="{AD81FAD0-7A6E-F4EC-802B-0E2095DB27FA}"/>
              </a:ext>
            </a:extLst>
          </p:cNvPr>
          <p:cNvSpPr>
            <a:spLocks noGrp="1"/>
          </p:cNvSpPr>
          <p:nvPr>
            <p:ph type="sldNum" sz="quarter" idx="12"/>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9" name="Rectangle 8">
            <a:extLst>
              <a:ext uri="{FF2B5EF4-FFF2-40B4-BE49-F238E27FC236}">
                <a16:creationId xmlns:a16="http://schemas.microsoft.com/office/drawing/2014/main" id="{DE73C39A-6FB2-626C-B711-F96FEBBB53F5}"/>
              </a:ext>
              <a:ext uri="{C183D7F6-B498-43B3-948B-1728B52AA6E4}">
                <adec:decorative xmlns:adec="http://schemas.microsoft.com/office/drawing/2017/decorative" val="1"/>
              </a:ext>
            </a:extLst>
          </p:cNvPr>
          <p:cNvSpPr/>
          <p:nvPr userDrawn="1"/>
        </p:nvSpPr>
        <p:spPr>
          <a:xfrm>
            <a:off x="0" y="-1"/>
            <a:ext cx="46800" cy="6858001"/>
          </a:xfrm>
          <a:prstGeom prst="rect">
            <a:avLst/>
          </a:prstGeom>
          <a:gradFill flip="none" rotWithShape="1">
            <a:gsLst>
              <a:gs pos="100000">
                <a:srgbClr val="2F2A95"/>
              </a:gs>
              <a:gs pos="0">
                <a:srgbClr val="00B2A9"/>
              </a:gs>
            </a:gsLst>
            <a:lin ang="5400000" scaled="1"/>
            <a:tileRect/>
          </a:gradFill>
          <a:ln w="12700" cap="flat" cmpd="sng" algn="ctr">
            <a:noFill/>
            <a:prstDash val="solid"/>
            <a:miter lim="800000"/>
          </a:ln>
          <a:effectLst/>
        </p:spPr>
        <p:txBody>
          <a:bodyPr tIns="90000" bIns="90000" rtlCol="0" anchor="t"/>
          <a:lstStyle/>
          <a:p>
            <a:pPr marL="0" marR="0" lvl="0" indent="0" defTabSz="914400" eaLnBrk="1" fontAlgn="auto" latinLnBrk="0" hangingPunct="1">
              <a:lnSpc>
                <a:spcPct val="100000"/>
              </a:lnSpc>
              <a:spcBef>
                <a:spcPts val="0"/>
              </a:spcBef>
              <a:spcAft>
                <a:spcPts val="0"/>
              </a:spcAft>
              <a:buClr>
                <a:srgbClr val="2F2A95"/>
              </a:buClr>
              <a:buSzTx/>
              <a:buFontTx/>
              <a:buNone/>
              <a:tabLst/>
              <a:defRPr/>
            </a:pPr>
            <a:endParaRPr kumimoji="0" lang="en-US" sz="1800" b="0" i="0" u="none" strike="noStrike" kern="0" cap="none" spc="0" normalizeH="0" baseline="0" noProof="0">
              <a:ln>
                <a:noFill/>
              </a:ln>
              <a:solidFill>
                <a:srgbClr val="000000"/>
              </a:solidFill>
              <a:effectLst/>
              <a:uLnTx/>
              <a:uFillTx/>
              <a:latin typeface="Verdana"/>
              <a:ea typeface="+mn-ea"/>
              <a:cs typeface="+mn-cs"/>
            </a:endParaRPr>
          </a:p>
        </p:txBody>
      </p:sp>
      <p:grpSp>
        <p:nvGrpSpPr>
          <p:cNvPr id="10" name="Group 4">
            <a:extLst>
              <a:ext uri="{FF2B5EF4-FFF2-40B4-BE49-F238E27FC236}">
                <a16:creationId xmlns:a16="http://schemas.microsoft.com/office/drawing/2014/main" id="{51B58981-2159-1AA1-695E-8F8B9C3449FC}"/>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p:grpSpPr>
        <p:sp>
          <p:nvSpPr>
            <p:cNvPr id="11" name="Freeform 5">
              <a:extLst>
                <a:ext uri="{FF2B5EF4-FFF2-40B4-BE49-F238E27FC236}">
                  <a16:creationId xmlns:a16="http://schemas.microsoft.com/office/drawing/2014/main" id="{FE0A70A1-BEE8-1F7B-C7FC-1C7514692CF1}"/>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solidFill>
              <a:srgbClr val="2F2A9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sp>
          <p:nvSpPr>
            <p:cNvPr id="12" name="Freeform 6">
              <a:extLst>
                <a:ext uri="{FF2B5EF4-FFF2-40B4-BE49-F238E27FC236}">
                  <a16:creationId xmlns:a16="http://schemas.microsoft.com/office/drawing/2014/main" id="{B130AAC8-DE99-DA56-70EF-5233EC260C3B}"/>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solidFill>
              <a:srgbClr val="00B2A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grpSp>
    </p:spTree>
    <p:extLst>
      <p:ext uri="{BB962C8B-B14F-4D97-AF65-F5344CB8AC3E}">
        <p14:creationId xmlns:p14="http://schemas.microsoft.com/office/powerpoint/2010/main" val="3659878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Footer Placeholder 11">
            <a:extLst>
              <a:ext uri="{FF2B5EF4-FFF2-40B4-BE49-F238E27FC236}">
                <a16:creationId xmlns:a16="http://schemas.microsoft.com/office/drawing/2014/main" id="{21CF2424-3037-4B4E-D498-DACD55DEDA5D}"/>
              </a:ext>
            </a:extLst>
          </p:cNvPr>
          <p:cNvSpPr>
            <a:spLocks noGrp="1"/>
          </p:cNvSpPr>
          <p:nvPr>
            <p:ph type="ftr" sz="quarter" idx="11"/>
          </p:nvPr>
        </p:nvSpPr>
        <p:spPr/>
        <p:txBody>
          <a:bodyPr/>
          <a:lstStyle/>
          <a:p>
            <a:pPr>
              <a:buClr>
                <a:schemeClr val="tx2"/>
              </a:buClr>
              <a:buSzPct val="120000"/>
              <a:buFont typeface="Verdana" panose="020F0502020204030204" pitchFamily="34" charset="0"/>
              <a:buNone/>
            </a:pPr>
            <a:endParaRPr lang="en-US"/>
          </a:p>
        </p:txBody>
      </p:sp>
      <p:sp>
        <p:nvSpPr>
          <p:cNvPr id="11" name="Date Placeholder 10">
            <a:extLst>
              <a:ext uri="{FF2B5EF4-FFF2-40B4-BE49-F238E27FC236}">
                <a16:creationId xmlns:a16="http://schemas.microsoft.com/office/drawing/2014/main" id="{61243564-9F90-9ECE-2686-717877E67513}"/>
              </a:ext>
            </a:extLst>
          </p:cNvPr>
          <p:cNvSpPr>
            <a:spLocks noGrp="1"/>
          </p:cNvSpPr>
          <p:nvPr>
            <p:ph type="dt" sz="half" idx="10"/>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13" name="Slide Number Placeholder 12">
            <a:extLst>
              <a:ext uri="{FF2B5EF4-FFF2-40B4-BE49-F238E27FC236}">
                <a16:creationId xmlns:a16="http://schemas.microsoft.com/office/drawing/2014/main" id="{D4D5816A-A563-F4DA-76F8-5E4E362F3375}"/>
              </a:ext>
            </a:extLst>
          </p:cNvPr>
          <p:cNvSpPr>
            <a:spLocks noGrp="1"/>
          </p:cNvSpPr>
          <p:nvPr>
            <p:ph type="sldNum" sz="quarter" idx="12"/>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grpSp>
        <p:nvGrpSpPr>
          <p:cNvPr id="2" name="Group 4">
            <a:extLst>
              <a:ext uri="{FF2B5EF4-FFF2-40B4-BE49-F238E27FC236}">
                <a16:creationId xmlns:a16="http://schemas.microsoft.com/office/drawing/2014/main" id="{9C48FC81-BD1A-E7A9-ADDC-30F81F6EF840}"/>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p:grpSpPr>
        <p:sp>
          <p:nvSpPr>
            <p:cNvPr id="14" name="Freeform 5">
              <a:extLst>
                <a:ext uri="{FF2B5EF4-FFF2-40B4-BE49-F238E27FC236}">
                  <a16:creationId xmlns:a16="http://schemas.microsoft.com/office/drawing/2014/main" id="{9DF34A2E-B7C5-B6F6-58AA-7500F28EBF48}"/>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solidFill>
              <a:srgbClr val="2F2A9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sp>
          <p:nvSpPr>
            <p:cNvPr id="15" name="Freeform 6">
              <a:extLst>
                <a:ext uri="{FF2B5EF4-FFF2-40B4-BE49-F238E27FC236}">
                  <a16:creationId xmlns:a16="http://schemas.microsoft.com/office/drawing/2014/main" id="{FAF0446C-7498-8B5D-2C7E-3CF348395CF4}"/>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solidFill>
              <a:srgbClr val="00B2A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grpSp>
    </p:spTree>
    <p:extLst>
      <p:ext uri="{BB962C8B-B14F-4D97-AF65-F5344CB8AC3E}">
        <p14:creationId xmlns:p14="http://schemas.microsoft.com/office/powerpoint/2010/main" val="1795141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B4375B6-ACC1-14D0-96CE-E31D234CA1EE}"/>
              </a:ext>
              <a:ext uri="{C183D7F6-B498-43B3-948B-1728B52AA6E4}">
                <adec:decorative xmlns:adec="http://schemas.microsoft.com/office/drawing/2017/decorative" val="1"/>
              </a:ext>
            </a:extLst>
          </p:cNvPr>
          <p:cNvSpPr/>
          <p:nvPr userDrawn="1"/>
        </p:nvSpPr>
        <p:spPr>
          <a:xfrm flipH="1">
            <a:off x="-1" y="0"/>
            <a:ext cx="4749798" cy="6858001"/>
          </a:xfrm>
          <a:prstGeom prst="rect">
            <a:avLst/>
          </a:prstGeom>
          <a:gradFill flip="none" rotWithShape="1">
            <a:gsLst>
              <a:gs pos="0">
                <a:schemeClr val="bg1"/>
              </a:gs>
              <a:gs pos="38000">
                <a:schemeClr val="bg2"/>
              </a:gs>
            </a:gsLst>
            <a:lin ang="16200000" scaled="1"/>
            <a:tileRect/>
          </a:gradFill>
          <a:ln w="19050" cap="flat">
            <a:noFill/>
            <a:prstDash val="solid"/>
            <a:miter/>
          </a:ln>
          <a:effectLst/>
        </p:spPr>
        <p:txBody>
          <a:bodyPr wrap="square" rtlCol="0" anchor="ctr">
            <a:noAutofit/>
          </a:bodyPr>
          <a:lstStyle/>
          <a:p>
            <a:pPr defTabSz="2665918">
              <a:spcBef>
                <a:spcPts val="2918"/>
              </a:spcBef>
              <a:buClr>
                <a:srgbClr val="F2F2F2"/>
              </a:buClr>
            </a:pPr>
            <a:endParaRPr lang="en-US" sz="9457" b="1" kern="0">
              <a:solidFill>
                <a:srgbClr val="FFFFFF"/>
              </a:solidFill>
              <a:latin typeface="Verdana" panose="020B0604030504040204" pitchFamily="34" charset="0"/>
            </a:endParaRPr>
          </a:p>
        </p:txBody>
      </p:sp>
      <p:sp>
        <p:nvSpPr>
          <p:cNvPr id="4" name="Date Placeholder 3">
            <a:extLst>
              <a:ext uri="{FF2B5EF4-FFF2-40B4-BE49-F238E27FC236}">
                <a16:creationId xmlns:a16="http://schemas.microsoft.com/office/drawing/2014/main" id="{CCD2B5DD-602C-C09D-A527-58CEA0D221BD}"/>
              </a:ext>
            </a:extLst>
          </p:cNvPr>
          <p:cNvSpPr>
            <a:spLocks noGrp="1"/>
          </p:cNvSpPr>
          <p:nvPr>
            <p:ph type="dt" sz="half" idx="10"/>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6" name="Slide Number Placeholder 5">
            <a:extLst>
              <a:ext uri="{FF2B5EF4-FFF2-40B4-BE49-F238E27FC236}">
                <a16:creationId xmlns:a16="http://schemas.microsoft.com/office/drawing/2014/main" id="{20D1C035-E909-A298-5D24-F7F53BF6AA5A}"/>
              </a:ext>
            </a:extLst>
          </p:cNvPr>
          <p:cNvSpPr>
            <a:spLocks noGrp="1"/>
          </p:cNvSpPr>
          <p:nvPr>
            <p:ph type="sldNum" sz="quarter" idx="12"/>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13" name="Content Placeholder 3">
            <a:extLst>
              <a:ext uri="{FF2B5EF4-FFF2-40B4-BE49-F238E27FC236}">
                <a16:creationId xmlns:a16="http://schemas.microsoft.com/office/drawing/2014/main" id="{169B91F7-815B-CF2A-D8A9-34BD0E593D86}"/>
              </a:ext>
            </a:extLst>
          </p:cNvPr>
          <p:cNvSpPr>
            <a:spLocks noGrp="1"/>
          </p:cNvSpPr>
          <p:nvPr>
            <p:ph sz="half" idx="2" hasCustomPrompt="1"/>
          </p:nvPr>
        </p:nvSpPr>
        <p:spPr>
          <a:xfrm>
            <a:off x="5286626" y="355600"/>
            <a:ext cx="6359273" cy="5926137"/>
          </a:xfrm>
        </p:spPr>
        <p:txBody>
          <a:bodyPr lIns="0" tIns="0" rIns="0" bIns="0">
            <a:normAutofit/>
          </a:bodyPr>
          <a:lstStyle>
            <a:lvl1pPr>
              <a:defRPr sz="1800"/>
            </a:lvl1pPr>
          </a:lstStyle>
          <a:p>
            <a:pPr lvl="0"/>
            <a:r>
              <a:rPr lang="en-US"/>
              <a:t>Click to add content. If you’re pasting from another location, please right-click and select the ‘Keep Text  Only’ option.</a:t>
            </a:r>
          </a:p>
        </p:txBody>
      </p:sp>
      <p:sp>
        <p:nvSpPr>
          <p:cNvPr id="19" name="Title 1">
            <a:extLst>
              <a:ext uri="{FF2B5EF4-FFF2-40B4-BE49-F238E27FC236}">
                <a16:creationId xmlns:a16="http://schemas.microsoft.com/office/drawing/2014/main" id="{662FD348-5921-019C-E579-0AB39FADCE06}"/>
              </a:ext>
            </a:extLst>
          </p:cNvPr>
          <p:cNvSpPr>
            <a:spLocks noGrp="1"/>
          </p:cNvSpPr>
          <p:nvPr>
            <p:ph type="title" hasCustomPrompt="1"/>
          </p:nvPr>
        </p:nvSpPr>
        <p:spPr>
          <a:xfrm>
            <a:off x="546100" y="2204786"/>
            <a:ext cx="3656286" cy="2296968"/>
          </a:xfrm>
        </p:spPr>
        <p:txBody>
          <a:bodyPr vert="horz" lIns="0" tIns="0" rIns="0" bIns="0" rtlCol="0" anchor="ctr" anchorCtr="0">
            <a:normAutofit/>
          </a:bodyPr>
          <a:lstStyle>
            <a:lvl1pPr>
              <a:defRPr lang="en-US" dirty="0"/>
            </a:lvl1pPr>
          </a:lstStyle>
          <a:p>
            <a:pPr marL="0" lvl="0"/>
            <a:r>
              <a:rPr lang="en-US"/>
              <a:t>Click to Add Title, Use Font Size 28, Title Case</a:t>
            </a:r>
          </a:p>
        </p:txBody>
      </p:sp>
      <p:sp>
        <p:nvSpPr>
          <p:cNvPr id="22" name="Freeform: Shape 21">
            <a:extLst>
              <a:ext uri="{FF2B5EF4-FFF2-40B4-BE49-F238E27FC236}">
                <a16:creationId xmlns:a16="http://schemas.microsoft.com/office/drawing/2014/main" id="{7AE9C714-101E-BC7F-3640-6E9DC69D579F}"/>
              </a:ext>
              <a:ext uri="{C183D7F6-B498-43B3-948B-1728B52AA6E4}">
                <adec:decorative xmlns:adec="http://schemas.microsoft.com/office/drawing/2017/decorative" val="1"/>
              </a:ext>
            </a:extLst>
          </p:cNvPr>
          <p:cNvSpPr>
            <a:spLocks noChangeAspect="1"/>
          </p:cNvSpPr>
          <p:nvPr userDrawn="1"/>
        </p:nvSpPr>
        <p:spPr>
          <a:xfrm>
            <a:off x="546101" y="4528491"/>
            <a:ext cx="1361700" cy="3244391"/>
          </a:xfrm>
          <a:custGeom>
            <a:avLst/>
            <a:gdLst>
              <a:gd name="connsiteX0" fmla="*/ 0 w 1361700"/>
              <a:gd name="connsiteY0" fmla="*/ 0 h 3244391"/>
              <a:gd name="connsiteX1" fmla="*/ 1361700 w 1361700"/>
              <a:gd name="connsiteY1" fmla="*/ 675680 h 3244391"/>
              <a:gd name="connsiteX2" fmla="*/ 1361700 w 1361700"/>
              <a:gd name="connsiteY2" fmla="*/ 894254 h 3244391"/>
              <a:gd name="connsiteX3" fmla="*/ 1361700 w 1361700"/>
              <a:gd name="connsiteY3" fmla="*/ 3025817 h 3244391"/>
              <a:gd name="connsiteX4" fmla="*/ 1361700 w 1361700"/>
              <a:gd name="connsiteY4" fmla="*/ 3244391 h 3244391"/>
              <a:gd name="connsiteX5" fmla="*/ 0 w 1361700"/>
              <a:gd name="connsiteY5" fmla="*/ 2568711 h 3244391"/>
              <a:gd name="connsiteX6" fmla="*/ 0 w 1361700"/>
              <a:gd name="connsiteY6" fmla="*/ 2350137 h 3244391"/>
              <a:gd name="connsiteX7" fmla="*/ 0 w 1361700"/>
              <a:gd name="connsiteY7" fmla="*/ 218574 h 3244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1700" h="3244391">
                <a:moveTo>
                  <a:pt x="0" y="0"/>
                </a:moveTo>
                <a:lnTo>
                  <a:pt x="1361700" y="675680"/>
                </a:lnTo>
                <a:lnTo>
                  <a:pt x="1361700" y="894254"/>
                </a:lnTo>
                <a:lnTo>
                  <a:pt x="1361700" y="3025817"/>
                </a:lnTo>
                <a:lnTo>
                  <a:pt x="1361700" y="3244391"/>
                </a:lnTo>
                <a:lnTo>
                  <a:pt x="0" y="2568711"/>
                </a:lnTo>
                <a:lnTo>
                  <a:pt x="0" y="2350137"/>
                </a:lnTo>
                <a:lnTo>
                  <a:pt x="0" y="218574"/>
                </a:lnTo>
                <a:close/>
              </a:path>
            </a:pathLst>
          </a:custGeom>
          <a:noFill/>
          <a:ln w="19050" cap="flat">
            <a:gradFill flip="none" rotWithShape="1">
              <a:gsLst>
                <a:gs pos="2098">
                  <a:schemeClr val="tx2">
                    <a:alpha val="36000"/>
                  </a:schemeClr>
                </a:gs>
                <a:gs pos="26000">
                  <a:schemeClr val="accent2">
                    <a:alpha val="96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20" name="Freeform: Shape 19">
            <a:extLst>
              <a:ext uri="{FF2B5EF4-FFF2-40B4-BE49-F238E27FC236}">
                <a16:creationId xmlns:a16="http://schemas.microsoft.com/office/drawing/2014/main" id="{A588E169-A749-7185-CC3E-7816AD947317}"/>
              </a:ext>
              <a:ext uri="{C183D7F6-B498-43B3-948B-1728B52AA6E4}">
                <adec:decorative xmlns:adec="http://schemas.microsoft.com/office/drawing/2017/decorative" val="1"/>
              </a:ext>
            </a:extLst>
          </p:cNvPr>
          <p:cNvSpPr>
            <a:spLocks noChangeAspect="1"/>
          </p:cNvSpPr>
          <p:nvPr userDrawn="1"/>
        </p:nvSpPr>
        <p:spPr>
          <a:xfrm>
            <a:off x="0" y="5068106"/>
            <a:ext cx="1226948" cy="2813375"/>
          </a:xfrm>
          <a:custGeom>
            <a:avLst/>
            <a:gdLst>
              <a:gd name="connsiteX0" fmla="*/ 0 w 1226948"/>
              <a:gd name="connsiteY0" fmla="*/ 0 h 2813375"/>
              <a:gd name="connsiteX1" fmla="*/ 1226948 w 1226948"/>
              <a:gd name="connsiteY1" fmla="*/ 608816 h 2813375"/>
              <a:gd name="connsiteX2" fmla="*/ 1226948 w 1226948"/>
              <a:gd name="connsiteY2" fmla="*/ 805760 h 2813375"/>
              <a:gd name="connsiteX3" fmla="*/ 1226948 w 1226948"/>
              <a:gd name="connsiteY3" fmla="*/ 2616431 h 2813375"/>
              <a:gd name="connsiteX4" fmla="*/ 1226948 w 1226948"/>
              <a:gd name="connsiteY4" fmla="*/ 2813375 h 2813375"/>
              <a:gd name="connsiteX5" fmla="*/ 0 w 1226948"/>
              <a:gd name="connsiteY5" fmla="*/ 2204559 h 2813375"/>
              <a:gd name="connsiteX6" fmla="*/ 0 w 1226948"/>
              <a:gd name="connsiteY6" fmla="*/ 2007615 h 2813375"/>
              <a:gd name="connsiteX7" fmla="*/ 0 w 1226948"/>
              <a:gd name="connsiteY7" fmla="*/ 196944 h 281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6948" h="2813375">
                <a:moveTo>
                  <a:pt x="0" y="0"/>
                </a:moveTo>
                <a:lnTo>
                  <a:pt x="1226948" y="608816"/>
                </a:lnTo>
                <a:lnTo>
                  <a:pt x="1226948" y="805760"/>
                </a:lnTo>
                <a:lnTo>
                  <a:pt x="1226948" y="2616431"/>
                </a:lnTo>
                <a:lnTo>
                  <a:pt x="1226948" y="2813375"/>
                </a:lnTo>
                <a:lnTo>
                  <a:pt x="0" y="2204559"/>
                </a:lnTo>
                <a:lnTo>
                  <a:pt x="0" y="2007615"/>
                </a:lnTo>
                <a:lnTo>
                  <a:pt x="0" y="196944"/>
                </a:lnTo>
                <a:close/>
              </a:path>
            </a:pathLst>
          </a:custGeom>
          <a:gradFill flip="none" rotWithShape="1">
            <a:gsLst>
              <a:gs pos="100000">
                <a:srgbClr val="2F2A95">
                  <a:alpha val="31000"/>
                </a:srgbClr>
              </a:gs>
              <a:gs pos="0">
                <a:srgbClr val="92C0E9">
                  <a:alpha val="77000"/>
                </a:srgbClr>
              </a:gs>
              <a:gs pos="64198">
                <a:srgbClr val="C5B4E2">
                  <a:alpha val="61000"/>
                </a:srgbClr>
              </a:gs>
              <a:gs pos="33000">
                <a:srgbClr val="92C0E9">
                  <a:alpha val="78000"/>
                </a:srgbClr>
              </a:gs>
            </a:gsLst>
            <a:lin ang="6900000" scaled="0"/>
            <a:tileRect/>
          </a:gradFill>
          <a:ln w="19050" cap="flat">
            <a:gradFill>
              <a:gsLst>
                <a:gs pos="0">
                  <a:srgbClr val="92C0E9">
                    <a:lumMod val="75000"/>
                    <a:alpha val="27000"/>
                  </a:srgbClr>
                </a:gs>
                <a:gs pos="100000">
                  <a:srgbClr val="2F2A95">
                    <a:alpha val="20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24" name="Freeform: Shape 23">
            <a:extLst>
              <a:ext uri="{FF2B5EF4-FFF2-40B4-BE49-F238E27FC236}">
                <a16:creationId xmlns:a16="http://schemas.microsoft.com/office/drawing/2014/main" id="{0FCF62AA-10F4-6B1E-FC59-3ADBEEE9E3B7}"/>
              </a:ext>
              <a:ext uri="{C183D7F6-B498-43B3-948B-1728B52AA6E4}">
                <adec:decorative xmlns:adec="http://schemas.microsoft.com/office/drawing/2017/decorative" val="1"/>
              </a:ext>
            </a:extLst>
          </p:cNvPr>
          <p:cNvSpPr>
            <a:spLocks noChangeAspect="1"/>
          </p:cNvSpPr>
          <p:nvPr userDrawn="1"/>
        </p:nvSpPr>
        <p:spPr>
          <a:xfrm>
            <a:off x="3323794" y="-1227550"/>
            <a:ext cx="1280450" cy="2751551"/>
          </a:xfrm>
          <a:custGeom>
            <a:avLst/>
            <a:gdLst>
              <a:gd name="connsiteX0" fmla="*/ 0 w 1280450"/>
              <a:gd name="connsiteY0" fmla="*/ 0 h 2751551"/>
              <a:gd name="connsiteX1" fmla="*/ 1280450 w 1280450"/>
              <a:gd name="connsiteY1" fmla="*/ 635363 h 2751551"/>
              <a:gd name="connsiteX2" fmla="*/ 1280450 w 1280450"/>
              <a:gd name="connsiteY2" fmla="*/ 840895 h 2751551"/>
              <a:gd name="connsiteX3" fmla="*/ 1280450 w 1280450"/>
              <a:gd name="connsiteY3" fmla="*/ 2546019 h 2751551"/>
              <a:gd name="connsiteX4" fmla="*/ 1280450 w 1280450"/>
              <a:gd name="connsiteY4" fmla="*/ 2751551 h 2751551"/>
              <a:gd name="connsiteX5" fmla="*/ 0 w 1280450"/>
              <a:gd name="connsiteY5" fmla="*/ 2116188 h 2751551"/>
              <a:gd name="connsiteX6" fmla="*/ 0 w 1280450"/>
              <a:gd name="connsiteY6" fmla="*/ 1910656 h 2751551"/>
              <a:gd name="connsiteX7" fmla="*/ 0 w 1280450"/>
              <a:gd name="connsiteY7" fmla="*/ 205532 h 2751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0450" h="2751551">
                <a:moveTo>
                  <a:pt x="0" y="0"/>
                </a:moveTo>
                <a:lnTo>
                  <a:pt x="1280450" y="635363"/>
                </a:lnTo>
                <a:lnTo>
                  <a:pt x="1280450" y="840895"/>
                </a:lnTo>
                <a:lnTo>
                  <a:pt x="1280450" y="2546019"/>
                </a:lnTo>
                <a:lnTo>
                  <a:pt x="1280450" y="2751551"/>
                </a:lnTo>
                <a:lnTo>
                  <a:pt x="0" y="2116188"/>
                </a:lnTo>
                <a:lnTo>
                  <a:pt x="0" y="1910656"/>
                </a:lnTo>
                <a:lnTo>
                  <a:pt x="0" y="205532"/>
                </a:lnTo>
                <a:close/>
              </a:path>
            </a:pathLst>
          </a:custGeom>
          <a:noFill/>
          <a:ln w="19050" cap="flat">
            <a:gradFill flip="none" rotWithShape="1">
              <a:gsLst>
                <a:gs pos="2098">
                  <a:schemeClr val="tx2">
                    <a:alpha val="36000"/>
                  </a:schemeClr>
                </a:gs>
                <a:gs pos="26000">
                  <a:schemeClr val="accent2">
                    <a:alpha val="96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26" name="Freeform: Shape 25">
            <a:extLst>
              <a:ext uri="{FF2B5EF4-FFF2-40B4-BE49-F238E27FC236}">
                <a16:creationId xmlns:a16="http://schemas.microsoft.com/office/drawing/2014/main" id="{1B411CCB-21D0-6BDC-3728-9404CC116048}"/>
              </a:ext>
              <a:ext uri="{C183D7F6-B498-43B3-948B-1728B52AA6E4}">
                <adec:decorative xmlns:adec="http://schemas.microsoft.com/office/drawing/2017/decorative" val="1"/>
              </a:ext>
            </a:extLst>
          </p:cNvPr>
          <p:cNvSpPr>
            <a:spLocks noChangeAspect="1"/>
          </p:cNvSpPr>
          <p:nvPr userDrawn="1"/>
        </p:nvSpPr>
        <p:spPr>
          <a:xfrm flipH="1" flipV="1">
            <a:off x="2696448" y="-798318"/>
            <a:ext cx="1280450" cy="2982614"/>
          </a:xfrm>
          <a:custGeom>
            <a:avLst/>
            <a:gdLst>
              <a:gd name="connsiteX0" fmla="*/ 1280450 w 1280450"/>
              <a:gd name="connsiteY0" fmla="*/ 2982614 h 2982614"/>
              <a:gd name="connsiteX1" fmla="*/ 0 w 1280450"/>
              <a:gd name="connsiteY1" fmla="*/ 2347250 h 2982614"/>
              <a:gd name="connsiteX2" fmla="*/ 0 w 1280450"/>
              <a:gd name="connsiteY2" fmla="*/ 2141719 h 2982614"/>
              <a:gd name="connsiteX3" fmla="*/ 0 w 1280450"/>
              <a:gd name="connsiteY3" fmla="*/ 205532 h 2982614"/>
              <a:gd name="connsiteX4" fmla="*/ 0 w 1280450"/>
              <a:gd name="connsiteY4" fmla="*/ 0 h 2982614"/>
              <a:gd name="connsiteX5" fmla="*/ 1280450 w 1280450"/>
              <a:gd name="connsiteY5" fmla="*/ 635363 h 2982614"/>
              <a:gd name="connsiteX6" fmla="*/ 1280450 w 1280450"/>
              <a:gd name="connsiteY6" fmla="*/ 840895 h 2982614"/>
              <a:gd name="connsiteX7" fmla="*/ 1280450 w 1280450"/>
              <a:gd name="connsiteY7" fmla="*/ 2777082 h 298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0450" h="2982614">
                <a:moveTo>
                  <a:pt x="1280450" y="2982614"/>
                </a:moveTo>
                <a:lnTo>
                  <a:pt x="0" y="2347250"/>
                </a:lnTo>
                <a:lnTo>
                  <a:pt x="0" y="2141719"/>
                </a:lnTo>
                <a:lnTo>
                  <a:pt x="0" y="205532"/>
                </a:lnTo>
                <a:lnTo>
                  <a:pt x="0" y="0"/>
                </a:lnTo>
                <a:lnTo>
                  <a:pt x="1280450" y="635363"/>
                </a:lnTo>
                <a:lnTo>
                  <a:pt x="1280450" y="840895"/>
                </a:lnTo>
                <a:lnTo>
                  <a:pt x="1280450" y="2777082"/>
                </a:lnTo>
                <a:close/>
              </a:path>
            </a:pathLst>
          </a:custGeom>
          <a:gradFill flip="none" rotWithShape="1">
            <a:gsLst>
              <a:gs pos="0">
                <a:srgbClr val="78E3DE">
                  <a:alpha val="13000"/>
                  <a:lumMod val="90000"/>
                </a:srgbClr>
              </a:gs>
              <a:gs pos="100000">
                <a:srgbClr val="2F2A95">
                  <a:alpha val="23000"/>
                </a:srgbClr>
              </a:gs>
              <a:gs pos="72000">
                <a:srgbClr val="00B2A9">
                  <a:alpha val="31000"/>
                </a:srgbClr>
              </a:gs>
            </a:gsLst>
            <a:lin ang="16200000" scaled="0"/>
            <a:tileRect/>
          </a:gradFill>
          <a:ln w="19050" cap="flat">
            <a:gradFill flip="none" rotWithShape="1">
              <a:gsLst>
                <a:gs pos="0">
                  <a:srgbClr val="00B2A9">
                    <a:alpha val="7000"/>
                  </a:srgbClr>
                </a:gs>
                <a:gs pos="100000">
                  <a:srgbClr val="2F2A95">
                    <a:alpha val="29000"/>
                  </a:srgbClr>
                </a:gs>
              </a:gsLst>
              <a:lin ang="13500000" scaled="1"/>
              <a:tileRect/>
            </a:gradFill>
            <a:prstDash val="solid"/>
            <a:miter/>
          </a:ln>
          <a:effectLst>
            <a:outerShdw blurRad="190500" algn="ctr" rotWithShape="0">
              <a:prstClr val="black">
                <a:alpha val="25000"/>
              </a:prstClr>
            </a:outerShdw>
          </a:effectLst>
        </p:spPr>
        <p:txBody>
          <a:bodyPr wrap="square" rtlCol="0" anchor="ctr">
            <a:noAutofit/>
          </a:bodyPr>
          <a:lstStyle/>
          <a:p>
            <a:pPr defTabSz="2665918">
              <a:spcBef>
                <a:spcPts val="2918"/>
              </a:spcBef>
              <a:buClr>
                <a:srgbClr val="F2F2F2"/>
              </a:buClr>
            </a:pPr>
            <a:endParaRPr lang="en-US" sz="9457" kern="0">
              <a:solidFill>
                <a:srgbClr val="FFFFFF"/>
              </a:solidFill>
              <a:latin typeface="Verdana" panose="020B0604030504040204" pitchFamily="34" charset="0"/>
            </a:endParaRPr>
          </a:p>
        </p:txBody>
      </p:sp>
      <p:sp>
        <p:nvSpPr>
          <p:cNvPr id="2" name="Footer Placeholder 5">
            <a:extLst>
              <a:ext uri="{FF2B5EF4-FFF2-40B4-BE49-F238E27FC236}">
                <a16:creationId xmlns:a16="http://schemas.microsoft.com/office/drawing/2014/main" id="{F2A7F070-5952-5685-E30A-EBF59BCF33BE}"/>
              </a:ext>
            </a:extLst>
          </p:cNvPr>
          <p:cNvSpPr>
            <a:spLocks noGrp="1"/>
          </p:cNvSpPr>
          <p:nvPr>
            <p:ph type="ftr" sz="quarter" idx="11"/>
          </p:nvPr>
        </p:nvSpPr>
        <p:spPr>
          <a:xfrm>
            <a:off x="539749" y="6492925"/>
            <a:ext cx="8302626" cy="153888"/>
          </a:xfrm>
        </p:spPr>
        <p:txBody>
          <a:bodyPr/>
          <a:lstStyle/>
          <a:p>
            <a:pPr>
              <a:buClr>
                <a:schemeClr val="tx2"/>
              </a:buClr>
              <a:buSzPct val="120000"/>
              <a:buFont typeface="Verdana" panose="020F0502020204030204" pitchFamily="34" charset="0"/>
              <a:buNone/>
            </a:pPr>
            <a:endParaRPr lang="en-US"/>
          </a:p>
        </p:txBody>
      </p:sp>
    </p:spTree>
    <p:extLst>
      <p:ext uri="{BB962C8B-B14F-4D97-AF65-F5344CB8AC3E}">
        <p14:creationId xmlns:p14="http://schemas.microsoft.com/office/powerpoint/2010/main" val="3358299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CD2B5DD-602C-C09D-A527-58CEA0D221BD}"/>
              </a:ext>
            </a:extLst>
          </p:cNvPr>
          <p:cNvSpPr>
            <a:spLocks noGrp="1"/>
          </p:cNvSpPr>
          <p:nvPr userDrawn="1">
            <p:ph type="dt" sz="half" idx="10"/>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6" name="Slide Number Placeholder 5">
            <a:extLst>
              <a:ext uri="{FF2B5EF4-FFF2-40B4-BE49-F238E27FC236}">
                <a16:creationId xmlns:a16="http://schemas.microsoft.com/office/drawing/2014/main" id="{20D1C035-E909-A298-5D24-F7F53BF6AA5A}"/>
              </a:ext>
            </a:extLst>
          </p:cNvPr>
          <p:cNvSpPr>
            <a:spLocks noGrp="1"/>
          </p:cNvSpPr>
          <p:nvPr userDrawn="1">
            <p:ph type="sldNum" sz="quarter" idx="12"/>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13" name="Content Placeholder 3">
            <a:extLst>
              <a:ext uri="{FF2B5EF4-FFF2-40B4-BE49-F238E27FC236}">
                <a16:creationId xmlns:a16="http://schemas.microsoft.com/office/drawing/2014/main" id="{169B91F7-815B-CF2A-D8A9-34BD0E593D86}"/>
              </a:ext>
            </a:extLst>
          </p:cNvPr>
          <p:cNvSpPr>
            <a:spLocks noGrp="1"/>
          </p:cNvSpPr>
          <p:nvPr userDrawn="1">
            <p:ph sz="half" idx="2" hasCustomPrompt="1"/>
          </p:nvPr>
        </p:nvSpPr>
        <p:spPr>
          <a:xfrm>
            <a:off x="3352800" y="1649413"/>
            <a:ext cx="8293101" cy="4637087"/>
          </a:xfrm>
        </p:spPr>
        <p:txBody>
          <a:bodyPr lIns="0" tIns="0" rIns="0" bIns="0">
            <a:normAutofit/>
          </a:bodyPr>
          <a:lstStyle>
            <a:lvl1pPr>
              <a:defRPr sz="1800"/>
            </a:lvl1pPr>
          </a:lstStyle>
          <a:p>
            <a:pPr lvl="0"/>
            <a:r>
              <a:rPr lang="en-US"/>
              <a:t>Click to add content. If you’re pasting from another location, please right-click and select the ‘Keep Text  Only’ option.</a:t>
            </a:r>
          </a:p>
        </p:txBody>
      </p:sp>
      <p:sp>
        <p:nvSpPr>
          <p:cNvPr id="19" name="Title 1">
            <a:extLst>
              <a:ext uri="{FF2B5EF4-FFF2-40B4-BE49-F238E27FC236}">
                <a16:creationId xmlns:a16="http://schemas.microsoft.com/office/drawing/2014/main" id="{662FD348-5921-019C-E579-0AB39FADCE06}"/>
              </a:ext>
            </a:extLst>
          </p:cNvPr>
          <p:cNvSpPr>
            <a:spLocks noGrp="1"/>
          </p:cNvSpPr>
          <p:nvPr userDrawn="1">
            <p:ph type="title" hasCustomPrompt="1"/>
          </p:nvPr>
        </p:nvSpPr>
        <p:spPr>
          <a:xfrm>
            <a:off x="3352800" y="365125"/>
            <a:ext cx="7689243" cy="1158875"/>
          </a:xfrm>
        </p:spPr>
        <p:txBody>
          <a:bodyPr vert="horz" lIns="0" tIns="176400" rIns="0" bIns="0" rtlCol="0" anchor="t" anchorCtr="0">
            <a:normAutofit/>
          </a:bodyPr>
          <a:lstStyle>
            <a:lvl1pPr>
              <a:defRPr lang="en-US" dirty="0"/>
            </a:lvl1pPr>
          </a:lstStyle>
          <a:p>
            <a:pPr marL="0" lvl="0"/>
            <a:r>
              <a:rPr lang="en-US"/>
              <a:t>Click to Add Title, Use Font Size 28, Title Case</a:t>
            </a:r>
          </a:p>
        </p:txBody>
      </p:sp>
      <p:sp>
        <p:nvSpPr>
          <p:cNvPr id="7" name="Freeform: Shape 6">
            <a:extLst>
              <a:ext uri="{FF2B5EF4-FFF2-40B4-BE49-F238E27FC236}">
                <a16:creationId xmlns:a16="http://schemas.microsoft.com/office/drawing/2014/main" id="{3EE8CA4A-0E22-0055-E30D-11FD15E0112D}"/>
              </a:ext>
              <a:ext uri="{C183D7F6-B498-43B3-948B-1728B52AA6E4}">
                <adec:decorative xmlns:adec="http://schemas.microsoft.com/office/drawing/2017/decorative" val="1"/>
              </a:ext>
            </a:extLst>
          </p:cNvPr>
          <p:cNvSpPr>
            <a:spLocks noChangeAspect="1"/>
          </p:cNvSpPr>
          <p:nvPr userDrawn="1"/>
        </p:nvSpPr>
        <p:spPr>
          <a:xfrm>
            <a:off x="0" y="-278092"/>
            <a:ext cx="2254111" cy="6564592"/>
          </a:xfrm>
          <a:custGeom>
            <a:avLst/>
            <a:gdLst>
              <a:gd name="connsiteX0" fmla="*/ 0 w 2254111"/>
              <a:gd name="connsiteY0" fmla="*/ 0 h 6564592"/>
              <a:gd name="connsiteX1" fmla="*/ 2254111 w 2254111"/>
              <a:gd name="connsiteY1" fmla="*/ 1118498 h 6564592"/>
              <a:gd name="connsiteX2" fmla="*/ 2254111 w 2254111"/>
              <a:gd name="connsiteY2" fmla="*/ 1168711 h 6564592"/>
              <a:gd name="connsiteX3" fmla="*/ 2254111 w 2254111"/>
              <a:gd name="connsiteY3" fmla="*/ 1315217 h 6564592"/>
              <a:gd name="connsiteX4" fmla="*/ 2254111 w 2254111"/>
              <a:gd name="connsiteY4" fmla="*/ 1333811 h 6564592"/>
              <a:gd name="connsiteX5" fmla="*/ 2254111 w 2254111"/>
              <a:gd name="connsiteY5" fmla="*/ 1480317 h 6564592"/>
              <a:gd name="connsiteX6" fmla="*/ 2254111 w 2254111"/>
              <a:gd name="connsiteY6" fmla="*/ 6202773 h 6564592"/>
              <a:gd name="connsiteX7" fmla="*/ 2254111 w 2254111"/>
              <a:gd name="connsiteY7" fmla="*/ 6349279 h 6564592"/>
              <a:gd name="connsiteX8" fmla="*/ 2254111 w 2254111"/>
              <a:gd name="connsiteY8" fmla="*/ 6367873 h 6564592"/>
              <a:gd name="connsiteX9" fmla="*/ 2254111 w 2254111"/>
              <a:gd name="connsiteY9" fmla="*/ 6514379 h 6564592"/>
              <a:gd name="connsiteX10" fmla="*/ 2254111 w 2254111"/>
              <a:gd name="connsiteY10" fmla="*/ 6564592 h 6564592"/>
              <a:gd name="connsiteX11" fmla="*/ 0 w 2254111"/>
              <a:gd name="connsiteY11" fmla="*/ 5446096 h 6564592"/>
              <a:gd name="connsiteX12" fmla="*/ 0 w 2254111"/>
              <a:gd name="connsiteY12" fmla="*/ 5395882 h 6564592"/>
              <a:gd name="connsiteX13" fmla="*/ 0 w 2254111"/>
              <a:gd name="connsiteY13" fmla="*/ 5249376 h 6564592"/>
              <a:gd name="connsiteX14" fmla="*/ 0 w 2254111"/>
              <a:gd name="connsiteY14" fmla="*/ 5230782 h 6564592"/>
              <a:gd name="connsiteX15" fmla="*/ 0 w 2254111"/>
              <a:gd name="connsiteY15" fmla="*/ 5084276 h 6564592"/>
              <a:gd name="connsiteX16" fmla="*/ 0 w 2254111"/>
              <a:gd name="connsiteY16" fmla="*/ 361820 h 6564592"/>
              <a:gd name="connsiteX17" fmla="*/ 0 w 2254111"/>
              <a:gd name="connsiteY17" fmla="*/ 215314 h 6564592"/>
              <a:gd name="connsiteX18" fmla="*/ 0 w 2254111"/>
              <a:gd name="connsiteY18" fmla="*/ 196720 h 6564592"/>
              <a:gd name="connsiteX19" fmla="*/ 0 w 2254111"/>
              <a:gd name="connsiteY19" fmla="*/ 50214 h 6564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254111" h="6564592">
                <a:moveTo>
                  <a:pt x="0" y="0"/>
                </a:moveTo>
                <a:lnTo>
                  <a:pt x="2254111" y="1118498"/>
                </a:lnTo>
                <a:lnTo>
                  <a:pt x="2254111" y="1168711"/>
                </a:lnTo>
                <a:lnTo>
                  <a:pt x="2254111" y="1315217"/>
                </a:lnTo>
                <a:lnTo>
                  <a:pt x="2254111" y="1333811"/>
                </a:lnTo>
                <a:lnTo>
                  <a:pt x="2254111" y="1480317"/>
                </a:lnTo>
                <a:lnTo>
                  <a:pt x="2254111" y="6202773"/>
                </a:lnTo>
                <a:lnTo>
                  <a:pt x="2254111" y="6349279"/>
                </a:lnTo>
                <a:lnTo>
                  <a:pt x="2254111" y="6367873"/>
                </a:lnTo>
                <a:lnTo>
                  <a:pt x="2254111" y="6514379"/>
                </a:lnTo>
                <a:lnTo>
                  <a:pt x="2254111" y="6564592"/>
                </a:lnTo>
                <a:lnTo>
                  <a:pt x="0" y="5446096"/>
                </a:lnTo>
                <a:lnTo>
                  <a:pt x="0" y="5395882"/>
                </a:lnTo>
                <a:lnTo>
                  <a:pt x="0" y="5249376"/>
                </a:lnTo>
                <a:lnTo>
                  <a:pt x="0" y="5230782"/>
                </a:lnTo>
                <a:lnTo>
                  <a:pt x="0" y="5084276"/>
                </a:lnTo>
                <a:lnTo>
                  <a:pt x="0" y="361820"/>
                </a:lnTo>
                <a:lnTo>
                  <a:pt x="0" y="215314"/>
                </a:lnTo>
                <a:lnTo>
                  <a:pt x="0" y="196720"/>
                </a:lnTo>
                <a:lnTo>
                  <a:pt x="0" y="50214"/>
                </a:lnTo>
                <a:close/>
              </a:path>
            </a:pathLst>
          </a:custGeom>
          <a:gradFill flip="none" rotWithShape="1">
            <a:gsLst>
              <a:gs pos="0">
                <a:srgbClr val="78E3DE">
                  <a:alpha val="13000"/>
                  <a:lumMod val="90000"/>
                </a:srgbClr>
              </a:gs>
              <a:gs pos="100000">
                <a:srgbClr val="2F2A95">
                  <a:alpha val="23000"/>
                </a:srgbClr>
              </a:gs>
              <a:gs pos="72000">
                <a:srgbClr val="00B2A9">
                  <a:alpha val="31000"/>
                </a:srgbClr>
              </a:gs>
            </a:gsLst>
            <a:lin ang="16200000" scaled="0"/>
            <a:tileRect/>
          </a:gradFill>
          <a:ln w="19050" cap="flat">
            <a:gradFill flip="none" rotWithShape="1">
              <a:gsLst>
                <a:gs pos="0">
                  <a:srgbClr val="00B2A9">
                    <a:alpha val="49000"/>
                  </a:srgbClr>
                </a:gs>
                <a:gs pos="100000">
                  <a:srgbClr val="2F2A95">
                    <a:alpha val="61000"/>
                  </a:srgbClr>
                </a:gs>
              </a:gsLst>
              <a:lin ang="13500000" scaled="1"/>
              <a:tileRect/>
            </a:gradFill>
            <a:prstDash val="solid"/>
            <a:miter/>
          </a:ln>
          <a:effectLst>
            <a:outerShdw blurRad="190500" algn="ctr" rotWithShape="0">
              <a:prstClr val="black">
                <a:alpha val="25000"/>
              </a:prstClr>
            </a:outerShdw>
          </a:effectLst>
        </p:spPr>
        <p:txBody>
          <a:bodyPr wrap="square" rtlCol="0" anchor="ctr">
            <a:noAutofit/>
          </a:bodyPr>
          <a:lstStyle/>
          <a:p>
            <a:pPr defTabSz="2665918">
              <a:spcBef>
                <a:spcPts val="2918"/>
              </a:spcBef>
              <a:buClr>
                <a:srgbClr val="F2F2F2"/>
              </a:buClr>
            </a:pPr>
            <a:endParaRPr lang="en-US" sz="9457" kern="0">
              <a:solidFill>
                <a:srgbClr val="FFFFFF"/>
              </a:solidFill>
              <a:latin typeface="Verdana" panose="020B0604030504040204" pitchFamily="34" charset="0"/>
            </a:endParaRPr>
          </a:p>
        </p:txBody>
      </p:sp>
      <p:grpSp>
        <p:nvGrpSpPr>
          <p:cNvPr id="8" name="Group 4">
            <a:extLst>
              <a:ext uri="{FF2B5EF4-FFF2-40B4-BE49-F238E27FC236}">
                <a16:creationId xmlns:a16="http://schemas.microsoft.com/office/drawing/2014/main" id="{621C2235-5059-9759-7714-170047B60EC9}"/>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p:grpSpPr>
        <p:sp>
          <p:nvSpPr>
            <p:cNvPr id="10" name="Freeform 5">
              <a:extLst>
                <a:ext uri="{FF2B5EF4-FFF2-40B4-BE49-F238E27FC236}">
                  <a16:creationId xmlns:a16="http://schemas.microsoft.com/office/drawing/2014/main" id="{E70592E0-C005-7F3E-F429-F6AD435CF3AB}"/>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solidFill>
              <a:srgbClr val="2F2A9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sp>
          <p:nvSpPr>
            <p:cNvPr id="11" name="Freeform 6">
              <a:extLst>
                <a:ext uri="{FF2B5EF4-FFF2-40B4-BE49-F238E27FC236}">
                  <a16:creationId xmlns:a16="http://schemas.microsoft.com/office/drawing/2014/main" id="{95D6550B-7666-2315-A57A-EC111773FD0E}"/>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solidFill>
              <a:srgbClr val="00B2A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grpSp>
      <p:sp>
        <p:nvSpPr>
          <p:cNvPr id="14" name="Freeform: Shape 13">
            <a:extLst>
              <a:ext uri="{FF2B5EF4-FFF2-40B4-BE49-F238E27FC236}">
                <a16:creationId xmlns:a16="http://schemas.microsoft.com/office/drawing/2014/main" id="{3DE87C58-A16E-842C-9181-513567A8BEB1}"/>
              </a:ext>
              <a:ext uri="{C183D7F6-B498-43B3-948B-1728B52AA6E4}">
                <adec:decorative xmlns:adec="http://schemas.microsoft.com/office/drawing/2017/decorative" val="1"/>
              </a:ext>
            </a:extLst>
          </p:cNvPr>
          <p:cNvSpPr>
            <a:spLocks noChangeAspect="1"/>
          </p:cNvSpPr>
          <p:nvPr userDrawn="1"/>
        </p:nvSpPr>
        <p:spPr>
          <a:xfrm>
            <a:off x="409575" y="2619375"/>
            <a:ext cx="2254111" cy="5607629"/>
          </a:xfrm>
          <a:custGeom>
            <a:avLst/>
            <a:gdLst>
              <a:gd name="connsiteX0" fmla="*/ 0 w 2254111"/>
              <a:gd name="connsiteY0" fmla="*/ 0 h 5607629"/>
              <a:gd name="connsiteX1" fmla="*/ 2254111 w 2254111"/>
              <a:gd name="connsiteY1" fmla="*/ 1118498 h 5607629"/>
              <a:gd name="connsiteX2" fmla="*/ 2254111 w 2254111"/>
              <a:gd name="connsiteY2" fmla="*/ 1480317 h 5607629"/>
              <a:gd name="connsiteX3" fmla="*/ 2254111 w 2254111"/>
              <a:gd name="connsiteY3" fmla="*/ 5245810 h 5607629"/>
              <a:gd name="connsiteX4" fmla="*/ 2254111 w 2254111"/>
              <a:gd name="connsiteY4" fmla="*/ 5607629 h 5607629"/>
              <a:gd name="connsiteX5" fmla="*/ 0 w 2254111"/>
              <a:gd name="connsiteY5" fmla="*/ 4489133 h 5607629"/>
              <a:gd name="connsiteX6" fmla="*/ 0 w 2254111"/>
              <a:gd name="connsiteY6" fmla="*/ 4127313 h 5607629"/>
              <a:gd name="connsiteX7" fmla="*/ 0 w 2254111"/>
              <a:gd name="connsiteY7" fmla="*/ 361820 h 5607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4111" h="5607629">
                <a:moveTo>
                  <a:pt x="0" y="0"/>
                </a:moveTo>
                <a:lnTo>
                  <a:pt x="2254111" y="1118498"/>
                </a:lnTo>
                <a:lnTo>
                  <a:pt x="2254111" y="1480317"/>
                </a:lnTo>
                <a:lnTo>
                  <a:pt x="2254111" y="5245810"/>
                </a:lnTo>
                <a:lnTo>
                  <a:pt x="2254111" y="5607629"/>
                </a:lnTo>
                <a:lnTo>
                  <a:pt x="0" y="4489133"/>
                </a:lnTo>
                <a:lnTo>
                  <a:pt x="0" y="4127313"/>
                </a:lnTo>
                <a:lnTo>
                  <a:pt x="0" y="361820"/>
                </a:lnTo>
                <a:close/>
              </a:path>
            </a:pathLst>
          </a:custGeom>
          <a:noFill/>
          <a:ln w="19050" cap="flat">
            <a:gradFill flip="none" rotWithShape="1">
              <a:gsLst>
                <a:gs pos="2098">
                  <a:schemeClr val="tx2">
                    <a:alpha val="36000"/>
                  </a:schemeClr>
                </a:gs>
                <a:gs pos="26000">
                  <a:schemeClr val="accent2">
                    <a:alpha val="96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defTabSz="2665918">
              <a:lnSpc>
                <a:spcPct val="90000"/>
              </a:lnSpc>
              <a:spcBef>
                <a:spcPts val="2918"/>
              </a:spcBef>
              <a:buClr>
                <a:srgbClr val="F2F2F2"/>
              </a:buClr>
              <a:buSzPct val="120000"/>
            </a:pPr>
            <a:endParaRPr lang="en-US" sz="9457" kern="0">
              <a:solidFill>
                <a:srgbClr val="FFFFFF"/>
              </a:solidFill>
              <a:latin typeface="Verdana" panose="020B0604030504040204" pitchFamily="34" charset="0"/>
            </a:endParaRPr>
          </a:p>
        </p:txBody>
      </p:sp>
      <p:sp>
        <p:nvSpPr>
          <p:cNvPr id="2" name="Footer Placeholder 5">
            <a:extLst>
              <a:ext uri="{FF2B5EF4-FFF2-40B4-BE49-F238E27FC236}">
                <a16:creationId xmlns:a16="http://schemas.microsoft.com/office/drawing/2014/main" id="{5972BBF1-4FE3-B196-692A-3BD787AE5232}"/>
              </a:ext>
            </a:extLst>
          </p:cNvPr>
          <p:cNvSpPr>
            <a:spLocks noGrp="1"/>
          </p:cNvSpPr>
          <p:nvPr>
            <p:ph type="ftr" sz="quarter" idx="11"/>
          </p:nvPr>
        </p:nvSpPr>
        <p:spPr>
          <a:xfrm>
            <a:off x="539749" y="6492925"/>
            <a:ext cx="8302626" cy="153888"/>
          </a:xfrm>
        </p:spPr>
        <p:txBody>
          <a:bodyPr/>
          <a:lstStyle/>
          <a:p>
            <a:pPr>
              <a:buClr>
                <a:schemeClr val="tx2"/>
              </a:buClr>
              <a:buSzPct val="120000"/>
              <a:buFont typeface="Verdana" panose="020F0502020204030204" pitchFamily="34" charset="0"/>
              <a:buNone/>
            </a:pPr>
            <a:endParaRPr lang="en-US"/>
          </a:p>
        </p:txBody>
      </p:sp>
    </p:spTree>
    <p:extLst>
      <p:ext uri="{BB962C8B-B14F-4D97-AF65-F5344CB8AC3E}">
        <p14:creationId xmlns:p14="http://schemas.microsoft.com/office/powerpoint/2010/main" val="2616872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2693B-C87B-579E-9804-888003BD2547}"/>
              </a:ext>
            </a:extLst>
          </p:cNvPr>
          <p:cNvSpPr>
            <a:spLocks noGrp="1"/>
          </p:cNvSpPr>
          <p:nvPr>
            <p:ph type="title" hasCustomPrompt="1"/>
          </p:nvPr>
        </p:nvSpPr>
        <p:spPr>
          <a:xfrm>
            <a:off x="546100" y="365125"/>
            <a:ext cx="10495943" cy="777875"/>
          </a:xfrm>
        </p:spPr>
        <p:txBody>
          <a:bodyPr vert="horz" lIns="0" tIns="0" rIns="0" bIns="0" rtlCol="0" anchor="ctr">
            <a:normAutofit/>
          </a:bodyPr>
          <a:lstStyle>
            <a:lvl1pPr>
              <a:defRPr lang="en-US" dirty="0"/>
            </a:lvl1pPr>
          </a:lstStyle>
          <a:p>
            <a:pPr marL="0" lvl="0"/>
            <a:r>
              <a:rPr lang="en-US"/>
              <a:t>Click to Add Title, Use Font Size 28, Title Case</a:t>
            </a:r>
          </a:p>
        </p:txBody>
      </p:sp>
      <p:sp>
        <p:nvSpPr>
          <p:cNvPr id="4" name="Text Placeholder 3">
            <a:extLst>
              <a:ext uri="{FF2B5EF4-FFF2-40B4-BE49-F238E27FC236}">
                <a16:creationId xmlns:a16="http://schemas.microsoft.com/office/drawing/2014/main" id="{A445236C-6934-9C66-504A-8F0B460FD0D2}"/>
              </a:ext>
            </a:extLst>
          </p:cNvPr>
          <p:cNvSpPr>
            <a:spLocks noGrp="1"/>
          </p:cNvSpPr>
          <p:nvPr>
            <p:ph type="body" sz="half" idx="2" hasCustomPrompt="1"/>
          </p:nvPr>
        </p:nvSpPr>
        <p:spPr>
          <a:xfrm>
            <a:off x="546100" y="1524000"/>
            <a:ext cx="5486400" cy="4762500"/>
          </a:xfrm>
        </p:spPr>
        <p:txBody>
          <a:bodyPr lIns="0" tIns="0" rIns="0" bIns="0"/>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text. Please ensure content remains within the text box. Placeholder text will not show in presentations unless edited.</a:t>
            </a:r>
          </a:p>
        </p:txBody>
      </p:sp>
      <p:sp>
        <p:nvSpPr>
          <p:cNvPr id="3" name="Content Placeholder 2">
            <a:extLst>
              <a:ext uri="{FF2B5EF4-FFF2-40B4-BE49-F238E27FC236}">
                <a16:creationId xmlns:a16="http://schemas.microsoft.com/office/drawing/2014/main" id="{3CB819E9-01B5-8DB8-17BD-128C735F74AD}"/>
              </a:ext>
            </a:extLst>
          </p:cNvPr>
          <p:cNvSpPr>
            <a:spLocks noGrp="1"/>
          </p:cNvSpPr>
          <p:nvPr>
            <p:ph idx="1" hasCustomPrompt="1"/>
          </p:nvPr>
        </p:nvSpPr>
        <p:spPr>
          <a:xfrm>
            <a:off x="6159500" y="1524000"/>
            <a:ext cx="5486400" cy="4762500"/>
          </a:xfrm>
        </p:spPr>
        <p:txBody>
          <a:bodyPr lIns="0" tIns="0" rIns="0" bIns="0">
            <a:normAutofit/>
          </a:bodyPr>
          <a:lstStyle>
            <a:lvl1pPr>
              <a:defRPr sz="18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lvl="0"/>
            <a:r>
              <a:rPr lang="en-US"/>
              <a:t>Click to add content. If you’re pasting from another location, please right-click and select the ‘Keep Text Only’ option.</a:t>
            </a:r>
          </a:p>
        </p:txBody>
      </p:sp>
      <p:sp>
        <p:nvSpPr>
          <p:cNvPr id="6" name="Footer Placeholder 5">
            <a:extLst>
              <a:ext uri="{FF2B5EF4-FFF2-40B4-BE49-F238E27FC236}">
                <a16:creationId xmlns:a16="http://schemas.microsoft.com/office/drawing/2014/main" id="{F0F92463-E3CA-957F-6112-5C9C3E83F545}"/>
              </a:ext>
            </a:extLst>
          </p:cNvPr>
          <p:cNvSpPr>
            <a:spLocks noGrp="1"/>
          </p:cNvSpPr>
          <p:nvPr>
            <p:ph type="ftr" sz="quarter" idx="11"/>
          </p:nvPr>
        </p:nvSpPr>
        <p:spPr/>
        <p:txBody>
          <a:bodyPr/>
          <a:lstStyle/>
          <a:p>
            <a:pPr>
              <a:buClr>
                <a:schemeClr val="tx2"/>
              </a:buClr>
              <a:buSzPct val="120000"/>
              <a:buFont typeface="Verdana" panose="020F0502020204030204" pitchFamily="34" charset="0"/>
              <a:buNone/>
            </a:pPr>
            <a:endParaRPr lang="en-US"/>
          </a:p>
        </p:txBody>
      </p:sp>
      <p:sp>
        <p:nvSpPr>
          <p:cNvPr id="5" name="Date Placeholder 4">
            <a:extLst>
              <a:ext uri="{FF2B5EF4-FFF2-40B4-BE49-F238E27FC236}">
                <a16:creationId xmlns:a16="http://schemas.microsoft.com/office/drawing/2014/main" id="{5B789AB0-EAEB-3767-BC49-60F999D452AC}"/>
              </a:ext>
            </a:extLst>
          </p:cNvPr>
          <p:cNvSpPr>
            <a:spLocks noGrp="1"/>
          </p:cNvSpPr>
          <p:nvPr>
            <p:ph type="dt" sz="half" idx="10"/>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7" name="Slide Number Placeholder 6">
            <a:extLst>
              <a:ext uri="{FF2B5EF4-FFF2-40B4-BE49-F238E27FC236}">
                <a16:creationId xmlns:a16="http://schemas.microsoft.com/office/drawing/2014/main" id="{5295D070-2586-23C5-26E6-E3FA7318E5D3}"/>
              </a:ext>
            </a:extLst>
          </p:cNvPr>
          <p:cNvSpPr>
            <a:spLocks noGrp="1"/>
          </p:cNvSpPr>
          <p:nvPr>
            <p:ph type="sldNum" sz="quarter" idx="12"/>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8" name="Rectangle 7">
            <a:extLst>
              <a:ext uri="{FF2B5EF4-FFF2-40B4-BE49-F238E27FC236}">
                <a16:creationId xmlns:a16="http://schemas.microsoft.com/office/drawing/2014/main" id="{EE0C93C8-C27D-CE58-0E6E-2EFECDB40F05}"/>
              </a:ext>
              <a:ext uri="{C183D7F6-B498-43B3-948B-1728B52AA6E4}">
                <adec:decorative xmlns:adec="http://schemas.microsoft.com/office/drawing/2017/decorative" val="1"/>
              </a:ext>
            </a:extLst>
          </p:cNvPr>
          <p:cNvSpPr/>
          <p:nvPr userDrawn="1"/>
        </p:nvSpPr>
        <p:spPr>
          <a:xfrm>
            <a:off x="0" y="-1"/>
            <a:ext cx="46800" cy="6858001"/>
          </a:xfrm>
          <a:prstGeom prst="rect">
            <a:avLst/>
          </a:prstGeom>
          <a:gradFill flip="none" rotWithShape="1">
            <a:gsLst>
              <a:gs pos="100000">
                <a:srgbClr val="2F2A95"/>
              </a:gs>
              <a:gs pos="0">
                <a:srgbClr val="00B2A9"/>
              </a:gs>
            </a:gsLst>
            <a:lin ang="5400000" scaled="1"/>
            <a:tileRect/>
          </a:gradFill>
          <a:ln w="12700" cap="flat" cmpd="sng" algn="ctr">
            <a:noFill/>
            <a:prstDash val="solid"/>
            <a:miter lim="800000"/>
          </a:ln>
          <a:effectLst/>
        </p:spPr>
        <p:txBody>
          <a:bodyPr tIns="90000" bIns="90000" rtlCol="0" anchor="t"/>
          <a:lstStyle/>
          <a:p>
            <a:pPr marL="0" marR="0" lvl="0" indent="0" defTabSz="914400" eaLnBrk="1" fontAlgn="auto" latinLnBrk="0" hangingPunct="1">
              <a:lnSpc>
                <a:spcPct val="100000"/>
              </a:lnSpc>
              <a:spcBef>
                <a:spcPts val="0"/>
              </a:spcBef>
              <a:spcAft>
                <a:spcPts val="0"/>
              </a:spcAft>
              <a:buClr>
                <a:srgbClr val="2F2A95"/>
              </a:buClr>
              <a:buSzTx/>
              <a:buFontTx/>
              <a:buNone/>
              <a:tabLst/>
              <a:defRPr/>
            </a:pPr>
            <a:endParaRPr kumimoji="0" lang="en-US" sz="1800" b="0" i="0" u="none" strike="noStrike" kern="0" cap="none" spc="0" normalizeH="0" baseline="0" noProof="0">
              <a:ln>
                <a:noFill/>
              </a:ln>
              <a:solidFill>
                <a:srgbClr val="000000"/>
              </a:solidFill>
              <a:effectLst/>
              <a:uLnTx/>
              <a:uFillTx/>
              <a:latin typeface="Verdana"/>
              <a:ea typeface="+mn-ea"/>
              <a:cs typeface="+mn-cs"/>
            </a:endParaRPr>
          </a:p>
        </p:txBody>
      </p:sp>
      <p:grpSp>
        <p:nvGrpSpPr>
          <p:cNvPr id="9" name="Group 4">
            <a:extLst>
              <a:ext uri="{FF2B5EF4-FFF2-40B4-BE49-F238E27FC236}">
                <a16:creationId xmlns:a16="http://schemas.microsoft.com/office/drawing/2014/main" id="{FA4890EF-4224-96DD-0166-CC03A2405D86}"/>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p:grpSpPr>
        <p:sp>
          <p:nvSpPr>
            <p:cNvPr id="10" name="Freeform 5">
              <a:extLst>
                <a:ext uri="{FF2B5EF4-FFF2-40B4-BE49-F238E27FC236}">
                  <a16:creationId xmlns:a16="http://schemas.microsoft.com/office/drawing/2014/main" id="{0E9A1796-3FCD-5F5D-C549-D46D4F5CCFAB}"/>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solidFill>
              <a:srgbClr val="2F2A9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sp>
          <p:nvSpPr>
            <p:cNvPr id="11" name="Freeform 6">
              <a:extLst>
                <a:ext uri="{FF2B5EF4-FFF2-40B4-BE49-F238E27FC236}">
                  <a16:creationId xmlns:a16="http://schemas.microsoft.com/office/drawing/2014/main" id="{F76395D5-6D50-C0E1-1A70-B911BD4FFE47}"/>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solidFill>
              <a:srgbClr val="00B2A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grpSp>
    </p:spTree>
    <p:extLst>
      <p:ext uri="{BB962C8B-B14F-4D97-AF65-F5344CB8AC3E}">
        <p14:creationId xmlns:p14="http://schemas.microsoft.com/office/powerpoint/2010/main" val="2538241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E62BD-4213-CC26-037F-124C93A003AB}"/>
              </a:ext>
            </a:extLst>
          </p:cNvPr>
          <p:cNvSpPr>
            <a:spLocks noGrp="1"/>
          </p:cNvSpPr>
          <p:nvPr>
            <p:ph type="title" hasCustomPrompt="1"/>
          </p:nvPr>
        </p:nvSpPr>
        <p:spPr>
          <a:xfrm>
            <a:off x="546100" y="365125"/>
            <a:ext cx="10495943" cy="777875"/>
          </a:xfrm>
        </p:spPr>
        <p:txBody>
          <a:bodyPr vert="horz" lIns="0" tIns="0" rIns="0" bIns="0" rtlCol="0" anchor="ctr">
            <a:normAutofit/>
          </a:bodyPr>
          <a:lstStyle>
            <a:lvl1pPr>
              <a:defRPr lang="en-US"/>
            </a:lvl1pPr>
          </a:lstStyle>
          <a:p>
            <a:pPr marL="0" lvl="0"/>
            <a:r>
              <a:rPr lang="en-US"/>
              <a:t>Click to Add Title, Use Font Size 28, Title Case</a:t>
            </a:r>
          </a:p>
        </p:txBody>
      </p:sp>
      <p:sp>
        <p:nvSpPr>
          <p:cNvPr id="4" name="Text Placeholder 3">
            <a:extLst>
              <a:ext uri="{FF2B5EF4-FFF2-40B4-BE49-F238E27FC236}">
                <a16:creationId xmlns:a16="http://schemas.microsoft.com/office/drawing/2014/main" id="{4DEF869D-DF7B-2703-9E04-157257D37C96}"/>
              </a:ext>
            </a:extLst>
          </p:cNvPr>
          <p:cNvSpPr>
            <a:spLocks noGrp="1"/>
          </p:cNvSpPr>
          <p:nvPr>
            <p:ph type="body" sz="half" idx="2" hasCustomPrompt="1"/>
          </p:nvPr>
        </p:nvSpPr>
        <p:spPr>
          <a:xfrm>
            <a:off x="546100" y="1524000"/>
            <a:ext cx="5486400" cy="4762500"/>
          </a:xfrm>
        </p:spPr>
        <p:txBody>
          <a:bodyPr lIns="0" tIns="0" rIns="0" bIns="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text. Please ensure content remains within the text box. Placeholder text will not show in presentations unless edited.</a:t>
            </a:r>
          </a:p>
        </p:txBody>
      </p:sp>
      <p:sp>
        <p:nvSpPr>
          <p:cNvPr id="9" name="Picture Placeholder 8">
            <a:extLst>
              <a:ext uri="{FF2B5EF4-FFF2-40B4-BE49-F238E27FC236}">
                <a16:creationId xmlns:a16="http://schemas.microsoft.com/office/drawing/2014/main" id="{EF1DC0CC-6F94-0E17-FE23-A3FBB5C11849}"/>
              </a:ext>
            </a:extLst>
          </p:cNvPr>
          <p:cNvSpPr>
            <a:spLocks noGrp="1"/>
          </p:cNvSpPr>
          <p:nvPr>
            <p:ph type="pic" sz="quarter" idx="10" hasCustomPrompt="1"/>
          </p:nvPr>
        </p:nvSpPr>
        <p:spPr>
          <a:xfrm>
            <a:off x="6159500" y="1524000"/>
            <a:ext cx="5486400" cy="4762500"/>
          </a:xfrm>
          <a:solidFill>
            <a:schemeClr val="bg2"/>
          </a:solidFill>
          <a:effectLst>
            <a:outerShdw blurRad="254000" algn="ctr" rotWithShape="0">
              <a:prstClr val="black">
                <a:alpha val="20000"/>
              </a:prstClr>
            </a:outerShdw>
          </a:effectLst>
        </p:spPr>
        <p:txBody>
          <a:bodyPr lIns="360000" tIns="900000" rIns="360000">
            <a:normAutofit/>
          </a:bodyPr>
          <a:lstStyle>
            <a:lvl1pPr marL="0" indent="0" algn="ctr">
              <a:buNone/>
              <a:defRPr sz="1800"/>
            </a:lvl1pPr>
          </a:lstStyle>
          <a:p>
            <a:r>
              <a:rPr lang="en-US"/>
              <a:t>Click the icon to add an image. To scale or reposition the image in the frame, use the ‘Crop’ options in the ‘Picture Format’ tab. Right-click on image to add or edit alt text.</a:t>
            </a:r>
          </a:p>
        </p:txBody>
      </p:sp>
      <p:sp>
        <p:nvSpPr>
          <p:cNvPr id="8" name="Footer Placeholder 7">
            <a:extLst>
              <a:ext uri="{FF2B5EF4-FFF2-40B4-BE49-F238E27FC236}">
                <a16:creationId xmlns:a16="http://schemas.microsoft.com/office/drawing/2014/main" id="{E8075E52-8DB8-6048-9901-D16A5CA4EC62}"/>
              </a:ext>
            </a:extLst>
          </p:cNvPr>
          <p:cNvSpPr>
            <a:spLocks noGrp="1"/>
          </p:cNvSpPr>
          <p:nvPr>
            <p:ph type="ftr" sz="quarter" idx="12"/>
          </p:nvPr>
        </p:nvSpPr>
        <p:spPr/>
        <p:txBody>
          <a:bodyPr/>
          <a:lstStyle/>
          <a:p>
            <a:pPr>
              <a:buClr>
                <a:schemeClr val="tx2"/>
              </a:buClr>
              <a:buSzPct val="120000"/>
              <a:buFont typeface="Verdana" panose="020F0502020204030204" pitchFamily="34" charset="0"/>
              <a:buNone/>
            </a:pPr>
            <a:endParaRPr lang="en-US"/>
          </a:p>
        </p:txBody>
      </p:sp>
      <p:sp>
        <p:nvSpPr>
          <p:cNvPr id="3" name="Date Placeholder 2">
            <a:extLst>
              <a:ext uri="{FF2B5EF4-FFF2-40B4-BE49-F238E27FC236}">
                <a16:creationId xmlns:a16="http://schemas.microsoft.com/office/drawing/2014/main" id="{C7D750AE-50CF-50BA-B5C8-BA8ED97E68A4}"/>
              </a:ext>
            </a:extLst>
          </p:cNvPr>
          <p:cNvSpPr>
            <a:spLocks noGrp="1"/>
          </p:cNvSpPr>
          <p:nvPr>
            <p:ph type="dt" sz="half" idx="11"/>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10" name="Slide Number Placeholder 9">
            <a:extLst>
              <a:ext uri="{FF2B5EF4-FFF2-40B4-BE49-F238E27FC236}">
                <a16:creationId xmlns:a16="http://schemas.microsoft.com/office/drawing/2014/main" id="{058FF9FA-D3C7-040B-F613-A409EE3FAB03}"/>
              </a:ext>
            </a:extLst>
          </p:cNvPr>
          <p:cNvSpPr>
            <a:spLocks noGrp="1"/>
          </p:cNvSpPr>
          <p:nvPr>
            <p:ph type="sldNum" sz="quarter" idx="13"/>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11" name="Rectangle 10">
            <a:extLst>
              <a:ext uri="{FF2B5EF4-FFF2-40B4-BE49-F238E27FC236}">
                <a16:creationId xmlns:a16="http://schemas.microsoft.com/office/drawing/2014/main" id="{F912E1D7-00FF-7BC3-0ADE-38E1229746E0}"/>
              </a:ext>
              <a:ext uri="{C183D7F6-B498-43B3-948B-1728B52AA6E4}">
                <adec:decorative xmlns:adec="http://schemas.microsoft.com/office/drawing/2017/decorative" val="1"/>
              </a:ext>
            </a:extLst>
          </p:cNvPr>
          <p:cNvSpPr/>
          <p:nvPr userDrawn="1"/>
        </p:nvSpPr>
        <p:spPr>
          <a:xfrm>
            <a:off x="0" y="-1"/>
            <a:ext cx="46800" cy="6858001"/>
          </a:xfrm>
          <a:prstGeom prst="rect">
            <a:avLst/>
          </a:prstGeom>
          <a:gradFill flip="none" rotWithShape="1">
            <a:gsLst>
              <a:gs pos="100000">
                <a:srgbClr val="2F2A95"/>
              </a:gs>
              <a:gs pos="0">
                <a:srgbClr val="00B2A9"/>
              </a:gs>
            </a:gsLst>
            <a:lin ang="5400000" scaled="1"/>
            <a:tileRect/>
          </a:gradFill>
          <a:ln w="12700" cap="flat" cmpd="sng" algn="ctr">
            <a:noFill/>
            <a:prstDash val="solid"/>
            <a:miter lim="800000"/>
          </a:ln>
          <a:effectLst/>
        </p:spPr>
        <p:txBody>
          <a:bodyPr tIns="90000" bIns="90000" rtlCol="0" anchor="t"/>
          <a:lstStyle/>
          <a:p>
            <a:pPr marL="0" marR="0" lvl="0" indent="0" defTabSz="914400" eaLnBrk="1" fontAlgn="auto" latinLnBrk="0" hangingPunct="1">
              <a:lnSpc>
                <a:spcPct val="100000"/>
              </a:lnSpc>
              <a:spcBef>
                <a:spcPts val="0"/>
              </a:spcBef>
              <a:spcAft>
                <a:spcPts val="0"/>
              </a:spcAft>
              <a:buClr>
                <a:srgbClr val="2F2A95"/>
              </a:buClr>
              <a:buSzTx/>
              <a:buFontTx/>
              <a:buNone/>
              <a:tabLst/>
              <a:defRPr/>
            </a:pPr>
            <a:endParaRPr kumimoji="0" lang="en-US" sz="1800" b="0" i="0" u="none" strike="noStrike" kern="0" cap="none" spc="0" normalizeH="0" baseline="0" noProof="0">
              <a:ln>
                <a:noFill/>
              </a:ln>
              <a:solidFill>
                <a:srgbClr val="000000"/>
              </a:solidFill>
              <a:effectLst/>
              <a:uLnTx/>
              <a:uFillTx/>
              <a:latin typeface="Verdana"/>
              <a:ea typeface="+mn-ea"/>
              <a:cs typeface="+mn-cs"/>
            </a:endParaRPr>
          </a:p>
        </p:txBody>
      </p:sp>
      <p:grpSp>
        <p:nvGrpSpPr>
          <p:cNvPr id="12" name="Group 4">
            <a:extLst>
              <a:ext uri="{FF2B5EF4-FFF2-40B4-BE49-F238E27FC236}">
                <a16:creationId xmlns:a16="http://schemas.microsoft.com/office/drawing/2014/main" id="{C83C0432-04D1-50E2-6E51-EEA14CB10073}"/>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p:grpSpPr>
        <p:sp>
          <p:nvSpPr>
            <p:cNvPr id="13" name="Freeform 5">
              <a:extLst>
                <a:ext uri="{FF2B5EF4-FFF2-40B4-BE49-F238E27FC236}">
                  <a16:creationId xmlns:a16="http://schemas.microsoft.com/office/drawing/2014/main" id="{CEDCD801-EF3C-3BA2-D0C5-6B37CF86643F}"/>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solidFill>
              <a:srgbClr val="2F2A9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sp>
          <p:nvSpPr>
            <p:cNvPr id="14" name="Freeform 6">
              <a:extLst>
                <a:ext uri="{FF2B5EF4-FFF2-40B4-BE49-F238E27FC236}">
                  <a16:creationId xmlns:a16="http://schemas.microsoft.com/office/drawing/2014/main" id="{B7572AB9-5493-F554-7FBC-7A402C4EC63C}"/>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solidFill>
              <a:srgbClr val="00B2A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grpSp>
    </p:spTree>
    <p:extLst>
      <p:ext uri="{BB962C8B-B14F-4D97-AF65-F5344CB8AC3E}">
        <p14:creationId xmlns:p14="http://schemas.microsoft.com/office/powerpoint/2010/main" val="1949965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Picture)">
    <p:spTree>
      <p:nvGrpSpPr>
        <p:cNvPr id="1" name=""/>
        <p:cNvGrpSpPr/>
        <p:nvPr/>
      </p:nvGrpSpPr>
      <p:grpSpPr>
        <a:xfrm>
          <a:off x="0" y="0"/>
          <a:ext cx="0" cy="0"/>
          <a:chOff x="0" y="0"/>
          <a:chExt cx="0" cy="0"/>
        </a:xfrm>
      </p:grpSpPr>
      <p:sp>
        <p:nvSpPr>
          <p:cNvPr id="4" name="Picture Placeholder 11">
            <a:extLst>
              <a:ext uri="{FF2B5EF4-FFF2-40B4-BE49-F238E27FC236}">
                <a16:creationId xmlns:a16="http://schemas.microsoft.com/office/drawing/2014/main" id="{2DDE2CD5-04AF-E44A-3D47-A38FBFFC379D}"/>
              </a:ext>
            </a:extLst>
          </p:cNvPr>
          <p:cNvSpPr>
            <a:spLocks noGrp="1"/>
          </p:cNvSpPr>
          <p:nvPr>
            <p:ph type="pic" sz="quarter" idx="10" hasCustomPrompt="1"/>
          </p:nvPr>
        </p:nvSpPr>
        <p:spPr>
          <a:xfrm>
            <a:off x="3352801" y="355600"/>
            <a:ext cx="2679700" cy="787400"/>
          </a:xfrm>
        </p:spPr>
        <p:txBody>
          <a:bodyPr anchor="ctr">
            <a:noAutofit/>
          </a:bodyPr>
          <a:lstStyle>
            <a:lvl1pPr marL="0" indent="0" algn="ctr">
              <a:buNone/>
              <a:defRPr sz="1400"/>
            </a:lvl1pPr>
          </a:lstStyle>
          <a:p>
            <a:r>
              <a:rPr lang="en-US"/>
              <a:t>Click icon to add</a:t>
            </a:r>
            <a:br>
              <a:rPr lang="en-US"/>
            </a:br>
            <a:r>
              <a:rPr lang="en-US"/>
              <a:t>additional logo</a:t>
            </a:r>
          </a:p>
        </p:txBody>
      </p:sp>
      <p:sp>
        <p:nvSpPr>
          <p:cNvPr id="11" name="Title 67">
            <a:extLst>
              <a:ext uri="{FF2B5EF4-FFF2-40B4-BE49-F238E27FC236}">
                <a16:creationId xmlns:a16="http://schemas.microsoft.com/office/drawing/2014/main" id="{0C3EB450-B833-689E-3131-6F56B67DB406}"/>
              </a:ext>
            </a:extLst>
          </p:cNvPr>
          <p:cNvSpPr>
            <a:spLocks noGrp="1"/>
          </p:cNvSpPr>
          <p:nvPr>
            <p:ph type="title" hasCustomPrompt="1"/>
          </p:nvPr>
        </p:nvSpPr>
        <p:spPr>
          <a:xfrm>
            <a:off x="546100" y="1524001"/>
            <a:ext cx="6275614" cy="2317750"/>
          </a:xfrm>
        </p:spPr>
        <p:txBody>
          <a:bodyPr anchor="b" anchorCtr="0">
            <a:normAutofit/>
          </a:bodyPr>
          <a:lstStyle>
            <a:lvl1pPr>
              <a:lnSpc>
                <a:spcPct val="100000"/>
              </a:lnSpc>
              <a:spcBef>
                <a:spcPts val="0"/>
              </a:spcBef>
              <a:defRPr lang="en-US" sz="4400" kern="1200" dirty="0">
                <a:solidFill>
                  <a:schemeClr val="tx1"/>
                </a:solidFill>
                <a:latin typeface="+mj-lt"/>
                <a:ea typeface="+mn-ea"/>
                <a:cs typeface="+mn-cs"/>
              </a:defRPr>
            </a:lvl1pPr>
          </a:lstStyle>
          <a:p>
            <a:pPr>
              <a:buClrTx/>
              <a:buSzTx/>
              <a:buFontTx/>
            </a:pPr>
            <a:r>
              <a:rPr lang="en-US"/>
              <a:t>Click to Add Title, Use Font Size 44, Title Case</a:t>
            </a:r>
          </a:p>
        </p:txBody>
      </p:sp>
      <p:sp>
        <p:nvSpPr>
          <p:cNvPr id="35" name="Text Placeholder 34">
            <a:extLst>
              <a:ext uri="{FF2B5EF4-FFF2-40B4-BE49-F238E27FC236}">
                <a16:creationId xmlns:a16="http://schemas.microsoft.com/office/drawing/2014/main" id="{7E971615-77E4-E062-C4A0-A9F503D4AE75}"/>
              </a:ext>
            </a:extLst>
          </p:cNvPr>
          <p:cNvSpPr>
            <a:spLocks noGrp="1"/>
          </p:cNvSpPr>
          <p:nvPr>
            <p:ph type="body" sz="quarter" idx="31" hasCustomPrompt="1"/>
          </p:nvPr>
        </p:nvSpPr>
        <p:spPr>
          <a:xfrm>
            <a:off x="546100" y="3967163"/>
            <a:ext cx="6275615" cy="1222375"/>
          </a:xfrm>
        </p:spPr>
        <p:txBody>
          <a:bodyP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subtitle, use font size 18, </a:t>
            </a:r>
            <a:br>
              <a:rPr lang="en-US"/>
            </a:br>
            <a:r>
              <a:rPr lang="en-US"/>
              <a:t>sentence case</a:t>
            </a:r>
          </a:p>
        </p:txBody>
      </p:sp>
      <p:sp>
        <p:nvSpPr>
          <p:cNvPr id="100" name="Freeform: Shape 99">
            <a:extLst>
              <a:ext uri="{FF2B5EF4-FFF2-40B4-BE49-F238E27FC236}">
                <a16:creationId xmlns:a16="http://schemas.microsoft.com/office/drawing/2014/main" id="{682A3A59-64B7-A01E-ABEC-B1D35CF2B826}"/>
              </a:ext>
              <a:ext uri="{C183D7F6-B498-43B3-948B-1728B52AA6E4}">
                <adec:decorative xmlns:adec="http://schemas.microsoft.com/office/drawing/2017/decorative" val="1"/>
              </a:ext>
            </a:extLst>
          </p:cNvPr>
          <p:cNvSpPr>
            <a:spLocks/>
          </p:cNvSpPr>
          <p:nvPr userDrawn="1"/>
        </p:nvSpPr>
        <p:spPr>
          <a:xfrm>
            <a:off x="8590334" y="368300"/>
            <a:ext cx="3055566" cy="6588760"/>
          </a:xfrm>
          <a:custGeom>
            <a:avLst/>
            <a:gdLst>
              <a:gd name="connsiteX0" fmla="*/ 0 w 3055566"/>
              <a:gd name="connsiteY0" fmla="*/ 0 h 6588760"/>
              <a:gd name="connsiteX1" fmla="*/ 3055566 w 3055566"/>
              <a:gd name="connsiteY1" fmla="*/ 1516182 h 6588760"/>
              <a:gd name="connsiteX2" fmla="*/ 3055566 w 3055566"/>
              <a:gd name="connsiteY2" fmla="*/ 6588760 h 6588760"/>
              <a:gd name="connsiteX3" fmla="*/ 0 w 3055566"/>
              <a:gd name="connsiteY3" fmla="*/ 6588760 h 6588760"/>
              <a:gd name="connsiteX4" fmla="*/ 0 w 3055566"/>
              <a:gd name="connsiteY4" fmla="*/ 6482134 h 6588760"/>
              <a:gd name="connsiteX5" fmla="*/ 0 w 3055566"/>
              <a:gd name="connsiteY5" fmla="*/ 6367834 h 6588760"/>
              <a:gd name="connsiteX6" fmla="*/ 0 w 3055566"/>
              <a:gd name="connsiteY6" fmla="*/ 5560477 h 6588760"/>
              <a:gd name="connsiteX7" fmla="*/ 0 w 3055566"/>
              <a:gd name="connsiteY7" fmla="*/ 5440734 h 6588760"/>
              <a:gd name="connsiteX8" fmla="*/ 0 w 3055566"/>
              <a:gd name="connsiteY8" fmla="*/ 5286839 h 6588760"/>
              <a:gd name="connsiteX9" fmla="*/ 0 w 3055566"/>
              <a:gd name="connsiteY9" fmla="*/ 3942134 h 6588760"/>
              <a:gd name="connsiteX10" fmla="*/ 0 w 3055566"/>
              <a:gd name="connsiteY10" fmla="*/ 3934197 h 6588760"/>
              <a:gd name="connsiteX11" fmla="*/ 0 w 3055566"/>
              <a:gd name="connsiteY11" fmla="*/ 2978626 h 6588760"/>
              <a:gd name="connsiteX12" fmla="*/ 0 w 3055566"/>
              <a:gd name="connsiteY12" fmla="*/ 1772021 h 6588760"/>
              <a:gd name="connsiteX13" fmla="*/ 0 w 3055566"/>
              <a:gd name="connsiteY13" fmla="*/ 995734 h 6588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055566" h="6588760">
                <a:moveTo>
                  <a:pt x="0" y="0"/>
                </a:moveTo>
                <a:lnTo>
                  <a:pt x="3055566" y="1516182"/>
                </a:lnTo>
                <a:lnTo>
                  <a:pt x="3055566" y="6588760"/>
                </a:lnTo>
                <a:lnTo>
                  <a:pt x="0" y="6588760"/>
                </a:lnTo>
                <a:lnTo>
                  <a:pt x="0" y="6482134"/>
                </a:lnTo>
                <a:lnTo>
                  <a:pt x="0" y="6367834"/>
                </a:lnTo>
                <a:lnTo>
                  <a:pt x="0" y="5560477"/>
                </a:lnTo>
                <a:lnTo>
                  <a:pt x="0" y="5440734"/>
                </a:lnTo>
                <a:lnTo>
                  <a:pt x="0" y="5286839"/>
                </a:lnTo>
                <a:lnTo>
                  <a:pt x="0" y="3942134"/>
                </a:lnTo>
                <a:lnTo>
                  <a:pt x="0" y="3934197"/>
                </a:lnTo>
                <a:lnTo>
                  <a:pt x="0" y="2978626"/>
                </a:lnTo>
                <a:lnTo>
                  <a:pt x="0" y="1772021"/>
                </a:lnTo>
                <a:lnTo>
                  <a:pt x="0" y="995734"/>
                </a:lnTo>
                <a:close/>
              </a:path>
            </a:pathLst>
          </a:custGeom>
          <a:noFill/>
          <a:ln w="19050" cap="flat">
            <a:gradFill flip="none" rotWithShape="1">
              <a:gsLst>
                <a:gs pos="89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73" name="Freeform: Shape 72">
            <a:extLst>
              <a:ext uri="{FF2B5EF4-FFF2-40B4-BE49-F238E27FC236}">
                <a16:creationId xmlns:a16="http://schemas.microsoft.com/office/drawing/2014/main" id="{AEC0FEE0-FFFF-FC07-EBB9-CDBB130407E1}"/>
              </a:ext>
              <a:ext uri="{C183D7F6-B498-43B3-948B-1728B52AA6E4}">
                <adec:decorative xmlns:adec="http://schemas.microsoft.com/office/drawing/2017/decorative" val="1"/>
              </a:ext>
            </a:extLst>
          </p:cNvPr>
          <p:cNvSpPr>
            <a:spLocks/>
          </p:cNvSpPr>
          <p:nvPr userDrawn="1"/>
        </p:nvSpPr>
        <p:spPr>
          <a:xfrm>
            <a:off x="8016267" y="368300"/>
            <a:ext cx="3292930" cy="6645419"/>
          </a:xfrm>
          <a:custGeom>
            <a:avLst/>
            <a:gdLst>
              <a:gd name="connsiteX0" fmla="*/ 0 w 3292930"/>
              <a:gd name="connsiteY0" fmla="*/ 0 h 6645419"/>
              <a:gd name="connsiteX1" fmla="*/ 3292930 w 3292930"/>
              <a:gd name="connsiteY1" fmla="*/ 1633963 h 6645419"/>
              <a:gd name="connsiteX2" fmla="*/ 3292930 w 3292930"/>
              <a:gd name="connsiteY2" fmla="*/ 6645419 h 6645419"/>
              <a:gd name="connsiteX3" fmla="*/ 0 w 3292930"/>
              <a:gd name="connsiteY3" fmla="*/ 6645419 h 6645419"/>
              <a:gd name="connsiteX4" fmla="*/ 0 w 3292930"/>
              <a:gd name="connsiteY4" fmla="*/ 6482134 h 6645419"/>
              <a:gd name="connsiteX5" fmla="*/ 0 w 3292930"/>
              <a:gd name="connsiteY5" fmla="*/ 6367834 h 6645419"/>
              <a:gd name="connsiteX6" fmla="*/ 0 w 3292930"/>
              <a:gd name="connsiteY6" fmla="*/ 5560477 h 6645419"/>
              <a:gd name="connsiteX7" fmla="*/ 0 w 3292930"/>
              <a:gd name="connsiteY7" fmla="*/ 5440734 h 6645419"/>
              <a:gd name="connsiteX8" fmla="*/ 0 w 3292930"/>
              <a:gd name="connsiteY8" fmla="*/ 5286839 h 6645419"/>
              <a:gd name="connsiteX9" fmla="*/ 0 w 3292930"/>
              <a:gd name="connsiteY9" fmla="*/ 3942134 h 6645419"/>
              <a:gd name="connsiteX10" fmla="*/ 0 w 3292930"/>
              <a:gd name="connsiteY10" fmla="*/ 3934197 h 6645419"/>
              <a:gd name="connsiteX11" fmla="*/ 0 w 3292930"/>
              <a:gd name="connsiteY11" fmla="*/ 2978626 h 6645419"/>
              <a:gd name="connsiteX12" fmla="*/ 0 w 3292930"/>
              <a:gd name="connsiteY12" fmla="*/ 1772021 h 6645419"/>
              <a:gd name="connsiteX13" fmla="*/ 0 w 3292930"/>
              <a:gd name="connsiteY13" fmla="*/ 995734 h 6645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92930" h="6645419">
                <a:moveTo>
                  <a:pt x="0" y="0"/>
                </a:moveTo>
                <a:lnTo>
                  <a:pt x="3292930" y="1633963"/>
                </a:lnTo>
                <a:lnTo>
                  <a:pt x="3292930" y="6645419"/>
                </a:lnTo>
                <a:lnTo>
                  <a:pt x="0" y="6645419"/>
                </a:lnTo>
                <a:lnTo>
                  <a:pt x="0" y="6482134"/>
                </a:lnTo>
                <a:lnTo>
                  <a:pt x="0" y="6367834"/>
                </a:lnTo>
                <a:lnTo>
                  <a:pt x="0" y="5560477"/>
                </a:lnTo>
                <a:lnTo>
                  <a:pt x="0" y="5440734"/>
                </a:lnTo>
                <a:lnTo>
                  <a:pt x="0" y="5286839"/>
                </a:lnTo>
                <a:lnTo>
                  <a:pt x="0" y="3942134"/>
                </a:lnTo>
                <a:lnTo>
                  <a:pt x="0" y="3934197"/>
                </a:lnTo>
                <a:lnTo>
                  <a:pt x="0" y="2978626"/>
                </a:lnTo>
                <a:lnTo>
                  <a:pt x="0" y="1772021"/>
                </a:lnTo>
                <a:lnTo>
                  <a:pt x="0" y="995734"/>
                </a:lnTo>
                <a:close/>
              </a:path>
            </a:pathLst>
          </a:custGeom>
          <a:gradFill>
            <a:gsLst>
              <a:gs pos="100000">
                <a:srgbClr val="2F2A95">
                  <a:lumMod val="96000"/>
                  <a:alpha val="20000"/>
                </a:srgbClr>
              </a:gs>
              <a:gs pos="0">
                <a:srgbClr val="92C0E9">
                  <a:alpha val="40000"/>
                </a:srgbClr>
              </a:gs>
            </a:gsLst>
            <a:lin ang="6900000" scaled="0"/>
          </a:gradFill>
          <a:ln w="19050" cap="flat">
            <a:no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tabLst/>
            </a:pPr>
            <a:endParaRPr kumimoji="0" lang="en-US" sz="9457" b="0" i="0" u="none" strike="noStrike" kern="0" cap="none" spc="0" normalizeH="0" baseline="0">
              <a:ln>
                <a:noFill/>
              </a:ln>
              <a:solidFill>
                <a:srgbClr val="FFFFFF"/>
              </a:solidFill>
              <a:effectLst/>
              <a:uLnTx/>
              <a:uFillTx/>
            </a:endParaRPr>
          </a:p>
        </p:txBody>
      </p:sp>
      <p:sp>
        <p:nvSpPr>
          <p:cNvPr id="12" name="Freeform: Shape 11">
            <a:extLst>
              <a:ext uri="{FF2B5EF4-FFF2-40B4-BE49-F238E27FC236}">
                <a16:creationId xmlns:a16="http://schemas.microsoft.com/office/drawing/2014/main" id="{CF0715C5-C9DC-DB57-3B95-04D1AE8AE0CE}"/>
              </a:ext>
              <a:ext uri="{C183D7F6-B498-43B3-948B-1728B52AA6E4}">
                <adec:decorative xmlns:adec="http://schemas.microsoft.com/office/drawing/2017/decorative" val="1"/>
              </a:ext>
            </a:extLst>
          </p:cNvPr>
          <p:cNvSpPr>
            <a:spLocks noChangeAspect="1"/>
          </p:cNvSpPr>
          <p:nvPr userDrawn="1"/>
        </p:nvSpPr>
        <p:spPr>
          <a:xfrm>
            <a:off x="10828136" y="1143000"/>
            <a:ext cx="635184" cy="1928579"/>
          </a:xfrm>
          <a:custGeom>
            <a:avLst/>
            <a:gdLst>
              <a:gd name="connsiteX0" fmla="*/ 0 w 712819"/>
              <a:gd name="connsiteY0" fmla="*/ 0 h 2164300"/>
              <a:gd name="connsiteX1" fmla="*/ 712819 w 712819"/>
              <a:gd name="connsiteY1" fmla="*/ 353704 h 2164300"/>
              <a:gd name="connsiteX2" fmla="*/ 712819 w 712819"/>
              <a:gd name="connsiteY2" fmla="*/ 360048 h 2164300"/>
              <a:gd name="connsiteX3" fmla="*/ 712819 w 712819"/>
              <a:gd name="connsiteY3" fmla="*/ 897076 h 2164300"/>
              <a:gd name="connsiteX4" fmla="*/ 712819 w 712819"/>
              <a:gd name="connsiteY4" fmla="*/ 1620928 h 2164300"/>
              <a:gd name="connsiteX5" fmla="*/ 712819 w 712819"/>
              <a:gd name="connsiteY5" fmla="*/ 2157956 h 2164300"/>
              <a:gd name="connsiteX6" fmla="*/ 712819 w 712819"/>
              <a:gd name="connsiteY6" fmla="*/ 2164300 h 2164300"/>
              <a:gd name="connsiteX7" fmla="*/ 0 w 712819"/>
              <a:gd name="connsiteY7" fmla="*/ 1810596 h 2164300"/>
              <a:gd name="connsiteX8" fmla="*/ 0 w 712819"/>
              <a:gd name="connsiteY8" fmla="*/ 1804252 h 2164300"/>
              <a:gd name="connsiteX9" fmla="*/ 0 w 712819"/>
              <a:gd name="connsiteY9" fmla="*/ 1267224 h 2164300"/>
              <a:gd name="connsiteX10" fmla="*/ 0 w 712819"/>
              <a:gd name="connsiteY10" fmla="*/ 543372 h 2164300"/>
              <a:gd name="connsiteX11" fmla="*/ 0 w 712819"/>
              <a:gd name="connsiteY11" fmla="*/ 6344 h 216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12819" h="2164300">
                <a:moveTo>
                  <a:pt x="0" y="0"/>
                </a:moveTo>
                <a:lnTo>
                  <a:pt x="712819" y="353704"/>
                </a:lnTo>
                <a:lnTo>
                  <a:pt x="712819" y="360048"/>
                </a:lnTo>
                <a:lnTo>
                  <a:pt x="712819" y="897076"/>
                </a:lnTo>
                <a:lnTo>
                  <a:pt x="712819" y="1620928"/>
                </a:lnTo>
                <a:lnTo>
                  <a:pt x="712819" y="2157956"/>
                </a:lnTo>
                <a:lnTo>
                  <a:pt x="712819" y="2164300"/>
                </a:lnTo>
                <a:lnTo>
                  <a:pt x="0" y="1810596"/>
                </a:lnTo>
                <a:lnTo>
                  <a:pt x="0" y="1804252"/>
                </a:lnTo>
                <a:lnTo>
                  <a:pt x="0" y="1267224"/>
                </a:lnTo>
                <a:lnTo>
                  <a:pt x="0" y="543372"/>
                </a:lnTo>
                <a:lnTo>
                  <a:pt x="0" y="6344"/>
                </a:lnTo>
                <a:close/>
              </a:path>
            </a:pathLst>
          </a:custGeom>
          <a:gradFill>
            <a:gsLst>
              <a:gs pos="100000">
                <a:srgbClr val="2F2A95">
                  <a:lumMod val="96000"/>
                  <a:alpha val="90000"/>
                </a:srgbClr>
              </a:gs>
              <a:gs pos="0">
                <a:srgbClr val="92C0E9"/>
              </a:gs>
            </a:gsLst>
            <a:lin ang="6900000" scaled="0"/>
          </a:gradFill>
          <a:ln w="19050" cap="flat">
            <a:gradFill flip="none" rotWithShape="1">
              <a:gsLst>
                <a:gs pos="0">
                  <a:srgbClr val="92C0E9"/>
                </a:gs>
                <a:gs pos="100000">
                  <a:srgbClr val="2F2A95"/>
                </a:gs>
              </a:gsLst>
              <a:lin ang="5400000" scaled="1"/>
              <a:tileRect/>
            </a:gradFill>
            <a:prstDash val="solid"/>
            <a:miter/>
          </a:ln>
          <a:effectLst>
            <a:outerShdw blurRad="190500" algn="ctr" rotWithShape="0">
              <a:prstClr val="black">
                <a:alpha val="25000"/>
              </a:prstClr>
            </a:outerShdw>
          </a:effectLst>
        </p:spPr>
        <p:txBody>
          <a:bodyPr rtlCol="0" anchor="ctr"/>
          <a:lstStyle/>
          <a:p>
            <a:pPr marR="0" lvl="0" indent="0" defTabSz="2665918" fontAlgn="auto">
              <a:lnSpc>
                <a:spcPct val="100000"/>
              </a:lnSpc>
              <a:spcBef>
                <a:spcPts val="2918"/>
              </a:spcBef>
              <a:spcAft>
                <a:spcPts val="0"/>
              </a:spcAft>
              <a:buClr>
                <a:srgbClr val="F2F2F2"/>
              </a:buClr>
              <a:buSzTx/>
              <a:buFontTx/>
              <a:tabLst/>
            </a:pPr>
            <a:endParaRPr kumimoji="0" lang="en-US" sz="100" b="0" i="0" u="none" strike="noStrike" kern="0" cap="none" spc="0" normalizeH="0" baseline="0" noProof="0">
              <a:ln>
                <a:noFill/>
              </a:ln>
              <a:solidFill>
                <a:srgbClr val="FFFFFF"/>
              </a:solidFill>
              <a:effectLst/>
              <a:uLnTx/>
              <a:uFillTx/>
            </a:endParaRPr>
          </a:p>
        </p:txBody>
      </p:sp>
      <p:sp>
        <p:nvSpPr>
          <p:cNvPr id="33" name="Picture Placeholder 32">
            <a:extLst>
              <a:ext uri="{FF2B5EF4-FFF2-40B4-BE49-F238E27FC236}">
                <a16:creationId xmlns:a16="http://schemas.microsoft.com/office/drawing/2014/main" id="{FB502E4A-CB25-56F4-4122-BAB1DF3AED70}"/>
              </a:ext>
            </a:extLst>
          </p:cNvPr>
          <p:cNvSpPr>
            <a:spLocks noGrp="1"/>
          </p:cNvSpPr>
          <p:nvPr>
            <p:ph type="pic" sz="quarter" idx="30" hasCustomPrompt="1"/>
          </p:nvPr>
        </p:nvSpPr>
        <p:spPr>
          <a:xfrm>
            <a:off x="7442200" y="355600"/>
            <a:ext cx="3540058" cy="6645419"/>
          </a:xfrm>
          <a:custGeom>
            <a:avLst/>
            <a:gdLst>
              <a:gd name="connsiteX0" fmla="*/ 0 w 3540058"/>
              <a:gd name="connsiteY0" fmla="*/ 0 h 6645419"/>
              <a:gd name="connsiteX1" fmla="*/ 3540058 w 3540058"/>
              <a:gd name="connsiteY1" fmla="*/ 1756589 h 6645419"/>
              <a:gd name="connsiteX2" fmla="*/ 3540058 w 3540058"/>
              <a:gd name="connsiteY2" fmla="*/ 6645419 h 6645419"/>
              <a:gd name="connsiteX3" fmla="*/ 0 w 3540058"/>
              <a:gd name="connsiteY3" fmla="*/ 6645419 h 6645419"/>
              <a:gd name="connsiteX4" fmla="*/ 0 w 3540058"/>
              <a:gd name="connsiteY4" fmla="*/ 6482134 h 6645419"/>
              <a:gd name="connsiteX5" fmla="*/ 0 w 3540058"/>
              <a:gd name="connsiteY5" fmla="*/ 6367834 h 6645419"/>
              <a:gd name="connsiteX6" fmla="*/ 0 w 3540058"/>
              <a:gd name="connsiteY6" fmla="*/ 5560477 h 6645419"/>
              <a:gd name="connsiteX7" fmla="*/ 0 w 3540058"/>
              <a:gd name="connsiteY7" fmla="*/ 5440734 h 6645419"/>
              <a:gd name="connsiteX8" fmla="*/ 0 w 3540058"/>
              <a:gd name="connsiteY8" fmla="*/ 5286839 h 6645419"/>
              <a:gd name="connsiteX9" fmla="*/ 0 w 3540058"/>
              <a:gd name="connsiteY9" fmla="*/ 3942134 h 6645419"/>
              <a:gd name="connsiteX10" fmla="*/ 0 w 3540058"/>
              <a:gd name="connsiteY10" fmla="*/ 3934197 h 6645419"/>
              <a:gd name="connsiteX11" fmla="*/ 0 w 3540058"/>
              <a:gd name="connsiteY11" fmla="*/ 2978626 h 6645419"/>
              <a:gd name="connsiteX12" fmla="*/ 0 w 3540058"/>
              <a:gd name="connsiteY12" fmla="*/ 1772021 h 6645419"/>
              <a:gd name="connsiteX13" fmla="*/ 0 w 3540058"/>
              <a:gd name="connsiteY13" fmla="*/ 995734 h 6645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40058" h="6645419">
                <a:moveTo>
                  <a:pt x="0" y="0"/>
                </a:moveTo>
                <a:lnTo>
                  <a:pt x="3540058" y="1756589"/>
                </a:lnTo>
                <a:lnTo>
                  <a:pt x="3540058" y="6645419"/>
                </a:lnTo>
                <a:lnTo>
                  <a:pt x="0" y="6645419"/>
                </a:lnTo>
                <a:lnTo>
                  <a:pt x="0" y="6482134"/>
                </a:lnTo>
                <a:lnTo>
                  <a:pt x="0" y="6367834"/>
                </a:lnTo>
                <a:lnTo>
                  <a:pt x="0" y="5560477"/>
                </a:lnTo>
                <a:lnTo>
                  <a:pt x="0" y="5440734"/>
                </a:lnTo>
                <a:lnTo>
                  <a:pt x="0" y="5286839"/>
                </a:lnTo>
                <a:lnTo>
                  <a:pt x="0" y="3942134"/>
                </a:lnTo>
                <a:lnTo>
                  <a:pt x="0" y="3934197"/>
                </a:lnTo>
                <a:lnTo>
                  <a:pt x="0" y="2978626"/>
                </a:lnTo>
                <a:lnTo>
                  <a:pt x="0" y="1772021"/>
                </a:lnTo>
                <a:lnTo>
                  <a:pt x="0" y="995734"/>
                </a:lnTo>
                <a:close/>
              </a:path>
            </a:pathLst>
          </a:custGeom>
          <a:solidFill>
            <a:schemeClr val="bg2"/>
          </a:solidFill>
          <a:effectLst>
            <a:outerShdw blurRad="254000" algn="ctr" rotWithShape="0">
              <a:prstClr val="black">
                <a:alpha val="20000"/>
              </a:prstClr>
            </a:outerShdw>
          </a:effectLst>
        </p:spPr>
        <p:txBody>
          <a:bodyPr wrap="square" lIns="360000" tIns="1764000" rIns="360000">
            <a:noAutofit/>
          </a:bodyPr>
          <a:lstStyle>
            <a:lvl1pPr marL="0" indent="0" algn="ctr">
              <a:buNone/>
              <a:defRPr sz="1200"/>
            </a:lvl1pPr>
          </a:lstStyle>
          <a:p>
            <a:r>
              <a:rPr lang="en-US"/>
              <a:t>Click the icon to add an image. To scale or reposition the image in the frame, use the ‘Crop’ options in the ‘Picture Format’ tab. Right-click on image to add or edit alt text.</a:t>
            </a:r>
          </a:p>
          <a:p>
            <a:endParaRPr lang="en-US"/>
          </a:p>
        </p:txBody>
      </p:sp>
      <p:sp>
        <p:nvSpPr>
          <p:cNvPr id="19" name="Freeform: Shape 18">
            <a:extLst>
              <a:ext uri="{FF2B5EF4-FFF2-40B4-BE49-F238E27FC236}">
                <a16:creationId xmlns:a16="http://schemas.microsoft.com/office/drawing/2014/main" id="{E1CFF55A-1D5F-AAA6-4D3A-1DFCBBC26619}"/>
              </a:ext>
              <a:ext uri="{C183D7F6-B498-43B3-948B-1728B52AA6E4}">
                <adec:decorative xmlns:adec="http://schemas.microsoft.com/office/drawing/2017/decorative" val="1"/>
              </a:ext>
            </a:extLst>
          </p:cNvPr>
          <p:cNvSpPr>
            <a:spLocks noChangeAspect="1"/>
          </p:cNvSpPr>
          <p:nvPr userDrawn="1"/>
        </p:nvSpPr>
        <p:spPr>
          <a:xfrm>
            <a:off x="6821714" y="3222172"/>
            <a:ext cx="483977" cy="1654169"/>
          </a:xfrm>
          <a:custGeom>
            <a:avLst/>
            <a:gdLst>
              <a:gd name="connsiteX0" fmla="*/ 0 w 594266"/>
              <a:gd name="connsiteY0" fmla="*/ 0 h 2031124"/>
              <a:gd name="connsiteX1" fmla="*/ 594266 w 594266"/>
              <a:gd name="connsiteY1" fmla="*/ 294877 h 2031124"/>
              <a:gd name="connsiteX2" fmla="*/ 594266 w 594266"/>
              <a:gd name="connsiteY2" fmla="*/ 526950 h 2031124"/>
              <a:gd name="connsiteX3" fmla="*/ 594266 w 594266"/>
              <a:gd name="connsiteY3" fmla="*/ 747877 h 2031124"/>
              <a:gd name="connsiteX4" fmla="*/ 594266 w 594266"/>
              <a:gd name="connsiteY4" fmla="*/ 1578124 h 2031124"/>
              <a:gd name="connsiteX5" fmla="*/ 594266 w 594266"/>
              <a:gd name="connsiteY5" fmla="*/ 1799051 h 2031124"/>
              <a:gd name="connsiteX6" fmla="*/ 594266 w 594266"/>
              <a:gd name="connsiteY6" fmla="*/ 2031124 h 2031124"/>
              <a:gd name="connsiteX7" fmla="*/ 0 w 594266"/>
              <a:gd name="connsiteY7" fmla="*/ 1736247 h 2031124"/>
              <a:gd name="connsiteX8" fmla="*/ 0 w 594266"/>
              <a:gd name="connsiteY8" fmla="*/ 1504174 h 2031124"/>
              <a:gd name="connsiteX9" fmla="*/ 0 w 594266"/>
              <a:gd name="connsiteY9" fmla="*/ 1283247 h 2031124"/>
              <a:gd name="connsiteX10" fmla="*/ 0 w 594266"/>
              <a:gd name="connsiteY10" fmla="*/ 453000 h 2031124"/>
              <a:gd name="connsiteX11" fmla="*/ 0 w 594266"/>
              <a:gd name="connsiteY11" fmla="*/ 232073 h 2031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4266" h="2031124">
                <a:moveTo>
                  <a:pt x="0" y="0"/>
                </a:moveTo>
                <a:lnTo>
                  <a:pt x="594266" y="294877"/>
                </a:lnTo>
                <a:lnTo>
                  <a:pt x="594266" y="526950"/>
                </a:lnTo>
                <a:lnTo>
                  <a:pt x="594266" y="747877"/>
                </a:lnTo>
                <a:lnTo>
                  <a:pt x="594266" y="1578124"/>
                </a:lnTo>
                <a:lnTo>
                  <a:pt x="594266" y="1799051"/>
                </a:lnTo>
                <a:lnTo>
                  <a:pt x="594266" y="2031124"/>
                </a:lnTo>
                <a:lnTo>
                  <a:pt x="0" y="1736247"/>
                </a:lnTo>
                <a:lnTo>
                  <a:pt x="0" y="1504174"/>
                </a:lnTo>
                <a:lnTo>
                  <a:pt x="0" y="1283247"/>
                </a:lnTo>
                <a:lnTo>
                  <a:pt x="0" y="453000"/>
                </a:lnTo>
                <a:lnTo>
                  <a:pt x="0" y="232073"/>
                </a:lnTo>
                <a:close/>
              </a:path>
            </a:pathLst>
          </a:custGeom>
          <a:noFill/>
          <a:ln w="19050" cap="flat">
            <a:gradFill flip="none" rotWithShape="1">
              <a:gsLst>
                <a:gs pos="89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noProof="0">
              <a:ln>
                <a:noFill/>
              </a:ln>
              <a:solidFill>
                <a:srgbClr val="FFFFFF"/>
              </a:solidFill>
              <a:effectLst/>
              <a:uLnTx/>
              <a:uFillTx/>
              <a:latin typeface="Verdana"/>
            </a:endParaRPr>
          </a:p>
        </p:txBody>
      </p:sp>
      <p:sp>
        <p:nvSpPr>
          <p:cNvPr id="9" name="Text Placeholder 8">
            <a:extLst>
              <a:ext uri="{FF2B5EF4-FFF2-40B4-BE49-F238E27FC236}">
                <a16:creationId xmlns:a16="http://schemas.microsoft.com/office/drawing/2014/main" id="{AA31561E-FFE1-F9A5-FBF8-E494B0436AE5}"/>
              </a:ext>
              <a:ext uri="{C183D7F6-B498-43B3-948B-1728B52AA6E4}">
                <adec:decorative xmlns:adec="http://schemas.microsoft.com/office/drawing/2017/decorative" val="1"/>
              </a:ext>
            </a:extLst>
          </p:cNvPr>
          <p:cNvSpPr>
            <a:spLocks noGrp="1"/>
          </p:cNvSpPr>
          <p:nvPr>
            <p:ph type="body" sz="quarter" idx="22" hasCustomPrompt="1"/>
          </p:nvPr>
        </p:nvSpPr>
        <p:spPr>
          <a:xfrm>
            <a:off x="11145728" y="4127662"/>
            <a:ext cx="622300" cy="2146138"/>
          </a:xfrm>
          <a:custGeom>
            <a:avLst/>
            <a:gdLst>
              <a:gd name="connsiteX0" fmla="*/ 0 w 622300"/>
              <a:gd name="connsiteY0" fmla="*/ 0 h 2146138"/>
              <a:gd name="connsiteX1" fmla="*/ 622300 w 622300"/>
              <a:gd name="connsiteY1" fmla="*/ 308788 h 2146138"/>
              <a:gd name="connsiteX2" fmla="*/ 622300 w 622300"/>
              <a:gd name="connsiteY2" fmla="*/ 423088 h 2146138"/>
              <a:gd name="connsiteX3" fmla="*/ 622300 w 622300"/>
              <a:gd name="connsiteY3" fmla="*/ 524688 h 2146138"/>
              <a:gd name="connsiteX4" fmla="*/ 622300 w 622300"/>
              <a:gd name="connsiteY4" fmla="*/ 545838 h 2146138"/>
              <a:gd name="connsiteX5" fmla="*/ 622300 w 622300"/>
              <a:gd name="connsiteY5" fmla="*/ 647438 h 2146138"/>
              <a:gd name="connsiteX6" fmla="*/ 622300 w 622300"/>
              <a:gd name="connsiteY6" fmla="*/ 750208 h 2146138"/>
              <a:gd name="connsiteX7" fmla="*/ 622300 w 622300"/>
              <a:gd name="connsiteY7" fmla="*/ 761738 h 2146138"/>
              <a:gd name="connsiteX8" fmla="*/ 622300 w 622300"/>
              <a:gd name="connsiteY8" fmla="*/ 851808 h 2146138"/>
              <a:gd name="connsiteX9" fmla="*/ 622300 w 622300"/>
              <a:gd name="connsiteY9" fmla="*/ 863338 h 2146138"/>
              <a:gd name="connsiteX10" fmla="*/ 622300 w 622300"/>
              <a:gd name="connsiteY10" fmla="*/ 966108 h 2146138"/>
              <a:gd name="connsiteX11" fmla="*/ 622300 w 622300"/>
              <a:gd name="connsiteY11" fmla="*/ 1067708 h 2146138"/>
              <a:gd name="connsiteX12" fmla="*/ 622300 w 622300"/>
              <a:gd name="connsiteY12" fmla="*/ 1387218 h 2146138"/>
              <a:gd name="connsiteX13" fmla="*/ 622300 w 622300"/>
              <a:gd name="connsiteY13" fmla="*/ 1488818 h 2146138"/>
              <a:gd name="connsiteX14" fmla="*/ 622300 w 622300"/>
              <a:gd name="connsiteY14" fmla="*/ 1591588 h 2146138"/>
              <a:gd name="connsiteX15" fmla="*/ 622300 w 622300"/>
              <a:gd name="connsiteY15" fmla="*/ 1603118 h 2146138"/>
              <a:gd name="connsiteX16" fmla="*/ 622300 w 622300"/>
              <a:gd name="connsiteY16" fmla="*/ 1693188 h 2146138"/>
              <a:gd name="connsiteX17" fmla="*/ 622300 w 622300"/>
              <a:gd name="connsiteY17" fmla="*/ 1704718 h 2146138"/>
              <a:gd name="connsiteX18" fmla="*/ 622300 w 622300"/>
              <a:gd name="connsiteY18" fmla="*/ 1807488 h 2146138"/>
              <a:gd name="connsiteX19" fmla="*/ 622300 w 622300"/>
              <a:gd name="connsiteY19" fmla="*/ 1909088 h 2146138"/>
              <a:gd name="connsiteX20" fmla="*/ 622300 w 622300"/>
              <a:gd name="connsiteY20" fmla="*/ 1930238 h 2146138"/>
              <a:gd name="connsiteX21" fmla="*/ 622300 w 622300"/>
              <a:gd name="connsiteY21" fmla="*/ 2031838 h 2146138"/>
              <a:gd name="connsiteX22" fmla="*/ 622300 w 622300"/>
              <a:gd name="connsiteY22" fmla="*/ 2146138 h 2146138"/>
              <a:gd name="connsiteX23" fmla="*/ 0 w 622300"/>
              <a:gd name="connsiteY23" fmla="*/ 1837351 h 2146138"/>
              <a:gd name="connsiteX24" fmla="*/ 0 w 622300"/>
              <a:gd name="connsiteY24" fmla="*/ 1723051 h 2146138"/>
              <a:gd name="connsiteX25" fmla="*/ 0 w 622300"/>
              <a:gd name="connsiteY25" fmla="*/ 1621451 h 2146138"/>
              <a:gd name="connsiteX26" fmla="*/ 0 w 622300"/>
              <a:gd name="connsiteY26" fmla="*/ 1600300 h 2146138"/>
              <a:gd name="connsiteX27" fmla="*/ 0 w 622300"/>
              <a:gd name="connsiteY27" fmla="*/ 1498700 h 2146138"/>
              <a:gd name="connsiteX28" fmla="*/ 0 w 622300"/>
              <a:gd name="connsiteY28" fmla="*/ 1395930 h 2146138"/>
              <a:gd name="connsiteX29" fmla="*/ 0 w 622300"/>
              <a:gd name="connsiteY29" fmla="*/ 1384400 h 2146138"/>
              <a:gd name="connsiteX30" fmla="*/ 0 w 622300"/>
              <a:gd name="connsiteY30" fmla="*/ 1294330 h 2146138"/>
              <a:gd name="connsiteX31" fmla="*/ 0 w 622300"/>
              <a:gd name="connsiteY31" fmla="*/ 1282800 h 2146138"/>
              <a:gd name="connsiteX32" fmla="*/ 0 w 622300"/>
              <a:gd name="connsiteY32" fmla="*/ 1180030 h 2146138"/>
              <a:gd name="connsiteX33" fmla="*/ 0 w 622300"/>
              <a:gd name="connsiteY33" fmla="*/ 1078430 h 2146138"/>
              <a:gd name="connsiteX34" fmla="*/ 0 w 622300"/>
              <a:gd name="connsiteY34" fmla="*/ 758921 h 2146138"/>
              <a:gd name="connsiteX35" fmla="*/ 0 w 622300"/>
              <a:gd name="connsiteY35" fmla="*/ 657321 h 2146138"/>
              <a:gd name="connsiteX36" fmla="*/ 0 w 622300"/>
              <a:gd name="connsiteY36" fmla="*/ 554551 h 2146138"/>
              <a:gd name="connsiteX37" fmla="*/ 0 w 622300"/>
              <a:gd name="connsiteY37" fmla="*/ 543021 h 2146138"/>
              <a:gd name="connsiteX38" fmla="*/ 0 w 622300"/>
              <a:gd name="connsiteY38" fmla="*/ 452951 h 2146138"/>
              <a:gd name="connsiteX39" fmla="*/ 0 w 622300"/>
              <a:gd name="connsiteY39" fmla="*/ 441421 h 2146138"/>
              <a:gd name="connsiteX40" fmla="*/ 0 w 622300"/>
              <a:gd name="connsiteY40" fmla="*/ 338651 h 2146138"/>
              <a:gd name="connsiteX41" fmla="*/ 0 w 622300"/>
              <a:gd name="connsiteY41" fmla="*/ 237051 h 2146138"/>
              <a:gd name="connsiteX42" fmla="*/ 0 w 622300"/>
              <a:gd name="connsiteY42" fmla="*/ 215900 h 2146138"/>
              <a:gd name="connsiteX43" fmla="*/ 0 w 622300"/>
              <a:gd name="connsiteY43" fmla="*/ 114300 h 214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22300" h="2146138">
                <a:moveTo>
                  <a:pt x="0" y="0"/>
                </a:moveTo>
                <a:lnTo>
                  <a:pt x="622300" y="308788"/>
                </a:lnTo>
                <a:lnTo>
                  <a:pt x="622300" y="423088"/>
                </a:lnTo>
                <a:lnTo>
                  <a:pt x="622300" y="524688"/>
                </a:lnTo>
                <a:lnTo>
                  <a:pt x="622300" y="545838"/>
                </a:lnTo>
                <a:lnTo>
                  <a:pt x="622300" y="647438"/>
                </a:lnTo>
                <a:lnTo>
                  <a:pt x="622300" y="750208"/>
                </a:lnTo>
                <a:lnTo>
                  <a:pt x="622300" y="761738"/>
                </a:lnTo>
                <a:lnTo>
                  <a:pt x="622300" y="851808"/>
                </a:lnTo>
                <a:lnTo>
                  <a:pt x="622300" y="863338"/>
                </a:lnTo>
                <a:lnTo>
                  <a:pt x="622300" y="966108"/>
                </a:lnTo>
                <a:lnTo>
                  <a:pt x="622300" y="1067708"/>
                </a:lnTo>
                <a:lnTo>
                  <a:pt x="622300" y="1387218"/>
                </a:lnTo>
                <a:lnTo>
                  <a:pt x="622300" y="1488818"/>
                </a:lnTo>
                <a:lnTo>
                  <a:pt x="622300" y="1591588"/>
                </a:lnTo>
                <a:lnTo>
                  <a:pt x="622300" y="1603118"/>
                </a:lnTo>
                <a:lnTo>
                  <a:pt x="622300" y="1693188"/>
                </a:lnTo>
                <a:lnTo>
                  <a:pt x="622300" y="1704718"/>
                </a:lnTo>
                <a:lnTo>
                  <a:pt x="622300" y="1807488"/>
                </a:lnTo>
                <a:lnTo>
                  <a:pt x="622300" y="1909088"/>
                </a:lnTo>
                <a:lnTo>
                  <a:pt x="622300" y="1930238"/>
                </a:lnTo>
                <a:lnTo>
                  <a:pt x="622300" y="2031838"/>
                </a:lnTo>
                <a:lnTo>
                  <a:pt x="622300" y="2146138"/>
                </a:lnTo>
                <a:lnTo>
                  <a:pt x="0" y="1837351"/>
                </a:lnTo>
                <a:lnTo>
                  <a:pt x="0" y="1723051"/>
                </a:lnTo>
                <a:lnTo>
                  <a:pt x="0" y="1621451"/>
                </a:lnTo>
                <a:lnTo>
                  <a:pt x="0" y="1600300"/>
                </a:lnTo>
                <a:lnTo>
                  <a:pt x="0" y="1498700"/>
                </a:lnTo>
                <a:lnTo>
                  <a:pt x="0" y="1395930"/>
                </a:lnTo>
                <a:lnTo>
                  <a:pt x="0" y="1384400"/>
                </a:lnTo>
                <a:lnTo>
                  <a:pt x="0" y="1294330"/>
                </a:lnTo>
                <a:lnTo>
                  <a:pt x="0" y="1282800"/>
                </a:lnTo>
                <a:lnTo>
                  <a:pt x="0" y="1180030"/>
                </a:lnTo>
                <a:lnTo>
                  <a:pt x="0" y="1078430"/>
                </a:lnTo>
                <a:lnTo>
                  <a:pt x="0" y="758921"/>
                </a:lnTo>
                <a:lnTo>
                  <a:pt x="0" y="657321"/>
                </a:lnTo>
                <a:lnTo>
                  <a:pt x="0" y="554551"/>
                </a:lnTo>
                <a:lnTo>
                  <a:pt x="0" y="543021"/>
                </a:lnTo>
                <a:lnTo>
                  <a:pt x="0" y="452951"/>
                </a:lnTo>
                <a:lnTo>
                  <a:pt x="0" y="441421"/>
                </a:lnTo>
                <a:lnTo>
                  <a:pt x="0" y="338651"/>
                </a:lnTo>
                <a:lnTo>
                  <a:pt x="0" y="237051"/>
                </a:lnTo>
                <a:lnTo>
                  <a:pt x="0" y="215900"/>
                </a:lnTo>
                <a:lnTo>
                  <a:pt x="0" y="114300"/>
                </a:lnTo>
                <a:close/>
              </a:path>
            </a:pathLst>
          </a:custGeom>
          <a:gradFill flip="none" rotWithShape="1">
            <a:gsLst>
              <a:gs pos="0">
                <a:srgbClr val="78E3DE">
                  <a:lumMod val="94000"/>
                  <a:alpha val="89000"/>
                </a:srgbClr>
              </a:gs>
              <a:gs pos="100000">
                <a:srgbClr val="2F2A95">
                  <a:alpha val="90000"/>
                </a:srgbClr>
              </a:gs>
              <a:gs pos="62000">
                <a:srgbClr val="00B2A9">
                  <a:alpha val="90000"/>
                </a:srgbClr>
              </a:gs>
            </a:gsLst>
            <a:lin ang="6900000" scaled="0"/>
            <a:tileRect/>
          </a:gradFill>
          <a:ln w="19050" cap="flat">
            <a:gradFill>
              <a:gsLst>
                <a:gs pos="0">
                  <a:srgbClr val="00B2A9"/>
                </a:gs>
                <a:gs pos="100000">
                  <a:srgbClr val="2F2A95"/>
                </a:gs>
              </a:gsLst>
              <a:lin ang="5400000" scaled="1"/>
            </a:gradFill>
            <a:prstDash val="solid"/>
            <a:miter/>
          </a:ln>
          <a:effectLst>
            <a:outerShdw blurRad="190500" algn="ctr" rotWithShape="0">
              <a:prstClr val="black">
                <a:alpha val="25000"/>
              </a:prstClr>
            </a:outerShdw>
          </a:effectLst>
        </p:spPr>
        <p:txBody>
          <a:bodyPr vert="horz" wrap="square" lIns="0" tIns="0" rIns="0" bIns="0" rtlCol="0" anchor="ctr">
            <a:noAutofit/>
          </a:bodyPr>
          <a:lstStyle>
            <a:lvl1pPr>
              <a:defRPr kumimoji="0" lang="en-US" sz="100" b="0" i="0" u="none" strike="noStrike" kern="0" cap="none" spc="0" normalizeH="0" baseline="0" dirty="0">
                <a:ln>
                  <a:noFill/>
                </a:ln>
                <a:solidFill>
                  <a:srgbClr val="FFFFFF">
                    <a:alpha val="0"/>
                  </a:srgbClr>
                </a:solidFill>
                <a:effectLst/>
                <a:uLnTx/>
                <a:uFillTx/>
              </a:defRPr>
            </a:lvl1pPr>
          </a:lstStyle>
          <a:p>
            <a:pPr marL="0" marR="0" lvl="0" indent="0" defTabSz="2665918" fontAlgn="auto">
              <a:spcBef>
                <a:spcPts val="2918"/>
              </a:spcBef>
              <a:spcAft>
                <a:spcPts val="0"/>
              </a:spcAft>
              <a:buClr>
                <a:srgbClr val="F2F2F2"/>
              </a:buClr>
              <a:buSzTx/>
              <a:buFontTx/>
              <a:buNone/>
              <a:tabLst/>
            </a:pPr>
            <a:r>
              <a:rPr lang="en-US"/>
              <a:t>cc</a:t>
            </a:r>
          </a:p>
        </p:txBody>
      </p:sp>
      <p:sp>
        <p:nvSpPr>
          <p:cNvPr id="14" name="Text Placeholder 13">
            <a:extLst>
              <a:ext uri="{FF2B5EF4-FFF2-40B4-BE49-F238E27FC236}">
                <a16:creationId xmlns:a16="http://schemas.microsoft.com/office/drawing/2014/main" id="{A4BBAE49-6B14-65B6-CA87-EE5253B41025}"/>
              </a:ext>
              <a:ext uri="{C183D7F6-B498-43B3-948B-1728B52AA6E4}">
                <adec:decorative xmlns:adec="http://schemas.microsoft.com/office/drawing/2017/decorative" val="1"/>
              </a:ext>
            </a:extLst>
          </p:cNvPr>
          <p:cNvSpPr>
            <a:spLocks noGrp="1"/>
          </p:cNvSpPr>
          <p:nvPr>
            <p:ph type="body" sz="quarter" idx="23" hasCustomPrompt="1"/>
          </p:nvPr>
        </p:nvSpPr>
        <p:spPr>
          <a:xfrm>
            <a:off x="7119612" y="1854200"/>
            <a:ext cx="633150" cy="2150136"/>
          </a:xfrm>
          <a:custGeom>
            <a:avLst/>
            <a:gdLst>
              <a:gd name="connsiteX0" fmla="*/ 0 w 633150"/>
              <a:gd name="connsiteY0" fmla="*/ 0 h 2150136"/>
              <a:gd name="connsiteX1" fmla="*/ 633150 w 633150"/>
              <a:gd name="connsiteY1" fmla="*/ 314171 h 2150136"/>
              <a:gd name="connsiteX2" fmla="*/ 633150 w 633150"/>
              <a:gd name="connsiteY2" fmla="*/ 513405 h 2150136"/>
              <a:gd name="connsiteX3" fmla="*/ 633150 w 633150"/>
              <a:gd name="connsiteY3" fmla="*/ 1950903 h 2150136"/>
              <a:gd name="connsiteX4" fmla="*/ 633150 w 633150"/>
              <a:gd name="connsiteY4" fmla="*/ 2150136 h 2150136"/>
              <a:gd name="connsiteX5" fmla="*/ 0 w 633150"/>
              <a:gd name="connsiteY5" fmla="*/ 1835965 h 2150136"/>
              <a:gd name="connsiteX6" fmla="*/ 0 w 633150"/>
              <a:gd name="connsiteY6" fmla="*/ 1636732 h 2150136"/>
              <a:gd name="connsiteX7" fmla="*/ 0 w 633150"/>
              <a:gd name="connsiteY7" fmla="*/ 199234 h 2150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150" h="2150136">
                <a:moveTo>
                  <a:pt x="0" y="0"/>
                </a:moveTo>
                <a:lnTo>
                  <a:pt x="633150" y="314171"/>
                </a:lnTo>
                <a:lnTo>
                  <a:pt x="633150" y="513405"/>
                </a:lnTo>
                <a:lnTo>
                  <a:pt x="633150" y="1950903"/>
                </a:lnTo>
                <a:lnTo>
                  <a:pt x="633150" y="2150136"/>
                </a:lnTo>
                <a:lnTo>
                  <a:pt x="0" y="1835965"/>
                </a:lnTo>
                <a:lnTo>
                  <a:pt x="0" y="1636732"/>
                </a:lnTo>
                <a:lnTo>
                  <a:pt x="0" y="199234"/>
                </a:lnTo>
                <a:close/>
              </a:path>
            </a:pathLst>
          </a:custGeom>
          <a:gradFill flip="none" rotWithShape="1">
            <a:gsLst>
              <a:gs pos="0">
                <a:srgbClr val="C5B4E2">
                  <a:alpha val="72000"/>
                </a:srgbClr>
              </a:gs>
              <a:gs pos="100000">
                <a:srgbClr val="2F2A95">
                  <a:alpha val="80000"/>
                </a:srgbClr>
              </a:gs>
            </a:gsLst>
            <a:lin ang="6900000" scaled="0"/>
            <a:tileRect/>
          </a:gradFill>
          <a:ln w="19050" cap="flat">
            <a:gradFill>
              <a:gsLst>
                <a:gs pos="0">
                  <a:srgbClr val="C5B4E2"/>
                </a:gs>
                <a:gs pos="99000">
                  <a:srgbClr val="C5B4E2">
                    <a:lumMod val="75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lvl1pPr>
              <a:buNone/>
              <a:defRPr kumimoji="0" lang="en-US" sz="100" b="0" i="0" u="none" strike="noStrike" kern="0" cap="none" spc="0" normalizeH="0" baseline="0" dirty="0">
                <a:ln>
                  <a:noFill/>
                </a:ln>
                <a:solidFill>
                  <a:srgbClr val="FFFFFF">
                    <a:alpha val="0"/>
                  </a:srgbClr>
                </a:solidFill>
                <a:effectLst/>
                <a:uLnTx/>
                <a:uFillTx/>
              </a:defRPr>
            </a:lvl1pPr>
          </a:lstStyle>
          <a:p>
            <a:pPr marL="0" marR="0" lvl="0" indent="0" defTabSz="2665918" fontAlgn="auto">
              <a:spcBef>
                <a:spcPts val="2918"/>
              </a:spcBef>
              <a:spcAft>
                <a:spcPts val="0"/>
              </a:spcAft>
              <a:buClr>
                <a:srgbClr val="F2F2F2"/>
              </a:buClr>
              <a:buSzTx/>
              <a:buFontTx/>
              <a:tabLst/>
            </a:pPr>
            <a:r>
              <a:rPr lang="en-US"/>
              <a:t>……</a:t>
            </a:r>
          </a:p>
        </p:txBody>
      </p:sp>
      <p:sp>
        <p:nvSpPr>
          <p:cNvPr id="5" name="Footer Placeholder 4">
            <a:extLst>
              <a:ext uri="{FF2B5EF4-FFF2-40B4-BE49-F238E27FC236}">
                <a16:creationId xmlns:a16="http://schemas.microsoft.com/office/drawing/2014/main" id="{548BE344-8FC6-9C44-DD7D-8F78A4E6DE3B}"/>
              </a:ext>
            </a:extLst>
          </p:cNvPr>
          <p:cNvSpPr>
            <a:spLocks noGrp="1"/>
          </p:cNvSpPr>
          <p:nvPr>
            <p:ph type="ftr" sz="quarter" idx="27"/>
          </p:nvPr>
        </p:nvSpPr>
        <p:spPr/>
        <p:txBody>
          <a:bodyPr/>
          <a:lstStyle/>
          <a:p>
            <a:pPr>
              <a:buClr>
                <a:schemeClr val="tx2"/>
              </a:buClr>
              <a:buSzPct val="120000"/>
              <a:buFont typeface="Verdana" panose="020F0502020204030204" pitchFamily="34" charset="0"/>
              <a:buNone/>
            </a:pPr>
            <a:endParaRPr lang="en-US"/>
          </a:p>
        </p:txBody>
      </p:sp>
      <p:sp>
        <p:nvSpPr>
          <p:cNvPr id="2" name="Date Placeholder 1">
            <a:extLst>
              <a:ext uri="{FF2B5EF4-FFF2-40B4-BE49-F238E27FC236}">
                <a16:creationId xmlns:a16="http://schemas.microsoft.com/office/drawing/2014/main" id="{CCEBB5DB-C28B-B116-6A61-282D5993E514}"/>
              </a:ext>
            </a:extLst>
          </p:cNvPr>
          <p:cNvSpPr>
            <a:spLocks noGrp="1"/>
          </p:cNvSpPr>
          <p:nvPr>
            <p:ph type="dt" sz="half" idx="26"/>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6" name="Slide Number Placeholder 5">
            <a:extLst>
              <a:ext uri="{FF2B5EF4-FFF2-40B4-BE49-F238E27FC236}">
                <a16:creationId xmlns:a16="http://schemas.microsoft.com/office/drawing/2014/main" id="{D8F91CF3-F9AC-4E4E-03E4-43B31A583FD3}"/>
              </a:ext>
            </a:extLst>
          </p:cNvPr>
          <p:cNvSpPr>
            <a:spLocks noGrp="1"/>
          </p:cNvSpPr>
          <p:nvPr>
            <p:ph type="sldNum" sz="quarter" idx="28"/>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pic>
        <p:nvPicPr>
          <p:cNvPr id="7" name="Graphic 6">
            <a:extLst>
              <a:ext uri="{FF2B5EF4-FFF2-40B4-BE49-F238E27FC236}">
                <a16:creationId xmlns:a16="http://schemas.microsoft.com/office/drawing/2014/main" id="{D8FDE137-3A56-A7A5-5027-216BE040939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70977" y="459740"/>
            <a:ext cx="2219325" cy="591820"/>
          </a:xfrm>
          <a:prstGeom prst="rect">
            <a:avLst/>
          </a:prstGeom>
        </p:spPr>
      </p:pic>
    </p:spTree>
    <p:extLst>
      <p:ext uri="{BB962C8B-B14F-4D97-AF65-F5344CB8AC3E}">
        <p14:creationId xmlns:p14="http://schemas.microsoft.com/office/powerpoint/2010/main" val="30739855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150"/>
                                  </p:stCondLst>
                                  <p:childTnLst>
                                    <p:set>
                                      <p:cBhvr>
                                        <p:cTn id="6" dur="1" fill="hold">
                                          <p:stCondLst>
                                            <p:cond delay="0"/>
                                          </p:stCondLst>
                                        </p:cTn>
                                        <p:tgtEl>
                                          <p:spTgt spid="73"/>
                                        </p:tgtEl>
                                        <p:attrNameLst>
                                          <p:attrName>style.visibility</p:attrName>
                                        </p:attrNameLst>
                                      </p:cBhvr>
                                      <p:to>
                                        <p:strVal val="visible"/>
                                      </p:to>
                                    </p:set>
                                    <p:anim calcmode="lin" valueType="num">
                                      <p:cBhvr additive="base">
                                        <p:cTn id="7" dur="750" fill="hold"/>
                                        <p:tgtEl>
                                          <p:spTgt spid="73"/>
                                        </p:tgtEl>
                                        <p:attrNameLst>
                                          <p:attrName>ppt_x</p:attrName>
                                        </p:attrNameLst>
                                      </p:cBhvr>
                                      <p:tavLst>
                                        <p:tav tm="0">
                                          <p:val>
                                            <p:strVal val="#ppt_x"/>
                                          </p:val>
                                        </p:tav>
                                        <p:tav tm="100000">
                                          <p:val>
                                            <p:strVal val="#ppt_x"/>
                                          </p:val>
                                        </p:tav>
                                      </p:tavLst>
                                    </p:anim>
                                    <p:anim calcmode="lin" valueType="num">
                                      <p:cBhvr additive="base">
                                        <p:cTn id="8" dur="750" fill="hold"/>
                                        <p:tgtEl>
                                          <p:spTgt spid="73"/>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300"/>
                                  </p:stCondLst>
                                  <p:childTnLst>
                                    <p:set>
                                      <p:cBhvr>
                                        <p:cTn id="10" dur="1" fill="hold">
                                          <p:stCondLst>
                                            <p:cond delay="0"/>
                                          </p:stCondLst>
                                        </p:cTn>
                                        <p:tgtEl>
                                          <p:spTgt spid="100"/>
                                        </p:tgtEl>
                                        <p:attrNameLst>
                                          <p:attrName>style.visibility</p:attrName>
                                        </p:attrNameLst>
                                      </p:cBhvr>
                                      <p:to>
                                        <p:strVal val="visible"/>
                                      </p:to>
                                    </p:set>
                                    <p:anim calcmode="lin" valueType="num">
                                      <p:cBhvr additive="base">
                                        <p:cTn id="11" dur="750" fill="hold"/>
                                        <p:tgtEl>
                                          <p:spTgt spid="100"/>
                                        </p:tgtEl>
                                        <p:attrNameLst>
                                          <p:attrName>ppt_x</p:attrName>
                                        </p:attrNameLst>
                                      </p:cBhvr>
                                      <p:tavLst>
                                        <p:tav tm="0">
                                          <p:val>
                                            <p:strVal val="#ppt_x"/>
                                          </p:val>
                                        </p:tav>
                                        <p:tav tm="100000">
                                          <p:val>
                                            <p:strVal val="#ppt_x"/>
                                          </p:val>
                                        </p:tav>
                                      </p:tavLst>
                                    </p:anim>
                                    <p:anim calcmode="lin" valueType="num">
                                      <p:cBhvr additive="base">
                                        <p:cTn id="12" dur="750" fill="hold"/>
                                        <p:tgtEl>
                                          <p:spTgt spid="100"/>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750" fill="hold"/>
                                        <p:tgtEl>
                                          <p:spTgt spid="19"/>
                                        </p:tgtEl>
                                        <p:attrNameLst>
                                          <p:attrName>ppt_x</p:attrName>
                                        </p:attrNameLst>
                                      </p:cBhvr>
                                      <p:tavLst>
                                        <p:tav tm="0">
                                          <p:val>
                                            <p:strVal val="#ppt_x"/>
                                          </p:val>
                                        </p:tav>
                                        <p:tav tm="100000">
                                          <p:val>
                                            <p:strVal val="#ppt_x"/>
                                          </p:val>
                                        </p:tav>
                                      </p:tavLst>
                                    </p:anim>
                                    <p:anim calcmode="lin" valueType="num">
                                      <p:cBhvr additive="base">
                                        <p:cTn id="16" dur="750" fill="hold"/>
                                        <p:tgtEl>
                                          <p:spTgt spid="19"/>
                                        </p:tgtEl>
                                        <p:attrNameLst>
                                          <p:attrName>ppt_y</p:attrName>
                                        </p:attrNameLst>
                                      </p:cBhvr>
                                      <p:tavLst>
                                        <p:tav tm="0">
                                          <p:val>
                                            <p:strVal val="1+#ppt_h/2"/>
                                          </p:val>
                                        </p:tav>
                                        <p:tav tm="100000">
                                          <p:val>
                                            <p:strVal val="#ppt_y"/>
                                          </p:val>
                                        </p:tav>
                                      </p:tavLst>
                                    </p:anim>
                                  </p:childTnLst>
                                </p:cTn>
                              </p:par>
                              <p:par>
                                <p:cTn id="17" presetID="10" presetClass="entr" presetSubtype="0" fill="hold" grpId="0" nodeType="withEffect">
                                  <p:stCondLst>
                                    <p:cond delay="50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42" presetClass="path" presetSubtype="0" decel="100000" fill="hold" grpId="1" nodeType="withEffect">
                                  <p:stCondLst>
                                    <p:cond delay="500"/>
                                  </p:stCondLst>
                                  <p:childTnLst>
                                    <p:animMotion origin="layout" path="M -3.33333E-6 0.03889 L -3.33333E-6 -3.7037E-6 " pathEditMode="relative" rAng="0" ptsTypes="AA">
                                      <p:cBhvr>
                                        <p:cTn id="21" dur="1000" fill="hold"/>
                                        <p:tgtEl>
                                          <p:spTgt spid="11"/>
                                        </p:tgtEl>
                                        <p:attrNameLst>
                                          <p:attrName>ppt_x</p:attrName>
                                          <p:attrName>ppt_y</p:attrName>
                                        </p:attrNameLst>
                                      </p:cBhvr>
                                      <p:rCtr x="0" y="-1944"/>
                                    </p:animMotion>
                                  </p:childTnLst>
                                </p:cTn>
                              </p:par>
                              <p:par>
                                <p:cTn id="22" presetID="10" presetClass="entr" presetSubtype="0" fill="hold" grpId="0" nodeType="withEffect">
                                  <p:stCondLst>
                                    <p:cond delay="500"/>
                                  </p:stCondLst>
                                  <p:childTnLst>
                                    <p:set>
                                      <p:cBhvr>
                                        <p:cTn id="23" dur="1" fill="hold">
                                          <p:stCondLst>
                                            <p:cond delay="0"/>
                                          </p:stCondLst>
                                        </p:cTn>
                                        <p:tgtEl>
                                          <p:spTgt spid="35"/>
                                        </p:tgtEl>
                                        <p:attrNameLst>
                                          <p:attrName>style.visibility</p:attrName>
                                        </p:attrNameLst>
                                      </p:cBhvr>
                                      <p:to>
                                        <p:strVal val="visible"/>
                                      </p:to>
                                    </p:set>
                                    <p:animEffect transition="in" filter="fade">
                                      <p:cBhvr>
                                        <p:cTn id="24" dur="500"/>
                                        <p:tgtEl>
                                          <p:spTgt spid="35"/>
                                        </p:tgtEl>
                                      </p:cBhvr>
                                    </p:animEffect>
                                  </p:childTnLst>
                                </p:cTn>
                              </p:par>
                              <p:par>
                                <p:cTn id="25" presetID="42" presetClass="path" presetSubtype="0" decel="100000" fill="hold" grpId="1" nodeType="withEffect">
                                  <p:stCondLst>
                                    <p:cond delay="500"/>
                                  </p:stCondLst>
                                  <p:childTnLst>
                                    <p:animMotion origin="layout" path="M -3.75E-6 -0.03472 L -3.75E-6 1.85185E-6 " pathEditMode="relative" rAng="0" ptsTypes="AA">
                                      <p:cBhvr>
                                        <p:cTn id="26" dur="1000" fill="hold"/>
                                        <p:tgtEl>
                                          <p:spTgt spid="35"/>
                                        </p:tgtEl>
                                        <p:attrNameLst>
                                          <p:attrName>ppt_x</p:attrName>
                                          <p:attrName>ppt_y</p:attrName>
                                        </p:attrNameLst>
                                      </p:cBhvr>
                                      <p:rCtr x="0" y="1736"/>
                                    </p:animMotion>
                                  </p:childTnLst>
                                </p:cTn>
                              </p:par>
                              <p:par>
                                <p:cTn id="27" presetID="2" presetClass="entr" presetSubtype="4" decel="100000" fill="hold" grpId="0" nodeType="withEffect">
                                  <p:stCondLst>
                                    <p:cond delay="50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750" fill="hold"/>
                                        <p:tgtEl>
                                          <p:spTgt spid="9"/>
                                        </p:tgtEl>
                                        <p:attrNameLst>
                                          <p:attrName>ppt_x</p:attrName>
                                        </p:attrNameLst>
                                      </p:cBhvr>
                                      <p:tavLst>
                                        <p:tav tm="0">
                                          <p:val>
                                            <p:strVal val="#ppt_x"/>
                                          </p:val>
                                        </p:tav>
                                        <p:tav tm="100000">
                                          <p:val>
                                            <p:strVal val="#ppt_x"/>
                                          </p:val>
                                        </p:tav>
                                      </p:tavLst>
                                    </p:anim>
                                    <p:anim calcmode="lin" valueType="num">
                                      <p:cBhvr additive="base">
                                        <p:cTn id="30" dur="750" fill="hold"/>
                                        <p:tgtEl>
                                          <p:spTgt spid="9"/>
                                        </p:tgtEl>
                                        <p:attrNameLst>
                                          <p:attrName>ppt_y</p:attrName>
                                        </p:attrNameLst>
                                      </p:cBhvr>
                                      <p:tavLst>
                                        <p:tav tm="0">
                                          <p:val>
                                            <p:strVal val="1+#ppt_h/2"/>
                                          </p:val>
                                        </p:tav>
                                        <p:tav tm="100000">
                                          <p:val>
                                            <p:strVal val="#ppt_y"/>
                                          </p:val>
                                        </p:tav>
                                      </p:tavLst>
                                    </p:anim>
                                  </p:childTnLst>
                                </p:cTn>
                              </p:par>
                              <p:par>
                                <p:cTn id="31" presetID="2" presetClass="entr" presetSubtype="4" decel="100000" fill="hold" grpId="0" nodeType="withEffect">
                                  <p:stCondLst>
                                    <p:cond delay="500"/>
                                  </p:stCondLst>
                                  <p:childTnLst>
                                    <p:set>
                                      <p:cBhvr>
                                        <p:cTn id="32" dur="1" fill="hold">
                                          <p:stCondLst>
                                            <p:cond delay="0"/>
                                          </p:stCondLst>
                                        </p:cTn>
                                        <p:tgtEl>
                                          <p:spTgt spid="14"/>
                                        </p:tgtEl>
                                        <p:attrNameLst>
                                          <p:attrName>style.visibility</p:attrName>
                                        </p:attrNameLst>
                                      </p:cBhvr>
                                      <p:to>
                                        <p:strVal val="visible"/>
                                      </p:to>
                                    </p:set>
                                    <p:anim calcmode="lin" valueType="num">
                                      <p:cBhvr additive="base">
                                        <p:cTn id="33" dur="750" fill="hold"/>
                                        <p:tgtEl>
                                          <p:spTgt spid="14"/>
                                        </p:tgtEl>
                                        <p:attrNameLst>
                                          <p:attrName>ppt_x</p:attrName>
                                        </p:attrNameLst>
                                      </p:cBhvr>
                                      <p:tavLst>
                                        <p:tav tm="0">
                                          <p:val>
                                            <p:strVal val="#ppt_x"/>
                                          </p:val>
                                        </p:tav>
                                        <p:tav tm="100000">
                                          <p:val>
                                            <p:strVal val="#ppt_x"/>
                                          </p:val>
                                        </p:tav>
                                      </p:tavLst>
                                    </p:anim>
                                    <p:anim calcmode="lin" valueType="num">
                                      <p:cBhvr additive="base">
                                        <p:cTn id="34" dur="750" fill="hold"/>
                                        <p:tgtEl>
                                          <p:spTgt spid="14"/>
                                        </p:tgtEl>
                                        <p:attrNameLst>
                                          <p:attrName>ppt_y</p:attrName>
                                        </p:attrNameLst>
                                      </p:cBhvr>
                                      <p:tavLst>
                                        <p:tav tm="0">
                                          <p:val>
                                            <p:strVal val="1+#ppt_h/2"/>
                                          </p:val>
                                        </p:tav>
                                        <p:tav tm="100000">
                                          <p:val>
                                            <p:strVal val="#ppt_y"/>
                                          </p:val>
                                        </p:tav>
                                      </p:tavLst>
                                    </p:anim>
                                  </p:childTnLst>
                                </p:cTn>
                              </p:par>
                              <p:par>
                                <p:cTn id="35" presetID="2" presetClass="entr" presetSubtype="1" decel="100000" fill="hold" grpId="0" nodeType="withEffect">
                                  <p:stCondLst>
                                    <p:cond delay="120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800" fill="hold"/>
                                        <p:tgtEl>
                                          <p:spTgt spid="4"/>
                                        </p:tgtEl>
                                        <p:attrNameLst>
                                          <p:attrName>ppt_x</p:attrName>
                                        </p:attrNameLst>
                                      </p:cBhvr>
                                      <p:tavLst>
                                        <p:tav tm="0">
                                          <p:val>
                                            <p:strVal val="#ppt_x"/>
                                          </p:val>
                                        </p:tav>
                                        <p:tav tm="100000">
                                          <p:val>
                                            <p:strVal val="#ppt_x"/>
                                          </p:val>
                                        </p:tav>
                                      </p:tavLst>
                                    </p:anim>
                                    <p:anim calcmode="lin" valueType="num">
                                      <p:cBhvr additive="base">
                                        <p:cTn id="38" dur="800" fill="hold"/>
                                        <p:tgtEl>
                                          <p:spTgt spid="4"/>
                                        </p:tgtEl>
                                        <p:attrNameLst>
                                          <p:attrName>ppt_y</p:attrName>
                                        </p:attrNameLst>
                                      </p:cBhvr>
                                      <p:tavLst>
                                        <p:tav tm="0">
                                          <p:val>
                                            <p:strVal val="0-#ppt_h/2"/>
                                          </p:val>
                                        </p:tav>
                                        <p:tav tm="100000">
                                          <p:val>
                                            <p:strVal val="#ppt_y"/>
                                          </p:val>
                                        </p:tav>
                                      </p:tavLst>
                                    </p:anim>
                                  </p:childTnLst>
                                </p:cTn>
                              </p:par>
                              <p:par>
                                <p:cTn id="39" presetID="2" presetClass="entr" presetSubtype="4" decel="100000" fill="hold" grpId="0" nodeType="withEffect">
                                  <p:stCondLst>
                                    <p:cond delay="50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750" fill="hold"/>
                                        <p:tgtEl>
                                          <p:spTgt spid="12"/>
                                        </p:tgtEl>
                                        <p:attrNameLst>
                                          <p:attrName>ppt_x</p:attrName>
                                        </p:attrNameLst>
                                      </p:cBhvr>
                                      <p:tavLst>
                                        <p:tav tm="0">
                                          <p:val>
                                            <p:strVal val="#ppt_x"/>
                                          </p:val>
                                        </p:tav>
                                        <p:tav tm="100000">
                                          <p:val>
                                            <p:strVal val="#ppt_x"/>
                                          </p:val>
                                        </p:tav>
                                      </p:tavLst>
                                    </p:anim>
                                    <p:anim calcmode="lin" valueType="num">
                                      <p:cBhvr additive="base">
                                        <p:cTn id="42" dur="750" fill="hold"/>
                                        <p:tgtEl>
                                          <p:spTgt spid="12"/>
                                        </p:tgtEl>
                                        <p:attrNameLst>
                                          <p:attrName>ppt_y</p:attrName>
                                        </p:attrNameLst>
                                      </p:cBhvr>
                                      <p:tavLst>
                                        <p:tav tm="0">
                                          <p:val>
                                            <p:strVal val="1+#ppt_h/2"/>
                                          </p:val>
                                        </p:tav>
                                        <p:tav tm="100000">
                                          <p:val>
                                            <p:strVal val="#ppt_y"/>
                                          </p:val>
                                        </p:tav>
                                      </p:tavLst>
                                    </p:anim>
                                  </p:childTnLst>
                                </p:cTn>
                              </p:par>
                              <p:par>
                                <p:cTn id="43" presetID="2" presetClass="entr" presetSubtype="4" decel="100000" fill="hold" grpId="0" nodeType="withEffect">
                                  <p:stCondLst>
                                    <p:cond delay="0"/>
                                  </p:stCondLst>
                                  <p:childTnLst>
                                    <p:set>
                                      <p:cBhvr>
                                        <p:cTn id="44" dur="1" fill="hold">
                                          <p:stCondLst>
                                            <p:cond delay="0"/>
                                          </p:stCondLst>
                                        </p:cTn>
                                        <p:tgtEl>
                                          <p:spTgt spid="33"/>
                                        </p:tgtEl>
                                        <p:attrNameLst>
                                          <p:attrName>style.visibility</p:attrName>
                                        </p:attrNameLst>
                                      </p:cBhvr>
                                      <p:to>
                                        <p:strVal val="visible"/>
                                      </p:to>
                                    </p:set>
                                    <p:anim calcmode="lin" valueType="num">
                                      <p:cBhvr additive="base">
                                        <p:cTn id="45" dur="750" fill="hold"/>
                                        <p:tgtEl>
                                          <p:spTgt spid="33"/>
                                        </p:tgtEl>
                                        <p:attrNameLst>
                                          <p:attrName>ppt_x</p:attrName>
                                        </p:attrNameLst>
                                      </p:cBhvr>
                                      <p:tavLst>
                                        <p:tav tm="0">
                                          <p:val>
                                            <p:strVal val="#ppt_x"/>
                                          </p:val>
                                        </p:tav>
                                        <p:tav tm="100000">
                                          <p:val>
                                            <p:strVal val="#ppt_x"/>
                                          </p:val>
                                        </p:tav>
                                      </p:tavLst>
                                    </p:anim>
                                    <p:anim calcmode="lin" valueType="num">
                                      <p:cBhvr additive="base">
                                        <p:cTn id="46" dur="75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P spid="11" grpId="1"/>
      <p:bldP spid="35" grpId="0">
        <p:tmplLst>
          <p:tmpl>
            <p:tnLst>
              <p:par>
                <p:cTn presetID="10" presetClass="entr" presetSubtype="0" fill="hold" nodeType="withEffect">
                  <p:stCondLst>
                    <p:cond delay="500"/>
                  </p:stCondLst>
                  <p:childTnLst>
                    <p:set>
                      <p:cBhvr>
                        <p:cTn dur="1" fill="hold">
                          <p:stCondLst>
                            <p:cond delay="0"/>
                          </p:stCondLst>
                        </p:cTn>
                        <p:tgtEl>
                          <p:spTgt spid="35"/>
                        </p:tgtEl>
                        <p:attrNameLst>
                          <p:attrName>style.visibility</p:attrName>
                        </p:attrNameLst>
                      </p:cBhvr>
                      <p:to>
                        <p:strVal val="visible"/>
                      </p:to>
                    </p:set>
                    <p:animEffect transition="in" filter="fade">
                      <p:cBhvr>
                        <p:cTn dur="500"/>
                        <p:tgtEl>
                          <p:spTgt spid="35"/>
                        </p:tgtEl>
                      </p:cBhvr>
                    </p:animEffect>
                  </p:childTnLst>
                </p:cTn>
              </p:par>
            </p:tnLst>
          </p:tmpl>
        </p:tmplLst>
      </p:bldP>
      <p:bldP spid="35" grpId="1">
        <p:tmplLst>
          <p:tmpl>
            <p:tnLst>
              <p:par>
                <p:cTn presetID="42" presetClass="path" presetSubtype="0" decel="100000" fill="hold" nodeType="withEffect">
                  <p:stCondLst>
                    <p:cond delay="500"/>
                  </p:stCondLst>
                  <p:childTnLst>
                    <p:animMotion origin="layout" path="M -3.75E-6 -0.03472 L -3.75E-6 1.85185E-6 " pathEditMode="relative" rAng="0" ptsTypes="AA">
                      <p:cBhvr>
                        <p:cTn dur="1000" fill="hold"/>
                        <p:tgtEl>
                          <p:spTgt spid="35"/>
                        </p:tgtEl>
                        <p:attrNameLst>
                          <p:attrName>ppt_x</p:attrName>
                          <p:attrName>ppt_y</p:attrName>
                        </p:attrNameLst>
                      </p:cBhvr>
                      <p:rCtr x="0" y="1736"/>
                    </p:animMotion>
                  </p:childTnLst>
                </p:cTn>
              </p:par>
            </p:tnLst>
          </p:tmpl>
        </p:tmplLst>
      </p:bldP>
      <p:bldP spid="100" grpId="0" animBg="1"/>
      <p:bldP spid="73" grpId="0" animBg="1"/>
      <p:bldP spid="12" grpId="0" animBg="1"/>
      <p:bldP spid="33" grpId="0" animBg="1"/>
      <p:bldP spid="19" grpId="0" animBg="1"/>
      <p:bldP spid="9" grpId="0" animBg="1">
        <p:tmplLst>
          <p:tmpl>
            <p:tnLst>
              <p:par>
                <p:cTn presetID="2" presetClass="entr" presetSubtype="4" decel="100000" fill="hold" nodeType="withEffect">
                  <p:stCondLst>
                    <p:cond delay="500"/>
                  </p:stCondLst>
                  <p:childTnLst>
                    <p:set>
                      <p:cBhvr>
                        <p:cTn dur="1" fill="hold">
                          <p:stCondLst>
                            <p:cond delay="0"/>
                          </p:stCondLst>
                        </p:cTn>
                        <p:tgtEl>
                          <p:spTgt spid="9"/>
                        </p:tgtEl>
                        <p:attrNameLst>
                          <p:attrName>style.visibility</p:attrName>
                        </p:attrNameLst>
                      </p:cBhvr>
                      <p:to>
                        <p:strVal val="visible"/>
                      </p:to>
                    </p:set>
                    <p:anim calcmode="lin" valueType="num">
                      <p:cBhvr additive="base">
                        <p:cTn dur="750" fill="hold"/>
                        <p:tgtEl>
                          <p:spTgt spid="9"/>
                        </p:tgtEl>
                        <p:attrNameLst>
                          <p:attrName>ppt_x</p:attrName>
                        </p:attrNameLst>
                      </p:cBhvr>
                      <p:tavLst>
                        <p:tav tm="0">
                          <p:val>
                            <p:strVal val="#ppt_x"/>
                          </p:val>
                        </p:tav>
                        <p:tav tm="100000">
                          <p:val>
                            <p:strVal val="#ppt_x"/>
                          </p:val>
                        </p:tav>
                      </p:tavLst>
                    </p:anim>
                    <p:anim calcmode="lin" valueType="num">
                      <p:cBhvr additive="base">
                        <p:cTn dur="750" fill="hold"/>
                        <p:tgtEl>
                          <p:spTgt spid="9"/>
                        </p:tgtEl>
                        <p:attrNameLst>
                          <p:attrName>ppt_y</p:attrName>
                        </p:attrNameLst>
                      </p:cBhvr>
                      <p:tavLst>
                        <p:tav tm="0">
                          <p:val>
                            <p:strVal val="1+#ppt_h/2"/>
                          </p:val>
                        </p:tav>
                        <p:tav tm="100000">
                          <p:val>
                            <p:strVal val="#ppt_y"/>
                          </p:val>
                        </p:tav>
                      </p:tavLst>
                    </p:anim>
                  </p:childTnLst>
                </p:cTn>
              </p:par>
            </p:tnLst>
          </p:tmpl>
        </p:tmplLst>
      </p:bldP>
      <p:bldP spid="14" grpId="0" animBg="1">
        <p:tmplLst>
          <p:tmpl>
            <p:tnLst>
              <p:par>
                <p:cTn presetID="2" presetClass="entr" presetSubtype="4" decel="100000" fill="hold" nodeType="withEffect">
                  <p:stCondLst>
                    <p:cond delay="500"/>
                  </p:stCondLst>
                  <p:childTnLst>
                    <p:set>
                      <p:cBhvr>
                        <p:cTn dur="1" fill="hold">
                          <p:stCondLst>
                            <p:cond delay="0"/>
                          </p:stCondLst>
                        </p:cTn>
                        <p:tgtEl>
                          <p:spTgt spid="14"/>
                        </p:tgtEl>
                        <p:attrNameLst>
                          <p:attrName>style.visibility</p:attrName>
                        </p:attrNameLst>
                      </p:cBhvr>
                      <p:to>
                        <p:strVal val="visible"/>
                      </p:to>
                    </p:set>
                    <p:anim calcmode="lin" valueType="num">
                      <p:cBhvr additive="base">
                        <p:cTn dur="750" fill="hold"/>
                        <p:tgtEl>
                          <p:spTgt spid="14"/>
                        </p:tgtEl>
                        <p:attrNameLst>
                          <p:attrName>ppt_x</p:attrName>
                        </p:attrNameLst>
                      </p:cBhvr>
                      <p:tavLst>
                        <p:tav tm="0">
                          <p:val>
                            <p:strVal val="#ppt_x"/>
                          </p:val>
                        </p:tav>
                        <p:tav tm="100000">
                          <p:val>
                            <p:strVal val="#ppt_x"/>
                          </p:val>
                        </p:tav>
                      </p:tavLst>
                    </p:anim>
                    <p:anim calcmode="lin" valueType="num">
                      <p:cBhvr additive="base">
                        <p:cTn dur="750" fill="hold"/>
                        <p:tgtEl>
                          <p:spTgt spid="14"/>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409CA-97B8-B0F8-3198-F6ABE6B5766B}"/>
              </a:ext>
            </a:extLst>
          </p:cNvPr>
          <p:cNvSpPr>
            <a:spLocks noGrp="1"/>
          </p:cNvSpPr>
          <p:nvPr>
            <p:ph type="title" hasCustomPrompt="1"/>
          </p:nvPr>
        </p:nvSpPr>
        <p:spPr>
          <a:xfrm>
            <a:off x="4622800" y="1524001"/>
            <a:ext cx="7023100" cy="2317750"/>
          </a:xfrm>
        </p:spPr>
        <p:txBody>
          <a:bodyPr bIns="144000" anchor="b">
            <a:normAutofit/>
          </a:bodyPr>
          <a:lstStyle>
            <a:lvl1pPr algn="l" rtl="0">
              <a:defRPr sz="3600">
                <a:solidFill>
                  <a:schemeClr val="tx1"/>
                </a:solidFill>
              </a:defRPr>
            </a:lvl1pPr>
          </a:lstStyle>
          <a:p>
            <a:r>
              <a:rPr lang="en-US"/>
              <a:t>Click to Add Section Header, Use Font Size 36, Title Case</a:t>
            </a:r>
          </a:p>
        </p:txBody>
      </p:sp>
      <p:sp>
        <p:nvSpPr>
          <p:cNvPr id="3" name="Text Placeholder 2">
            <a:extLst>
              <a:ext uri="{FF2B5EF4-FFF2-40B4-BE49-F238E27FC236}">
                <a16:creationId xmlns:a16="http://schemas.microsoft.com/office/drawing/2014/main" id="{B36A54E0-8ABB-2A35-1DFF-800EF36C4776}"/>
              </a:ext>
            </a:extLst>
          </p:cNvPr>
          <p:cNvSpPr>
            <a:spLocks noGrp="1"/>
          </p:cNvSpPr>
          <p:nvPr>
            <p:ph type="body" idx="1" hasCustomPrompt="1"/>
          </p:nvPr>
        </p:nvSpPr>
        <p:spPr>
          <a:xfrm>
            <a:off x="4622800" y="3967163"/>
            <a:ext cx="7023100" cy="1222375"/>
          </a:xfrm>
        </p:spPr>
        <p:txBody>
          <a:bodyPr lIns="0" tIns="144000" rIns="0" bIns="0" anchor="t">
            <a:normAutofit/>
          </a:bodyPr>
          <a:lstStyle>
            <a:lvl1pPr marL="0" indent="0" algn="l" rtl="0">
              <a:buFont typeface="Verdana" panose="020B0604020202020204" pitchFamily="34" charset="0"/>
              <a:buNone/>
              <a:defRPr sz="1800">
                <a:solidFill>
                  <a:schemeClr val="tx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add subtitle, use font size 18, </a:t>
            </a:r>
            <a:br>
              <a:rPr lang="en-US"/>
            </a:br>
            <a:r>
              <a:rPr lang="en-US"/>
              <a:t>sentence case</a:t>
            </a:r>
          </a:p>
        </p:txBody>
      </p:sp>
      <p:sp>
        <p:nvSpPr>
          <p:cNvPr id="5" name="Footer Placeholder 4">
            <a:extLst>
              <a:ext uri="{FF2B5EF4-FFF2-40B4-BE49-F238E27FC236}">
                <a16:creationId xmlns:a16="http://schemas.microsoft.com/office/drawing/2014/main" id="{E09043EA-06F3-E7C8-3619-A6B5E520EF18}"/>
              </a:ext>
            </a:extLst>
          </p:cNvPr>
          <p:cNvSpPr>
            <a:spLocks noGrp="1"/>
          </p:cNvSpPr>
          <p:nvPr>
            <p:ph type="ftr" sz="quarter" idx="11"/>
          </p:nvPr>
        </p:nvSpPr>
        <p:spPr/>
        <p:txBody>
          <a:bodyPr/>
          <a:lstStyle/>
          <a:p>
            <a:pPr>
              <a:buClr>
                <a:schemeClr val="tx2"/>
              </a:buClr>
              <a:buSzPct val="120000"/>
              <a:buFont typeface="Verdana" panose="020F0502020204030204" pitchFamily="34" charset="0"/>
              <a:buNone/>
            </a:pPr>
            <a:endParaRPr lang="en-US"/>
          </a:p>
        </p:txBody>
      </p:sp>
      <p:sp>
        <p:nvSpPr>
          <p:cNvPr id="4" name="Date Placeholder 3">
            <a:extLst>
              <a:ext uri="{FF2B5EF4-FFF2-40B4-BE49-F238E27FC236}">
                <a16:creationId xmlns:a16="http://schemas.microsoft.com/office/drawing/2014/main" id="{CCD2B5DD-602C-C09D-A527-58CEA0D221BD}"/>
              </a:ext>
            </a:extLst>
          </p:cNvPr>
          <p:cNvSpPr>
            <a:spLocks noGrp="1"/>
          </p:cNvSpPr>
          <p:nvPr>
            <p:ph type="dt" sz="half" idx="10"/>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6" name="Slide Number Placeholder 5">
            <a:extLst>
              <a:ext uri="{FF2B5EF4-FFF2-40B4-BE49-F238E27FC236}">
                <a16:creationId xmlns:a16="http://schemas.microsoft.com/office/drawing/2014/main" id="{20D1C035-E909-A298-5D24-F7F53BF6AA5A}"/>
              </a:ext>
            </a:extLst>
          </p:cNvPr>
          <p:cNvSpPr>
            <a:spLocks noGrp="1"/>
          </p:cNvSpPr>
          <p:nvPr>
            <p:ph type="sldNum" sz="quarter" idx="12"/>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22" name="Graphic 10">
            <a:extLst>
              <a:ext uri="{FF2B5EF4-FFF2-40B4-BE49-F238E27FC236}">
                <a16:creationId xmlns:a16="http://schemas.microsoft.com/office/drawing/2014/main" id="{DBAE56D5-CD63-5D4E-B9FF-EAE8B58B7EA1}"/>
              </a:ext>
              <a:ext uri="{C183D7F6-B498-43B3-948B-1728B52AA6E4}">
                <adec:decorative xmlns:adec="http://schemas.microsoft.com/office/drawing/2017/decorative" val="1"/>
              </a:ext>
            </a:extLst>
          </p:cNvPr>
          <p:cNvSpPr/>
          <p:nvPr userDrawn="1"/>
        </p:nvSpPr>
        <p:spPr>
          <a:xfrm>
            <a:off x="1975069" y="-1018931"/>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23" name="Graphic 10">
            <a:extLst>
              <a:ext uri="{FF2B5EF4-FFF2-40B4-BE49-F238E27FC236}">
                <a16:creationId xmlns:a16="http://schemas.microsoft.com/office/drawing/2014/main" id="{6AC7A8BB-C756-3659-0DED-9270B362D8FA}"/>
              </a:ext>
              <a:ext uri="{C183D7F6-B498-43B3-948B-1728B52AA6E4}">
                <adec:decorative xmlns:adec="http://schemas.microsoft.com/office/drawing/2017/decorative" val="1"/>
              </a:ext>
            </a:extLst>
          </p:cNvPr>
          <p:cNvSpPr/>
          <p:nvPr userDrawn="1"/>
        </p:nvSpPr>
        <p:spPr>
          <a:xfrm>
            <a:off x="1576725" y="-768429"/>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24" name="Graphic 10">
            <a:extLst>
              <a:ext uri="{FF2B5EF4-FFF2-40B4-BE49-F238E27FC236}">
                <a16:creationId xmlns:a16="http://schemas.microsoft.com/office/drawing/2014/main" id="{FAC4647B-235D-5BF6-95EB-20961F66826D}"/>
              </a:ext>
              <a:ext uri="{C183D7F6-B498-43B3-948B-1728B52AA6E4}">
                <adec:decorative xmlns:adec="http://schemas.microsoft.com/office/drawing/2017/decorative" val="1"/>
              </a:ext>
            </a:extLst>
          </p:cNvPr>
          <p:cNvSpPr/>
          <p:nvPr userDrawn="1"/>
        </p:nvSpPr>
        <p:spPr>
          <a:xfrm>
            <a:off x="1178380" y="-517927"/>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25" name="Graphic 10">
            <a:extLst>
              <a:ext uri="{FF2B5EF4-FFF2-40B4-BE49-F238E27FC236}">
                <a16:creationId xmlns:a16="http://schemas.microsoft.com/office/drawing/2014/main" id="{AA74202D-78F9-8EDD-1816-7A87015B3289}"/>
              </a:ext>
              <a:ext uri="{C183D7F6-B498-43B3-948B-1728B52AA6E4}">
                <adec:decorative xmlns:adec="http://schemas.microsoft.com/office/drawing/2017/decorative" val="1"/>
              </a:ext>
            </a:extLst>
          </p:cNvPr>
          <p:cNvSpPr/>
          <p:nvPr userDrawn="1"/>
        </p:nvSpPr>
        <p:spPr>
          <a:xfrm>
            <a:off x="780035" y="-267424"/>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28" name="Graphic 10">
            <a:extLst>
              <a:ext uri="{FF2B5EF4-FFF2-40B4-BE49-F238E27FC236}">
                <a16:creationId xmlns:a16="http://schemas.microsoft.com/office/drawing/2014/main" id="{819B3FE4-A0D7-39B8-6C46-FD8F8CA8B994}"/>
              </a:ext>
              <a:ext uri="{C183D7F6-B498-43B3-948B-1728B52AA6E4}">
                <adec:decorative xmlns:adec="http://schemas.microsoft.com/office/drawing/2017/decorative" val="1"/>
              </a:ext>
            </a:extLst>
          </p:cNvPr>
          <p:cNvSpPr/>
          <p:nvPr userDrawn="1"/>
        </p:nvSpPr>
        <p:spPr>
          <a:xfrm>
            <a:off x="381690" y="-16922"/>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30" name="Graphic 10">
            <a:extLst>
              <a:ext uri="{FF2B5EF4-FFF2-40B4-BE49-F238E27FC236}">
                <a16:creationId xmlns:a16="http://schemas.microsoft.com/office/drawing/2014/main" id="{B0E4605A-60DD-0717-8340-903B3B05167A}"/>
              </a:ext>
              <a:ext uri="{C183D7F6-B498-43B3-948B-1728B52AA6E4}">
                <adec:decorative xmlns:adec="http://schemas.microsoft.com/office/drawing/2017/decorative" val="1"/>
              </a:ext>
            </a:extLst>
          </p:cNvPr>
          <p:cNvSpPr/>
          <p:nvPr userDrawn="1"/>
        </p:nvSpPr>
        <p:spPr>
          <a:xfrm>
            <a:off x="-16654" y="233580"/>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37" name="Graphic 10">
            <a:extLst>
              <a:ext uri="{FF2B5EF4-FFF2-40B4-BE49-F238E27FC236}">
                <a16:creationId xmlns:a16="http://schemas.microsoft.com/office/drawing/2014/main" id="{0F0174C8-989A-9DAA-C065-74AF69F84B35}"/>
              </a:ext>
              <a:ext uri="{C183D7F6-B498-43B3-948B-1728B52AA6E4}">
                <adec:decorative xmlns:adec="http://schemas.microsoft.com/office/drawing/2017/decorative" val="1"/>
              </a:ext>
            </a:extLst>
          </p:cNvPr>
          <p:cNvSpPr/>
          <p:nvPr userDrawn="1"/>
        </p:nvSpPr>
        <p:spPr>
          <a:xfrm>
            <a:off x="2373414" y="-1269433"/>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38" name="Graphic 10">
            <a:extLst>
              <a:ext uri="{FF2B5EF4-FFF2-40B4-BE49-F238E27FC236}">
                <a16:creationId xmlns:a16="http://schemas.microsoft.com/office/drawing/2014/main" id="{FAB7FE08-4371-D71D-431F-C2783877B07A}"/>
              </a:ext>
              <a:ext uri="{C183D7F6-B498-43B3-948B-1728B52AA6E4}">
                <adec:decorative xmlns:adec="http://schemas.microsoft.com/office/drawing/2017/decorative" val="1"/>
              </a:ext>
            </a:extLst>
          </p:cNvPr>
          <p:cNvSpPr/>
          <p:nvPr userDrawn="1"/>
        </p:nvSpPr>
        <p:spPr>
          <a:xfrm>
            <a:off x="2771759" y="-1519936"/>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66" name="Graphic 10">
            <a:extLst>
              <a:ext uri="{FF2B5EF4-FFF2-40B4-BE49-F238E27FC236}">
                <a16:creationId xmlns:a16="http://schemas.microsoft.com/office/drawing/2014/main" id="{FEF74314-4F88-482A-AF57-3CAD0BE441E5}"/>
              </a:ext>
              <a:ext uri="{C183D7F6-B498-43B3-948B-1728B52AA6E4}">
                <adec:decorative xmlns:adec="http://schemas.microsoft.com/office/drawing/2017/decorative" val="1"/>
              </a:ext>
            </a:extLst>
          </p:cNvPr>
          <p:cNvSpPr/>
          <p:nvPr userDrawn="1"/>
        </p:nvSpPr>
        <p:spPr>
          <a:xfrm>
            <a:off x="-414999" y="484074"/>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121" name="Graphic 10">
            <a:extLst>
              <a:ext uri="{FF2B5EF4-FFF2-40B4-BE49-F238E27FC236}">
                <a16:creationId xmlns:a16="http://schemas.microsoft.com/office/drawing/2014/main" id="{9B3E001F-87BE-4DA6-FD38-52A968A711C6}"/>
              </a:ext>
              <a:ext uri="{C183D7F6-B498-43B3-948B-1728B52AA6E4}">
                <adec:decorative xmlns:adec="http://schemas.microsoft.com/office/drawing/2017/decorative" val="1"/>
              </a:ext>
            </a:extLst>
          </p:cNvPr>
          <p:cNvSpPr/>
          <p:nvPr userDrawn="1"/>
        </p:nvSpPr>
        <p:spPr>
          <a:xfrm>
            <a:off x="-813301" y="746805"/>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35" name="Graphic 10">
            <a:extLst>
              <a:ext uri="{FF2B5EF4-FFF2-40B4-BE49-F238E27FC236}">
                <a16:creationId xmlns:a16="http://schemas.microsoft.com/office/drawing/2014/main" id="{47095205-27CB-AFD5-B066-49B6697B2703}"/>
              </a:ext>
              <a:ext uri="{C183D7F6-B498-43B3-948B-1728B52AA6E4}">
                <adec:decorative xmlns:adec="http://schemas.microsoft.com/office/drawing/2017/decorative" val="1"/>
              </a:ext>
            </a:extLst>
          </p:cNvPr>
          <p:cNvSpPr/>
          <p:nvPr userDrawn="1"/>
        </p:nvSpPr>
        <p:spPr>
          <a:xfrm>
            <a:off x="3167046" y="-1777111"/>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36" name="Graphic 10">
            <a:extLst>
              <a:ext uri="{FF2B5EF4-FFF2-40B4-BE49-F238E27FC236}">
                <a16:creationId xmlns:a16="http://schemas.microsoft.com/office/drawing/2014/main" id="{2340242A-9028-BDF2-B234-CEFF2870110E}"/>
              </a:ext>
              <a:ext uri="{C183D7F6-B498-43B3-948B-1728B52AA6E4}">
                <adec:decorative xmlns:adec="http://schemas.microsoft.com/office/drawing/2017/decorative" val="1"/>
              </a:ext>
            </a:extLst>
          </p:cNvPr>
          <p:cNvSpPr/>
          <p:nvPr userDrawn="1"/>
        </p:nvSpPr>
        <p:spPr>
          <a:xfrm>
            <a:off x="3562333" y="-2034286"/>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40" name="Graphic 10">
            <a:extLst>
              <a:ext uri="{FF2B5EF4-FFF2-40B4-BE49-F238E27FC236}">
                <a16:creationId xmlns:a16="http://schemas.microsoft.com/office/drawing/2014/main" id="{E44E955E-7612-E8F0-3B5D-365C94719186}"/>
              </a:ext>
              <a:ext uri="{C183D7F6-B498-43B3-948B-1728B52AA6E4}">
                <adec:decorative xmlns:adec="http://schemas.microsoft.com/office/drawing/2017/decorative" val="1"/>
              </a:ext>
            </a:extLst>
          </p:cNvPr>
          <p:cNvSpPr/>
          <p:nvPr userDrawn="1"/>
        </p:nvSpPr>
        <p:spPr>
          <a:xfrm>
            <a:off x="3957620" y="-2291461"/>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41" name="Graphic 10">
            <a:extLst>
              <a:ext uri="{FF2B5EF4-FFF2-40B4-BE49-F238E27FC236}">
                <a16:creationId xmlns:a16="http://schemas.microsoft.com/office/drawing/2014/main" id="{5D9C53CF-BDD4-B556-0C5D-03B8F81568D6}"/>
              </a:ext>
              <a:ext uri="{C183D7F6-B498-43B3-948B-1728B52AA6E4}">
                <adec:decorative xmlns:adec="http://schemas.microsoft.com/office/drawing/2017/decorative" val="1"/>
              </a:ext>
            </a:extLst>
          </p:cNvPr>
          <p:cNvSpPr/>
          <p:nvPr userDrawn="1"/>
        </p:nvSpPr>
        <p:spPr>
          <a:xfrm>
            <a:off x="4352907" y="-2548636"/>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13" name="Freeform: Shape 12">
            <a:extLst>
              <a:ext uri="{FF2B5EF4-FFF2-40B4-BE49-F238E27FC236}">
                <a16:creationId xmlns:a16="http://schemas.microsoft.com/office/drawing/2014/main" id="{6FCDB882-9276-542E-0B04-5E9B20FFE030}"/>
              </a:ext>
              <a:ext uri="{C183D7F6-B498-43B3-948B-1728B52AA6E4}">
                <adec:decorative xmlns:adec="http://schemas.microsoft.com/office/drawing/2017/decorative" val="1"/>
              </a:ext>
            </a:extLst>
          </p:cNvPr>
          <p:cNvSpPr/>
          <p:nvPr userDrawn="1"/>
        </p:nvSpPr>
        <p:spPr>
          <a:xfrm>
            <a:off x="377826" y="-17930"/>
            <a:ext cx="2784904" cy="6301255"/>
          </a:xfrm>
          <a:custGeom>
            <a:avLst/>
            <a:gdLst>
              <a:gd name="connsiteX0" fmla="*/ 0 w 2784904"/>
              <a:gd name="connsiteY0" fmla="*/ 0 h 6301255"/>
              <a:gd name="connsiteX1" fmla="*/ 2784904 w 2784904"/>
              <a:gd name="connsiteY1" fmla="*/ 0 h 6301255"/>
              <a:gd name="connsiteX2" fmla="*/ 2784904 w 2784904"/>
              <a:gd name="connsiteY2" fmla="*/ 14755 h 6301255"/>
              <a:gd name="connsiteX3" fmla="*/ 2784904 w 2784904"/>
              <a:gd name="connsiteY3" fmla="*/ 1456078 h 6301255"/>
              <a:gd name="connsiteX4" fmla="*/ 2784904 w 2784904"/>
              <a:gd name="connsiteY4" fmla="*/ 1470833 h 6301255"/>
              <a:gd name="connsiteX5" fmla="*/ 2784904 w 2784904"/>
              <a:gd name="connsiteY5" fmla="*/ 4830422 h 6301255"/>
              <a:gd name="connsiteX6" fmla="*/ 2784904 w 2784904"/>
              <a:gd name="connsiteY6" fmla="*/ 4845177 h 6301255"/>
              <a:gd name="connsiteX7" fmla="*/ 2784904 w 2784904"/>
              <a:gd name="connsiteY7" fmla="*/ 6286500 h 6301255"/>
              <a:gd name="connsiteX8" fmla="*/ 2784904 w 2784904"/>
              <a:gd name="connsiteY8" fmla="*/ 6301255 h 6301255"/>
              <a:gd name="connsiteX9" fmla="*/ 0 w 2784904"/>
              <a:gd name="connsiteY9" fmla="*/ 4954961 h 6301255"/>
              <a:gd name="connsiteX10" fmla="*/ 0 w 2784904"/>
              <a:gd name="connsiteY10" fmla="*/ 4940206 h 6301255"/>
              <a:gd name="connsiteX11" fmla="*/ 0 w 2784904"/>
              <a:gd name="connsiteY11" fmla="*/ 3498883 h 6301255"/>
              <a:gd name="connsiteX12" fmla="*/ 0 w 2784904"/>
              <a:gd name="connsiteY12" fmla="*/ 3484128 h 6301255"/>
              <a:gd name="connsiteX13" fmla="*/ 0 w 2784904"/>
              <a:gd name="connsiteY13" fmla="*/ 1470833 h 6301255"/>
              <a:gd name="connsiteX14" fmla="*/ 0 w 2784904"/>
              <a:gd name="connsiteY14" fmla="*/ 1456078 h 6301255"/>
              <a:gd name="connsiteX15" fmla="*/ 0 w 2784904"/>
              <a:gd name="connsiteY15" fmla="*/ 14755 h 6301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84904" h="6301255">
                <a:moveTo>
                  <a:pt x="0" y="0"/>
                </a:moveTo>
                <a:lnTo>
                  <a:pt x="2784904" y="0"/>
                </a:lnTo>
                <a:lnTo>
                  <a:pt x="2784904" y="14755"/>
                </a:lnTo>
                <a:lnTo>
                  <a:pt x="2784904" y="1456078"/>
                </a:lnTo>
                <a:lnTo>
                  <a:pt x="2784904" y="1470833"/>
                </a:lnTo>
                <a:lnTo>
                  <a:pt x="2784904" y="4830422"/>
                </a:lnTo>
                <a:lnTo>
                  <a:pt x="2784904" y="4845177"/>
                </a:lnTo>
                <a:lnTo>
                  <a:pt x="2784904" y="6286500"/>
                </a:lnTo>
                <a:lnTo>
                  <a:pt x="2784904" y="6301255"/>
                </a:lnTo>
                <a:lnTo>
                  <a:pt x="0" y="4954961"/>
                </a:lnTo>
                <a:lnTo>
                  <a:pt x="0" y="4940206"/>
                </a:lnTo>
                <a:lnTo>
                  <a:pt x="0" y="3498883"/>
                </a:lnTo>
                <a:lnTo>
                  <a:pt x="0" y="3484128"/>
                </a:lnTo>
                <a:lnTo>
                  <a:pt x="0" y="1470833"/>
                </a:lnTo>
                <a:lnTo>
                  <a:pt x="0" y="1456078"/>
                </a:lnTo>
                <a:lnTo>
                  <a:pt x="0" y="14755"/>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33" name="Freeform: Shape 32">
            <a:extLst>
              <a:ext uri="{FF2B5EF4-FFF2-40B4-BE49-F238E27FC236}">
                <a16:creationId xmlns:a16="http://schemas.microsoft.com/office/drawing/2014/main" id="{CF2DD8D5-232D-2D37-C219-11B51A3B0D96}"/>
              </a:ext>
              <a:ext uri="{C183D7F6-B498-43B3-948B-1728B52AA6E4}">
                <adec:decorative xmlns:adec="http://schemas.microsoft.com/office/drawing/2017/decorative" val="1"/>
              </a:ext>
            </a:extLst>
          </p:cNvPr>
          <p:cNvSpPr/>
          <p:nvPr userDrawn="1"/>
        </p:nvSpPr>
        <p:spPr>
          <a:xfrm>
            <a:off x="547741" y="0"/>
            <a:ext cx="3052740" cy="6286500"/>
          </a:xfrm>
          <a:custGeom>
            <a:avLst/>
            <a:gdLst>
              <a:gd name="connsiteX0" fmla="*/ 0 w 3052740"/>
              <a:gd name="connsiteY0" fmla="*/ 0 h 6286500"/>
              <a:gd name="connsiteX1" fmla="*/ 3052740 w 3052740"/>
              <a:gd name="connsiteY1" fmla="*/ 0 h 6286500"/>
              <a:gd name="connsiteX2" fmla="*/ 3052740 w 3052740"/>
              <a:gd name="connsiteY2" fmla="*/ 1456078 h 6286500"/>
              <a:gd name="connsiteX3" fmla="*/ 3052740 w 3052740"/>
              <a:gd name="connsiteY3" fmla="*/ 4830422 h 6286500"/>
              <a:gd name="connsiteX4" fmla="*/ 3052740 w 3052740"/>
              <a:gd name="connsiteY4" fmla="*/ 6286500 h 6286500"/>
              <a:gd name="connsiteX5" fmla="*/ 0 w 3052740"/>
              <a:gd name="connsiteY5" fmla="*/ 4810727 h 6286500"/>
              <a:gd name="connsiteX6" fmla="*/ 0 w 3052740"/>
              <a:gd name="connsiteY6" fmla="*/ 3354649 h 6286500"/>
              <a:gd name="connsiteX7" fmla="*/ 0 w 3052740"/>
              <a:gd name="connsiteY7" fmla="*/ 1456078 h 6286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52740" h="6286500">
                <a:moveTo>
                  <a:pt x="0" y="0"/>
                </a:moveTo>
                <a:lnTo>
                  <a:pt x="3052740" y="0"/>
                </a:lnTo>
                <a:lnTo>
                  <a:pt x="3052740" y="1456078"/>
                </a:lnTo>
                <a:lnTo>
                  <a:pt x="3052740" y="4830422"/>
                </a:lnTo>
                <a:lnTo>
                  <a:pt x="3052740" y="6286500"/>
                </a:lnTo>
                <a:lnTo>
                  <a:pt x="0" y="4810727"/>
                </a:lnTo>
                <a:lnTo>
                  <a:pt x="0" y="3354649"/>
                </a:lnTo>
                <a:lnTo>
                  <a:pt x="0" y="1456078"/>
                </a:lnTo>
                <a:close/>
              </a:path>
            </a:pathLst>
          </a:custGeom>
          <a:gradFill>
            <a:gsLst>
              <a:gs pos="0">
                <a:srgbClr val="2F2A95">
                  <a:lumMod val="96000"/>
                  <a:alpha val="20000"/>
                </a:srgbClr>
              </a:gs>
              <a:gs pos="100000">
                <a:srgbClr val="92C0E9">
                  <a:alpha val="40000"/>
                </a:srgbClr>
              </a:gs>
            </a:gsLst>
            <a:lin ang="6900000" scaled="0"/>
          </a:gradFill>
          <a:ln w="19050" cap="flat">
            <a:no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tabLst/>
            </a:pPr>
            <a:endParaRPr kumimoji="0" lang="en-US" sz="9457" b="0" i="0" u="none" strike="noStrike" kern="0" cap="none" spc="0" normalizeH="0" baseline="0">
              <a:ln>
                <a:noFill/>
              </a:ln>
              <a:solidFill>
                <a:srgbClr val="FFFFFF"/>
              </a:solidFill>
              <a:effectLst/>
              <a:uLnTx/>
              <a:uFillTx/>
            </a:endParaRPr>
          </a:p>
        </p:txBody>
      </p:sp>
      <p:sp>
        <p:nvSpPr>
          <p:cNvPr id="129" name="Picture Placeholder 128">
            <a:extLst>
              <a:ext uri="{FF2B5EF4-FFF2-40B4-BE49-F238E27FC236}">
                <a16:creationId xmlns:a16="http://schemas.microsoft.com/office/drawing/2014/main" id="{88690719-AF8F-23FF-0686-C12A1BF1A4ED}"/>
              </a:ext>
            </a:extLst>
          </p:cNvPr>
          <p:cNvSpPr>
            <a:spLocks noGrp="1"/>
          </p:cNvSpPr>
          <p:nvPr>
            <p:ph type="pic" sz="quarter" idx="18" hasCustomPrompt="1"/>
          </p:nvPr>
        </p:nvSpPr>
        <p:spPr>
          <a:xfrm>
            <a:off x="736741" y="0"/>
            <a:ext cx="3323874" cy="6286500"/>
          </a:xfrm>
          <a:custGeom>
            <a:avLst/>
            <a:gdLst>
              <a:gd name="connsiteX0" fmla="*/ 0 w 3323874"/>
              <a:gd name="connsiteY0" fmla="*/ 0 h 6286500"/>
              <a:gd name="connsiteX1" fmla="*/ 3323874 w 3323874"/>
              <a:gd name="connsiteY1" fmla="*/ 0 h 6286500"/>
              <a:gd name="connsiteX2" fmla="*/ 3323874 w 3323874"/>
              <a:gd name="connsiteY2" fmla="*/ 1456078 h 6286500"/>
              <a:gd name="connsiteX3" fmla="*/ 3323874 w 3323874"/>
              <a:gd name="connsiteY3" fmla="*/ 4830422 h 6286500"/>
              <a:gd name="connsiteX4" fmla="*/ 3323874 w 3323874"/>
              <a:gd name="connsiteY4" fmla="*/ 6286500 h 6286500"/>
              <a:gd name="connsiteX5" fmla="*/ 0 w 3323874"/>
              <a:gd name="connsiteY5" fmla="*/ 4679655 h 6286500"/>
              <a:gd name="connsiteX6" fmla="*/ 0 w 3323874"/>
              <a:gd name="connsiteY6" fmla="*/ 3223577 h 6286500"/>
              <a:gd name="connsiteX7" fmla="*/ 0 w 3323874"/>
              <a:gd name="connsiteY7" fmla="*/ 1456078 h 6286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23874" h="6286500">
                <a:moveTo>
                  <a:pt x="0" y="0"/>
                </a:moveTo>
                <a:lnTo>
                  <a:pt x="3323874" y="0"/>
                </a:lnTo>
                <a:lnTo>
                  <a:pt x="3323874" y="1456078"/>
                </a:lnTo>
                <a:lnTo>
                  <a:pt x="3323874" y="4830422"/>
                </a:lnTo>
                <a:lnTo>
                  <a:pt x="3323874" y="6286500"/>
                </a:lnTo>
                <a:lnTo>
                  <a:pt x="0" y="4679655"/>
                </a:lnTo>
                <a:lnTo>
                  <a:pt x="0" y="3223577"/>
                </a:lnTo>
                <a:lnTo>
                  <a:pt x="0" y="1456078"/>
                </a:lnTo>
                <a:close/>
              </a:path>
            </a:pathLst>
          </a:custGeom>
          <a:solidFill>
            <a:schemeClr val="bg2"/>
          </a:solidFill>
          <a:effectLst>
            <a:outerShdw blurRad="254000" algn="ctr" rotWithShape="0">
              <a:prstClr val="black">
                <a:alpha val="20000"/>
              </a:prstClr>
            </a:outerShdw>
          </a:effectLst>
        </p:spPr>
        <p:txBody>
          <a:bodyPr wrap="square" lIns="360000" tIns="1764000" rIns="360000">
            <a:noAutofit/>
          </a:bodyPr>
          <a:lstStyle>
            <a:lvl1pPr marL="0" indent="0" algn="ctr">
              <a:buFontTx/>
              <a:buNone/>
              <a:defRPr sz="12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Click the icon to add an image. To scale or reposition the image in the frame, use the ‘Crop’ options in the ‘Picture Format’ tab. Right-click on image to add or edit alt text.</a:t>
            </a:r>
          </a:p>
          <a:p>
            <a:endParaRPr lang="en-US"/>
          </a:p>
        </p:txBody>
      </p:sp>
      <p:sp>
        <p:nvSpPr>
          <p:cNvPr id="94" name="Graphic 10">
            <a:extLst>
              <a:ext uri="{FF2B5EF4-FFF2-40B4-BE49-F238E27FC236}">
                <a16:creationId xmlns:a16="http://schemas.microsoft.com/office/drawing/2014/main" id="{37B0440A-8F5A-0E6B-1EA1-2A10CF4B31B4}"/>
              </a:ext>
              <a:ext uri="{C183D7F6-B498-43B3-948B-1728B52AA6E4}">
                <adec:decorative xmlns:adec="http://schemas.microsoft.com/office/drawing/2017/decorative" val="1"/>
              </a:ext>
            </a:extLst>
          </p:cNvPr>
          <p:cNvSpPr/>
          <p:nvPr userDrawn="1"/>
        </p:nvSpPr>
        <p:spPr>
          <a:xfrm>
            <a:off x="10615629" y="5410669"/>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95" name="Graphic 10">
            <a:extLst>
              <a:ext uri="{FF2B5EF4-FFF2-40B4-BE49-F238E27FC236}">
                <a16:creationId xmlns:a16="http://schemas.microsoft.com/office/drawing/2014/main" id="{10500C62-0236-970B-FA42-C008D33A5829}"/>
              </a:ext>
              <a:ext uri="{C183D7F6-B498-43B3-948B-1728B52AA6E4}">
                <adec:decorative xmlns:adec="http://schemas.microsoft.com/office/drawing/2017/decorative" val="1"/>
              </a:ext>
            </a:extLst>
          </p:cNvPr>
          <p:cNvSpPr/>
          <p:nvPr userDrawn="1"/>
        </p:nvSpPr>
        <p:spPr>
          <a:xfrm>
            <a:off x="10217284" y="5661171"/>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96" name="Graphic 10">
            <a:extLst>
              <a:ext uri="{FF2B5EF4-FFF2-40B4-BE49-F238E27FC236}">
                <a16:creationId xmlns:a16="http://schemas.microsoft.com/office/drawing/2014/main" id="{1A71913C-7FB4-10CE-ABE3-2331F31E8F12}"/>
              </a:ext>
              <a:ext uri="{C183D7F6-B498-43B3-948B-1728B52AA6E4}">
                <adec:decorative xmlns:adec="http://schemas.microsoft.com/office/drawing/2017/decorative" val="1"/>
              </a:ext>
            </a:extLst>
          </p:cNvPr>
          <p:cNvSpPr/>
          <p:nvPr userDrawn="1"/>
        </p:nvSpPr>
        <p:spPr>
          <a:xfrm>
            <a:off x="9818939" y="5911673"/>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97" name="Graphic 10">
            <a:extLst>
              <a:ext uri="{FF2B5EF4-FFF2-40B4-BE49-F238E27FC236}">
                <a16:creationId xmlns:a16="http://schemas.microsoft.com/office/drawing/2014/main" id="{01F13630-1564-93B0-DE5F-1C42AECB7D44}"/>
              </a:ext>
              <a:ext uri="{C183D7F6-B498-43B3-948B-1728B52AA6E4}">
                <adec:decorative xmlns:adec="http://schemas.microsoft.com/office/drawing/2017/decorative" val="1"/>
              </a:ext>
            </a:extLst>
          </p:cNvPr>
          <p:cNvSpPr/>
          <p:nvPr userDrawn="1"/>
        </p:nvSpPr>
        <p:spPr>
          <a:xfrm>
            <a:off x="9420594" y="6162175"/>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98" name="Graphic 10">
            <a:extLst>
              <a:ext uri="{FF2B5EF4-FFF2-40B4-BE49-F238E27FC236}">
                <a16:creationId xmlns:a16="http://schemas.microsoft.com/office/drawing/2014/main" id="{6B4DD9EE-616C-3ADC-61D2-8E07EDFBD9DC}"/>
              </a:ext>
              <a:ext uri="{C183D7F6-B498-43B3-948B-1728B52AA6E4}">
                <adec:decorative xmlns:adec="http://schemas.microsoft.com/office/drawing/2017/decorative" val="1"/>
              </a:ext>
            </a:extLst>
          </p:cNvPr>
          <p:cNvSpPr/>
          <p:nvPr userDrawn="1"/>
        </p:nvSpPr>
        <p:spPr>
          <a:xfrm>
            <a:off x="9022250" y="6412677"/>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99" name="Graphic 10">
            <a:extLst>
              <a:ext uri="{FF2B5EF4-FFF2-40B4-BE49-F238E27FC236}">
                <a16:creationId xmlns:a16="http://schemas.microsoft.com/office/drawing/2014/main" id="{3C24CB1B-A3A0-9E79-AF74-F660D8A3EAB5}"/>
              </a:ext>
              <a:ext uri="{C183D7F6-B498-43B3-948B-1728B52AA6E4}">
                <adec:decorative xmlns:adec="http://schemas.microsoft.com/office/drawing/2017/decorative" val="1"/>
              </a:ext>
            </a:extLst>
          </p:cNvPr>
          <p:cNvSpPr/>
          <p:nvPr userDrawn="1"/>
        </p:nvSpPr>
        <p:spPr>
          <a:xfrm>
            <a:off x="8623905" y="6663179"/>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100" name="Graphic 10">
            <a:extLst>
              <a:ext uri="{FF2B5EF4-FFF2-40B4-BE49-F238E27FC236}">
                <a16:creationId xmlns:a16="http://schemas.microsoft.com/office/drawing/2014/main" id="{A357B5C8-1A81-454A-50F3-BBBE2577F20C}"/>
              </a:ext>
              <a:ext uri="{C183D7F6-B498-43B3-948B-1728B52AA6E4}">
                <adec:decorative xmlns:adec="http://schemas.microsoft.com/office/drawing/2017/decorative" val="1"/>
              </a:ext>
            </a:extLst>
          </p:cNvPr>
          <p:cNvSpPr/>
          <p:nvPr userDrawn="1"/>
        </p:nvSpPr>
        <p:spPr>
          <a:xfrm>
            <a:off x="11013973" y="5160166"/>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101" name="Graphic 10">
            <a:extLst>
              <a:ext uri="{FF2B5EF4-FFF2-40B4-BE49-F238E27FC236}">
                <a16:creationId xmlns:a16="http://schemas.microsoft.com/office/drawing/2014/main" id="{CE249406-3872-BD78-8EB6-FC4DC6A9D1E9}"/>
              </a:ext>
              <a:ext uri="{C183D7F6-B498-43B3-948B-1728B52AA6E4}">
                <adec:decorative xmlns:adec="http://schemas.microsoft.com/office/drawing/2017/decorative" val="1"/>
              </a:ext>
            </a:extLst>
          </p:cNvPr>
          <p:cNvSpPr/>
          <p:nvPr userDrawn="1"/>
        </p:nvSpPr>
        <p:spPr>
          <a:xfrm>
            <a:off x="11412318" y="4909664"/>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102" name="Graphic 10">
            <a:extLst>
              <a:ext uri="{FF2B5EF4-FFF2-40B4-BE49-F238E27FC236}">
                <a16:creationId xmlns:a16="http://schemas.microsoft.com/office/drawing/2014/main" id="{6F4F5ABE-9562-2A6F-18A5-C932EB869838}"/>
              </a:ext>
              <a:ext uri="{C183D7F6-B498-43B3-948B-1728B52AA6E4}">
                <adec:decorative xmlns:adec="http://schemas.microsoft.com/office/drawing/2017/decorative" val="1"/>
              </a:ext>
            </a:extLst>
          </p:cNvPr>
          <p:cNvSpPr/>
          <p:nvPr userDrawn="1"/>
        </p:nvSpPr>
        <p:spPr>
          <a:xfrm>
            <a:off x="11810663" y="4659162"/>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
        <p:nvSpPr>
          <p:cNvPr id="104" name="Graphic 10">
            <a:extLst>
              <a:ext uri="{FF2B5EF4-FFF2-40B4-BE49-F238E27FC236}">
                <a16:creationId xmlns:a16="http://schemas.microsoft.com/office/drawing/2014/main" id="{2C968F0D-B3F6-A00C-0887-C01C4B388E73}"/>
              </a:ext>
              <a:ext uri="{C183D7F6-B498-43B3-948B-1728B52AA6E4}">
                <adec:decorative xmlns:adec="http://schemas.microsoft.com/office/drawing/2017/decorative" val="1"/>
              </a:ext>
            </a:extLst>
          </p:cNvPr>
          <p:cNvSpPr/>
          <p:nvPr userDrawn="1"/>
        </p:nvSpPr>
        <p:spPr>
          <a:xfrm>
            <a:off x="12208965" y="4391504"/>
            <a:ext cx="796647" cy="2904236"/>
          </a:xfrm>
          <a:custGeom>
            <a:avLst/>
            <a:gdLst>
              <a:gd name="connsiteX0" fmla="*/ 1245597 w 1245596"/>
              <a:gd name="connsiteY0" fmla="*/ 4540912 h 4540911"/>
              <a:gd name="connsiteX1" fmla="*/ 0 w 1245596"/>
              <a:gd name="connsiteY1" fmla="*/ 3922843 h 4540911"/>
              <a:gd name="connsiteX2" fmla="*/ 0 w 1245596"/>
              <a:gd name="connsiteY2" fmla="*/ 0 h 4540911"/>
              <a:gd name="connsiteX3" fmla="*/ 1245597 w 1245596"/>
              <a:gd name="connsiteY3" fmla="*/ 618069 h 4540911"/>
              <a:gd name="connsiteX4" fmla="*/ 1245597 w 1245596"/>
              <a:gd name="connsiteY4" fmla="*/ 4540912 h 4540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5596" h="4540911">
                <a:moveTo>
                  <a:pt x="1245597" y="4540912"/>
                </a:moveTo>
                <a:lnTo>
                  <a:pt x="0" y="3922843"/>
                </a:lnTo>
                <a:lnTo>
                  <a:pt x="0" y="0"/>
                </a:lnTo>
                <a:lnTo>
                  <a:pt x="1245597" y="618069"/>
                </a:lnTo>
                <a:lnTo>
                  <a:pt x="1245597" y="4540912"/>
                </a:lnTo>
                <a:close/>
              </a:path>
            </a:pathLst>
          </a:custGeom>
          <a:noFill/>
          <a:ln w="19050" cap="flat">
            <a:gradFill flip="none" rotWithShape="1">
              <a:gsLst>
                <a:gs pos="83000">
                  <a:schemeClr val="tx2"/>
                </a:gs>
                <a:gs pos="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spcBef>
                <a:spcPts val="2918"/>
              </a:spcBef>
              <a:spcAft>
                <a:spcPts val="0"/>
              </a:spcAft>
              <a:buClr>
                <a:srgbClr val="F2F2F2"/>
              </a:buClr>
              <a:tabLst/>
            </a:pPr>
            <a:endParaRPr kumimoji="0" lang="en-US" sz="9457" b="0" i="0" u="none" strike="noStrike" cap="none" spc="0" normalizeH="0" baseline="0">
              <a:ln>
                <a:noFill/>
              </a:ln>
              <a:solidFill>
                <a:srgbClr val="FFFFFF"/>
              </a:solidFill>
              <a:effectLst/>
              <a:uLnTx/>
              <a:uFillTx/>
              <a:latin typeface="Verdana"/>
            </a:endParaRPr>
          </a:p>
        </p:txBody>
      </p:sp>
    </p:spTree>
    <p:extLst>
      <p:ext uri="{BB962C8B-B14F-4D97-AF65-F5344CB8AC3E}">
        <p14:creationId xmlns:p14="http://schemas.microsoft.com/office/powerpoint/2010/main" val="4060341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250"/>
                                        <p:tgtEl>
                                          <p:spTgt spid="6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250"/>
                                        <p:tgtEl>
                                          <p:spTgt spid="3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250"/>
                                        <p:tgtEl>
                                          <p:spTgt spid="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250"/>
                                        <p:tgtEl>
                                          <p:spTgt spid="2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250"/>
                                        <p:tgtEl>
                                          <p:spTgt spid="2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250"/>
                                        <p:tgtEl>
                                          <p:spTgt spid="2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250"/>
                                        <p:tgtEl>
                                          <p:spTgt spid="2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7"/>
                                        </p:tgtEl>
                                        <p:attrNameLst>
                                          <p:attrName>style.visibility</p:attrName>
                                        </p:attrNameLst>
                                      </p:cBhvr>
                                      <p:to>
                                        <p:strVal val="visible"/>
                                      </p:to>
                                    </p:set>
                                    <p:animEffect transition="in" filter="fade">
                                      <p:cBhvr>
                                        <p:cTn id="28" dur="250"/>
                                        <p:tgtEl>
                                          <p:spTgt spid="3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250"/>
                                        <p:tgtEl>
                                          <p:spTgt spid="3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1"/>
                                        </p:tgtEl>
                                        <p:attrNameLst>
                                          <p:attrName>style.visibility</p:attrName>
                                        </p:attrNameLst>
                                      </p:cBhvr>
                                      <p:to>
                                        <p:strVal val="visible"/>
                                      </p:to>
                                    </p:set>
                                    <p:animEffect transition="in" filter="fade">
                                      <p:cBhvr>
                                        <p:cTn id="34" dur="250"/>
                                        <p:tgtEl>
                                          <p:spTgt spid="121"/>
                                        </p:tgtEl>
                                      </p:cBhvr>
                                    </p:animEffect>
                                  </p:childTnLst>
                                </p:cTn>
                              </p:par>
                              <p:par>
                                <p:cTn id="35" presetID="10" presetClass="entr" presetSubtype="0" fill="hold" grpId="1" nodeType="with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250"/>
                                        <p:tgtEl>
                                          <p:spTgt spid="36"/>
                                        </p:tgtEl>
                                      </p:cBhvr>
                                    </p:animEffect>
                                  </p:childTnLst>
                                </p:cTn>
                              </p:par>
                              <p:par>
                                <p:cTn id="38" presetID="10" presetClass="entr" presetSubtype="0" fill="hold" grpId="1" nodeType="withEffect">
                                  <p:stCondLst>
                                    <p:cond delay="0"/>
                                  </p:stCondLst>
                                  <p:childTnLst>
                                    <p:set>
                                      <p:cBhvr>
                                        <p:cTn id="39" dur="1" fill="hold">
                                          <p:stCondLst>
                                            <p:cond delay="0"/>
                                          </p:stCondLst>
                                        </p:cTn>
                                        <p:tgtEl>
                                          <p:spTgt spid="40"/>
                                        </p:tgtEl>
                                        <p:attrNameLst>
                                          <p:attrName>style.visibility</p:attrName>
                                        </p:attrNameLst>
                                      </p:cBhvr>
                                      <p:to>
                                        <p:strVal val="visible"/>
                                      </p:to>
                                    </p:set>
                                    <p:animEffect transition="in" filter="fade">
                                      <p:cBhvr>
                                        <p:cTn id="40" dur="250"/>
                                        <p:tgtEl>
                                          <p:spTgt spid="40"/>
                                        </p:tgtEl>
                                      </p:cBhvr>
                                    </p:animEffect>
                                  </p:childTnLst>
                                </p:cTn>
                              </p:par>
                              <p:par>
                                <p:cTn id="41" presetID="10" presetClass="entr" presetSubtype="0" fill="hold" grpId="1" nodeType="withEffect">
                                  <p:stCondLst>
                                    <p:cond delay="0"/>
                                  </p:stCondLst>
                                  <p:childTnLst>
                                    <p:set>
                                      <p:cBhvr>
                                        <p:cTn id="42" dur="1" fill="hold">
                                          <p:stCondLst>
                                            <p:cond delay="0"/>
                                          </p:stCondLst>
                                        </p:cTn>
                                        <p:tgtEl>
                                          <p:spTgt spid="41"/>
                                        </p:tgtEl>
                                        <p:attrNameLst>
                                          <p:attrName>style.visibility</p:attrName>
                                        </p:attrNameLst>
                                      </p:cBhvr>
                                      <p:to>
                                        <p:strVal val="visible"/>
                                      </p:to>
                                    </p:set>
                                    <p:animEffect transition="in" filter="fade">
                                      <p:cBhvr>
                                        <p:cTn id="43" dur="250"/>
                                        <p:tgtEl>
                                          <p:spTgt spid="41"/>
                                        </p:tgtEl>
                                      </p:cBhvr>
                                    </p:animEffect>
                                  </p:childTnLst>
                                </p:cTn>
                              </p:par>
                              <p:par>
                                <p:cTn id="44" presetID="10" presetClass="entr" presetSubtype="0" fill="hold" grpId="1" nodeType="with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250"/>
                                        <p:tgtEl>
                                          <p:spTgt spid="35"/>
                                        </p:tgtEl>
                                      </p:cBhvr>
                                    </p:animEffect>
                                  </p:childTnLst>
                                </p:cTn>
                              </p:par>
                              <p:par>
                                <p:cTn id="47" presetID="64" presetClass="path" presetSubtype="0" decel="100000" fill="hold" grpId="1" nodeType="withEffect">
                                  <p:stCondLst>
                                    <p:cond delay="0"/>
                                  </p:stCondLst>
                                  <p:childTnLst>
                                    <p:animMotion origin="layout" path="M 2.08333E-6 4.07407E-6 L -0.03268 0.03819 " pathEditMode="relative" rAng="0" ptsTypes="AA">
                                      <p:cBhvr>
                                        <p:cTn id="48" dur="1500" spd="-100000" fill="hold"/>
                                        <p:tgtEl>
                                          <p:spTgt spid="66"/>
                                        </p:tgtEl>
                                        <p:attrNameLst>
                                          <p:attrName>ppt_x</p:attrName>
                                          <p:attrName>ppt_y</p:attrName>
                                        </p:attrNameLst>
                                      </p:cBhvr>
                                      <p:rCtr x="-1628" y="1898"/>
                                    </p:animMotion>
                                  </p:childTnLst>
                                </p:cTn>
                              </p:par>
                              <p:par>
                                <p:cTn id="49" presetID="64" presetClass="path" presetSubtype="0" decel="100000" fill="hold" grpId="1" nodeType="withEffect">
                                  <p:stCondLst>
                                    <p:cond delay="0"/>
                                  </p:stCondLst>
                                  <p:childTnLst>
                                    <p:animMotion origin="layout" path="M 6.93889E-18 -3.33333E-6 L -0.06536 0.07477 " pathEditMode="relative" rAng="0" ptsTypes="AA">
                                      <p:cBhvr>
                                        <p:cTn id="50" dur="1500" spd="-100000" fill="hold"/>
                                        <p:tgtEl>
                                          <p:spTgt spid="30"/>
                                        </p:tgtEl>
                                        <p:attrNameLst>
                                          <p:attrName>ppt_x</p:attrName>
                                          <p:attrName>ppt_y</p:attrName>
                                        </p:attrNameLst>
                                      </p:cBhvr>
                                      <p:rCtr x="-3268" y="3727"/>
                                    </p:animMotion>
                                  </p:childTnLst>
                                </p:cTn>
                              </p:par>
                              <p:par>
                                <p:cTn id="51" presetID="64" presetClass="path" presetSubtype="0" decel="100000" fill="hold" grpId="1" nodeType="withEffect">
                                  <p:stCondLst>
                                    <p:cond delay="0"/>
                                  </p:stCondLst>
                                  <p:childTnLst>
                                    <p:animMotion origin="layout" path="M -2.29167E-6 7.40741E-7 L -0.09804 0.11134 " pathEditMode="relative" rAng="0" ptsTypes="AA">
                                      <p:cBhvr>
                                        <p:cTn id="52" dur="1500" spd="-100000" fill="hold"/>
                                        <p:tgtEl>
                                          <p:spTgt spid="28"/>
                                        </p:tgtEl>
                                        <p:attrNameLst>
                                          <p:attrName>ppt_x</p:attrName>
                                          <p:attrName>ppt_y</p:attrName>
                                        </p:attrNameLst>
                                      </p:cBhvr>
                                      <p:rCtr x="-4909" y="5556"/>
                                    </p:animMotion>
                                  </p:childTnLst>
                                </p:cTn>
                              </p:par>
                              <p:par>
                                <p:cTn id="53" presetID="64" presetClass="path" presetSubtype="0" decel="100000" fill="hold" grpId="1" nodeType="withEffect">
                                  <p:stCondLst>
                                    <p:cond delay="0"/>
                                  </p:stCondLst>
                                  <p:childTnLst>
                                    <p:animMotion origin="layout" path="M -4.58333E-6 4.81481E-6 L -0.13072 0.14791 " pathEditMode="relative" rAng="0" ptsTypes="AA">
                                      <p:cBhvr>
                                        <p:cTn id="54" dur="1500" spd="-100000" fill="hold"/>
                                        <p:tgtEl>
                                          <p:spTgt spid="25"/>
                                        </p:tgtEl>
                                        <p:attrNameLst>
                                          <p:attrName>ppt_x</p:attrName>
                                          <p:attrName>ppt_y</p:attrName>
                                        </p:attrNameLst>
                                      </p:cBhvr>
                                      <p:rCtr x="-6536" y="7384"/>
                                    </p:animMotion>
                                  </p:childTnLst>
                                </p:cTn>
                              </p:par>
                              <p:par>
                                <p:cTn id="55" presetID="64" presetClass="path" presetSubtype="0" decel="100000" fill="hold" grpId="1" nodeType="withEffect">
                                  <p:stCondLst>
                                    <p:cond delay="0"/>
                                  </p:stCondLst>
                                  <p:childTnLst>
                                    <p:animMotion origin="layout" path="M 3.125E-6 -1.11111E-6 L -0.16341 0.18449 " pathEditMode="relative" rAng="0" ptsTypes="AA">
                                      <p:cBhvr>
                                        <p:cTn id="56" dur="1500" spd="-100000" fill="hold"/>
                                        <p:tgtEl>
                                          <p:spTgt spid="24"/>
                                        </p:tgtEl>
                                        <p:attrNameLst>
                                          <p:attrName>ppt_x</p:attrName>
                                          <p:attrName>ppt_y</p:attrName>
                                        </p:attrNameLst>
                                      </p:cBhvr>
                                      <p:rCtr x="-8177" y="9213"/>
                                    </p:animMotion>
                                  </p:childTnLst>
                                </p:cTn>
                              </p:par>
                              <p:par>
                                <p:cTn id="57" presetID="64" presetClass="path" presetSubtype="0" decel="100000" fill="hold" grpId="1" nodeType="withEffect">
                                  <p:stCondLst>
                                    <p:cond delay="0"/>
                                  </p:stCondLst>
                                  <p:childTnLst>
                                    <p:animMotion origin="layout" path="M 8.33333E-7 2.96296E-6 L -0.19609 0.22083 " pathEditMode="relative" rAng="0" ptsTypes="AA">
                                      <p:cBhvr>
                                        <p:cTn id="58" dur="1500" spd="-100000" fill="hold"/>
                                        <p:tgtEl>
                                          <p:spTgt spid="23"/>
                                        </p:tgtEl>
                                        <p:attrNameLst>
                                          <p:attrName>ppt_x</p:attrName>
                                          <p:attrName>ppt_y</p:attrName>
                                        </p:attrNameLst>
                                      </p:cBhvr>
                                      <p:rCtr x="-9805" y="11042"/>
                                    </p:animMotion>
                                  </p:childTnLst>
                                </p:cTn>
                              </p:par>
                              <p:par>
                                <p:cTn id="59" presetID="64" presetClass="path" presetSubtype="0" decel="100000" fill="hold" grpId="1" nodeType="withEffect">
                                  <p:stCondLst>
                                    <p:cond delay="0"/>
                                  </p:stCondLst>
                                  <p:childTnLst>
                                    <p:animMotion origin="layout" path="M -1.45833E-6 -4.44444E-6 L -0.22864 0.25741 " pathEditMode="relative" rAng="0" ptsTypes="AA">
                                      <p:cBhvr>
                                        <p:cTn id="60" dur="1500" spd="-100000" fill="hold"/>
                                        <p:tgtEl>
                                          <p:spTgt spid="22"/>
                                        </p:tgtEl>
                                        <p:attrNameLst>
                                          <p:attrName>ppt_x</p:attrName>
                                          <p:attrName>ppt_y</p:attrName>
                                        </p:attrNameLst>
                                      </p:cBhvr>
                                      <p:rCtr x="-11432" y="12870"/>
                                    </p:animMotion>
                                  </p:childTnLst>
                                </p:cTn>
                              </p:par>
                              <p:par>
                                <p:cTn id="61" presetID="64" presetClass="path" presetSubtype="0" decel="100000" fill="hold" grpId="1" nodeType="withEffect">
                                  <p:stCondLst>
                                    <p:cond delay="0"/>
                                  </p:stCondLst>
                                  <p:childTnLst>
                                    <p:animMotion origin="layout" path="M -3.75E-6 -3.7037E-7 L -0.26132 0.29398 " pathEditMode="relative" rAng="0" ptsTypes="AA">
                                      <p:cBhvr>
                                        <p:cTn id="62" dur="1500" spd="-100000" fill="hold"/>
                                        <p:tgtEl>
                                          <p:spTgt spid="37"/>
                                        </p:tgtEl>
                                        <p:attrNameLst>
                                          <p:attrName>ppt_x</p:attrName>
                                          <p:attrName>ppt_y</p:attrName>
                                        </p:attrNameLst>
                                      </p:cBhvr>
                                      <p:rCtr x="-13073" y="14699"/>
                                    </p:animMotion>
                                  </p:childTnLst>
                                </p:cTn>
                              </p:par>
                              <p:par>
                                <p:cTn id="63" presetID="64" presetClass="path" presetSubtype="0" decel="100000" fill="hold" grpId="1" nodeType="withEffect">
                                  <p:stCondLst>
                                    <p:cond delay="0"/>
                                  </p:stCondLst>
                                  <p:childTnLst>
                                    <p:animMotion origin="layout" path="M 3.95833E-6 2.22222E-6 L -0.29401 0.33055 " pathEditMode="relative" rAng="0" ptsTypes="AA">
                                      <p:cBhvr>
                                        <p:cTn id="64" dur="1500" spd="-100000" fill="hold"/>
                                        <p:tgtEl>
                                          <p:spTgt spid="38"/>
                                        </p:tgtEl>
                                        <p:attrNameLst>
                                          <p:attrName>ppt_x</p:attrName>
                                          <p:attrName>ppt_y</p:attrName>
                                        </p:attrNameLst>
                                      </p:cBhvr>
                                      <p:rCtr x="-14701" y="16528"/>
                                    </p:animMotion>
                                  </p:childTnLst>
                                </p:cTn>
                              </p:par>
                              <p:par>
                                <p:cTn id="65" presetID="64" presetClass="path" presetSubtype="0" decel="100000" fill="hold" grpId="0" nodeType="withEffect">
                                  <p:stCondLst>
                                    <p:cond delay="0"/>
                                  </p:stCondLst>
                                  <p:childTnLst>
                                    <p:animMotion origin="layout" path="M 2.08333E-7 2.22222E-6 L -0.35885 0.40555 " pathEditMode="relative" rAng="0" ptsTypes="AA">
                                      <p:cBhvr>
                                        <p:cTn id="66" dur="1500" spd="-100000" fill="hold"/>
                                        <p:tgtEl>
                                          <p:spTgt spid="36"/>
                                        </p:tgtEl>
                                        <p:attrNameLst>
                                          <p:attrName>ppt_x</p:attrName>
                                          <p:attrName>ppt_y</p:attrName>
                                        </p:attrNameLst>
                                      </p:cBhvr>
                                      <p:rCtr x="-17943" y="20278"/>
                                    </p:animMotion>
                                  </p:childTnLst>
                                </p:cTn>
                              </p:par>
                              <p:par>
                                <p:cTn id="67" presetID="64" presetClass="path" presetSubtype="0" decel="100000" fill="hold" grpId="0" nodeType="withEffect">
                                  <p:stCondLst>
                                    <p:cond delay="0"/>
                                  </p:stCondLst>
                                  <p:childTnLst>
                                    <p:animMotion origin="layout" path="M -1.66667E-6 2.22222E-6 L -0.39127 0.44305 " pathEditMode="relative" rAng="0" ptsTypes="AA">
                                      <p:cBhvr>
                                        <p:cTn id="68" dur="1500" spd="-100000" fill="hold"/>
                                        <p:tgtEl>
                                          <p:spTgt spid="40"/>
                                        </p:tgtEl>
                                        <p:attrNameLst>
                                          <p:attrName>ppt_x</p:attrName>
                                          <p:attrName>ppt_y</p:attrName>
                                        </p:attrNameLst>
                                      </p:cBhvr>
                                      <p:rCtr x="-19570" y="22153"/>
                                    </p:animMotion>
                                  </p:childTnLst>
                                </p:cTn>
                              </p:par>
                              <p:par>
                                <p:cTn id="69" presetID="64" presetClass="path" presetSubtype="0" decel="100000" fill="hold" grpId="0" nodeType="withEffect">
                                  <p:stCondLst>
                                    <p:cond delay="0"/>
                                  </p:stCondLst>
                                  <p:childTnLst>
                                    <p:animMotion origin="layout" path="M -3.54167E-6 2.22222E-6 L -0.42369 0.48055 " pathEditMode="relative" rAng="0" ptsTypes="AA">
                                      <p:cBhvr>
                                        <p:cTn id="70" dur="1500" spd="-100000" fill="hold"/>
                                        <p:tgtEl>
                                          <p:spTgt spid="41"/>
                                        </p:tgtEl>
                                        <p:attrNameLst>
                                          <p:attrName>ppt_x</p:attrName>
                                          <p:attrName>ppt_y</p:attrName>
                                        </p:attrNameLst>
                                      </p:cBhvr>
                                      <p:rCtr x="-21185" y="24028"/>
                                    </p:animMotion>
                                  </p:childTnLst>
                                </p:cTn>
                              </p:par>
                              <p:par>
                                <p:cTn id="71" presetID="64" presetClass="path" presetSubtype="0" decel="100000" fill="hold" grpId="0" nodeType="withEffect">
                                  <p:stCondLst>
                                    <p:cond delay="0"/>
                                  </p:stCondLst>
                                  <p:childTnLst>
                                    <p:animMotion origin="layout" path="M 0 0 L -0.326472 0.3680251 E" pathEditMode="relative" ptsTypes="">
                                      <p:cBhvr>
                                        <p:cTn id="72" dur="1500" spd="-100000" fill="hold"/>
                                        <p:tgtEl>
                                          <p:spTgt spid="35"/>
                                        </p:tgtEl>
                                        <p:attrNameLst>
                                          <p:attrName>ppt_x</p:attrName>
                                          <p:attrName>ppt_y</p:attrName>
                                        </p:attrNameLst>
                                      </p:cBhvr>
                                    </p:animMotion>
                                  </p:childTnLst>
                                </p:cTn>
                              </p:par>
                              <p:par>
                                <p:cTn id="73" presetID="10" presetClass="entr" presetSubtype="0" fill="hold" grpId="0" nodeType="withEffect">
                                  <p:stCondLst>
                                    <p:cond delay="1200"/>
                                  </p:stCondLst>
                                  <p:childTnLst>
                                    <p:set>
                                      <p:cBhvr>
                                        <p:cTn id="74" dur="1" fill="hold">
                                          <p:stCondLst>
                                            <p:cond delay="0"/>
                                          </p:stCondLst>
                                        </p:cTn>
                                        <p:tgtEl>
                                          <p:spTgt spid="2"/>
                                        </p:tgtEl>
                                        <p:attrNameLst>
                                          <p:attrName>style.visibility</p:attrName>
                                        </p:attrNameLst>
                                      </p:cBhvr>
                                      <p:to>
                                        <p:strVal val="visible"/>
                                      </p:to>
                                    </p:set>
                                    <p:animEffect transition="in" filter="fade">
                                      <p:cBhvr>
                                        <p:cTn id="75" dur="500"/>
                                        <p:tgtEl>
                                          <p:spTgt spid="2"/>
                                        </p:tgtEl>
                                      </p:cBhvr>
                                    </p:animEffect>
                                  </p:childTnLst>
                                </p:cTn>
                              </p:par>
                              <p:par>
                                <p:cTn id="76" presetID="42" presetClass="path" presetSubtype="0" decel="100000" fill="hold" grpId="1" nodeType="withEffect">
                                  <p:stCondLst>
                                    <p:cond delay="1200"/>
                                  </p:stCondLst>
                                  <p:childTnLst>
                                    <p:animMotion origin="layout" path="M 2.5E-6 0.03889 L 2.5E-6 -3.7037E-6 " pathEditMode="relative" rAng="0" ptsTypes="AA">
                                      <p:cBhvr>
                                        <p:cTn id="77" dur="1000" fill="hold"/>
                                        <p:tgtEl>
                                          <p:spTgt spid="2"/>
                                        </p:tgtEl>
                                        <p:attrNameLst>
                                          <p:attrName>ppt_x</p:attrName>
                                          <p:attrName>ppt_y</p:attrName>
                                        </p:attrNameLst>
                                      </p:cBhvr>
                                      <p:rCtr x="0" y="-1944"/>
                                    </p:animMotion>
                                  </p:childTnLst>
                                </p:cTn>
                              </p:par>
                              <p:par>
                                <p:cTn id="78" presetID="10" presetClass="entr" presetSubtype="0" fill="hold" grpId="0" nodeType="withEffect">
                                  <p:stCondLst>
                                    <p:cond delay="1200"/>
                                  </p:stCondLst>
                                  <p:childTnLst>
                                    <p:set>
                                      <p:cBhvr>
                                        <p:cTn id="79" dur="1" fill="hold">
                                          <p:stCondLst>
                                            <p:cond delay="0"/>
                                          </p:stCondLst>
                                        </p:cTn>
                                        <p:tgtEl>
                                          <p:spTgt spid="3"/>
                                        </p:tgtEl>
                                        <p:attrNameLst>
                                          <p:attrName>style.visibility</p:attrName>
                                        </p:attrNameLst>
                                      </p:cBhvr>
                                      <p:to>
                                        <p:strVal val="visible"/>
                                      </p:to>
                                    </p:set>
                                    <p:animEffect transition="in" filter="fade">
                                      <p:cBhvr>
                                        <p:cTn id="80" dur="500"/>
                                        <p:tgtEl>
                                          <p:spTgt spid="3"/>
                                        </p:tgtEl>
                                      </p:cBhvr>
                                    </p:animEffect>
                                  </p:childTnLst>
                                </p:cTn>
                              </p:par>
                              <p:par>
                                <p:cTn id="81" presetID="42" presetClass="path" presetSubtype="0" decel="100000" fill="hold" grpId="1" nodeType="withEffect">
                                  <p:stCondLst>
                                    <p:cond delay="1200"/>
                                  </p:stCondLst>
                                  <p:childTnLst>
                                    <p:animMotion origin="layout" path="M 2.5E-6 -0.03472 L 2.5E-6 -2.59259E-6 " pathEditMode="relative" rAng="0" ptsTypes="AA">
                                      <p:cBhvr>
                                        <p:cTn id="82" dur="1000" fill="hold"/>
                                        <p:tgtEl>
                                          <p:spTgt spid="3"/>
                                        </p:tgtEl>
                                        <p:attrNameLst>
                                          <p:attrName>ppt_x</p:attrName>
                                          <p:attrName>ppt_y</p:attrName>
                                        </p:attrNameLst>
                                      </p:cBhvr>
                                      <p:rCtr x="0" y="1736"/>
                                    </p:animMotion>
                                  </p:childTnLst>
                                </p:cTn>
                              </p:par>
                              <p:par>
                                <p:cTn id="83" presetID="10" presetClass="entr" presetSubtype="0" fill="hold" grpId="0" nodeType="withEffect">
                                  <p:stCondLst>
                                    <p:cond delay="250"/>
                                  </p:stCondLst>
                                  <p:childTnLst>
                                    <p:set>
                                      <p:cBhvr>
                                        <p:cTn id="84" dur="1" fill="hold">
                                          <p:stCondLst>
                                            <p:cond delay="0"/>
                                          </p:stCondLst>
                                        </p:cTn>
                                        <p:tgtEl>
                                          <p:spTgt spid="102"/>
                                        </p:tgtEl>
                                        <p:attrNameLst>
                                          <p:attrName>style.visibility</p:attrName>
                                        </p:attrNameLst>
                                      </p:cBhvr>
                                      <p:to>
                                        <p:strVal val="visible"/>
                                      </p:to>
                                    </p:set>
                                    <p:animEffect transition="in" filter="fade">
                                      <p:cBhvr>
                                        <p:cTn id="85" dur="250"/>
                                        <p:tgtEl>
                                          <p:spTgt spid="102"/>
                                        </p:tgtEl>
                                      </p:cBhvr>
                                    </p:animEffect>
                                  </p:childTnLst>
                                </p:cTn>
                              </p:par>
                              <p:par>
                                <p:cTn id="86" presetID="10" presetClass="entr" presetSubtype="0" fill="hold" grpId="0" nodeType="withEffect">
                                  <p:stCondLst>
                                    <p:cond delay="250"/>
                                  </p:stCondLst>
                                  <p:childTnLst>
                                    <p:set>
                                      <p:cBhvr>
                                        <p:cTn id="87" dur="1" fill="hold">
                                          <p:stCondLst>
                                            <p:cond delay="0"/>
                                          </p:stCondLst>
                                        </p:cTn>
                                        <p:tgtEl>
                                          <p:spTgt spid="101"/>
                                        </p:tgtEl>
                                        <p:attrNameLst>
                                          <p:attrName>style.visibility</p:attrName>
                                        </p:attrNameLst>
                                      </p:cBhvr>
                                      <p:to>
                                        <p:strVal val="visible"/>
                                      </p:to>
                                    </p:set>
                                    <p:animEffect transition="in" filter="fade">
                                      <p:cBhvr>
                                        <p:cTn id="88" dur="250"/>
                                        <p:tgtEl>
                                          <p:spTgt spid="101"/>
                                        </p:tgtEl>
                                      </p:cBhvr>
                                    </p:animEffect>
                                  </p:childTnLst>
                                </p:cTn>
                              </p:par>
                              <p:par>
                                <p:cTn id="89" presetID="10" presetClass="entr" presetSubtype="0" fill="hold" grpId="0" nodeType="withEffect">
                                  <p:stCondLst>
                                    <p:cond delay="250"/>
                                  </p:stCondLst>
                                  <p:childTnLst>
                                    <p:set>
                                      <p:cBhvr>
                                        <p:cTn id="90" dur="1" fill="hold">
                                          <p:stCondLst>
                                            <p:cond delay="0"/>
                                          </p:stCondLst>
                                        </p:cTn>
                                        <p:tgtEl>
                                          <p:spTgt spid="100"/>
                                        </p:tgtEl>
                                        <p:attrNameLst>
                                          <p:attrName>style.visibility</p:attrName>
                                        </p:attrNameLst>
                                      </p:cBhvr>
                                      <p:to>
                                        <p:strVal val="visible"/>
                                      </p:to>
                                    </p:set>
                                    <p:animEffect transition="in" filter="fade">
                                      <p:cBhvr>
                                        <p:cTn id="91" dur="250"/>
                                        <p:tgtEl>
                                          <p:spTgt spid="100"/>
                                        </p:tgtEl>
                                      </p:cBhvr>
                                    </p:animEffect>
                                  </p:childTnLst>
                                </p:cTn>
                              </p:par>
                              <p:par>
                                <p:cTn id="92" presetID="10" presetClass="entr" presetSubtype="0" fill="hold" grpId="0" nodeType="withEffect">
                                  <p:stCondLst>
                                    <p:cond delay="250"/>
                                  </p:stCondLst>
                                  <p:childTnLst>
                                    <p:set>
                                      <p:cBhvr>
                                        <p:cTn id="93" dur="1" fill="hold">
                                          <p:stCondLst>
                                            <p:cond delay="0"/>
                                          </p:stCondLst>
                                        </p:cTn>
                                        <p:tgtEl>
                                          <p:spTgt spid="94"/>
                                        </p:tgtEl>
                                        <p:attrNameLst>
                                          <p:attrName>style.visibility</p:attrName>
                                        </p:attrNameLst>
                                      </p:cBhvr>
                                      <p:to>
                                        <p:strVal val="visible"/>
                                      </p:to>
                                    </p:set>
                                    <p:animEffect transition="in" filter="fade">
                                      <p:cBhvr>
                                        <p:cTn id="94" dur="250"/>
                                        <p:tgtEl>
                                          <p:spTgt spid="94"/>
                                        </p:tgtEl>
                                      </p:cBhvr>
                                    </p:animEffect>
                                  </p:childTnLst>
                                </p:cTn>
                              </p:par>
                              <p:par>
                                <p:cTn id="95" presetID="10" presetClass="entr" presetSubtype="0" fill="hold" grpId="0" nodeType="withEffect">
                                  <p:stCondLst>
                                    <p:cond delay="250"/>
                                  </p:stCondLst>
                                  <p:childTnLst>
                                    <p:set>
                                      <p:cBhvr>
                                        <p:cTn id="96" dur="1" fill="hold">
                                          <p:stCondLst>
                                            <p:cond delay="0"/>
                                          </p:stCondLst>
                                        </p:cTn>
                                        <p:tgtEl>
                                          <p:spTgt spid="95"/>
                                        </p:tgtEl>
                                        <p:attrNameLst>
                                          <p:attrName>style.visibility</p:attrName>
                                        </p:attrNameLst>
                                      </p:cBhvr>
                                      <p:to>
                                        <p:strVal val="visible"/>
                                      </p:to>
                                    </p:set>
                                    <p:animEffect transition="in" filter="fade">
                                      <p:cBhvr>
                                        <p:cTn id="97" dur="250"/>
                                        <p:tgtEl>
                                          <p:spTgt spid="95"/>
                                        </p:tgtEl>
                                      </p:cBhvr>
                                    </p:animEffect>
                                  </p:childTnLst>
                                </p:cTn>
                              </p:par>
                              <p:par>
                                <p:cTn id="98" presetID="10" presetClass="entr" presetSubtype="0" fill="hold" grpId="0" nodeType="withEffect">
                                  <p:stCondLst>
                                    <p:cond delay="250"/>
                                  </p:stCondLst>
                                  <p:childTnLst>
                                    <p:set>
                                      <p:cBhvr>
                                        <p:cTn id="99" dur="1" fill="hold">
                                          <p:stCondLst>
                                            <p:cond delay="0"/>
                                          </p:stCondLst>
                                        </p:cTn>
                                        <p:tgtEl>
                                          <p:spTgt spid="96"/>
                                        </p:tgtEl>
                                        <p:attrNameLst>
                                          <p:attrName>style.visibility</p:attrName>
                                        </p:attrNameLst>
                                      </p:cBhvr>
                                      <p:to>
                                        <p:strVal val="visible"/>
                                      </p:to>
                                    </p:set>
                                    <p:animEffect transition="in" filter="fade">
                                      <p:cBhvr>
                                        <p:cTn id="100" dur="250"/>
                                        <p:tgtEl>
                                          <p:spTgt spid="96"/>
                                        </p:tgtEl>
                                      </p:cBhvr>
                                    </p:animEffect>
                                  </p:childTnLst>
                                </p:cTn>
                              </p:par>
                              <p:par>
                                <p:cTn id="101" presetID="10" presetClass="entr" presetSubtype="0" fill="hold" grpId="0" nodeType="withEffect">
                                  <p:stCondLst>
                                    <p:cond delay="250"/>
                                  </p:stCondLst>
                                  <p:childTnLst>
                                    <p:set>
                                      <p:cBhvr>
                                        <p:cTn id="102" dur="1" fill="hold">
                                          <p:stCondLst>
                                            <p:cond delay="0"/>
                                          </p:stCondLst>
                                        </p:cTn>
                                        <p:tgtEl>
                                          <p:spTgt spid="97"/>
                                        </p:tgtEl>
                                        <p:attrNameLst>
                                          <p:attrName>style.visibility</p:attrName>
                                        </p:attrNameLst>
                                      </p:cBhvr>
                                      <p:to>
                                        <p:strVal val="visible"/>
                                      </p:to>
                                    </p:set>
                                    <p:animEffect transition="in" filter="fade">
                                      <p:cBhvr>
                                        <p:cTn id="103" dur="250"/>
                                        <p:tgtEl>
                                          <p:spTgt spid="97"/>
                                        </p:tgtEl>
                                      </p:cBhvr>
                                    </p:animEffect>
                                  </p:childTnLst>
                                </p:cTn>
                              </p:par>
                              <p:par>
                                <p:cTn id="104" presetID="10" presetClass="entr" presetSubtype="0" fill="hold" grpId="0" nodeType="withEffect">
                                  <p:stCondLst>
                                    <p:cond delay="250"/>
                                  </p:stCondLst>
                                  <p:childTnLst>
                                    <p:set>
                                      <p:cBhvr>
                                        <p:cTn id="105" dur="1" fill="hold">
                                          <p:stCondLst>
                                            <p:cond delay="0"/>
                                          </p:stCondLst>
                                        </p:cTn>
                                        <p:tgtEl>
                                          <p:spTgt spid="98"/>
                                        </p:tgtEl>
                                        <p:attrNameLst>
                                          <p:attrName>style.visibility</p:attrName>
                                        </p:attrNameLst>
                                      </p:cBhvr>
                                      <p:to>
                                        <p:strVal val="visible"/>
                                      </p:to>
                                    </p:set>
                                    <p:animEffect transition="in" filter="fade">
                                      <p:cBhvr>
                                        <p:cTn id="106" dur="250"/>
                                        <p:tgtEl>
                                          <p:spTgt spid="98"/>
                                        </p:tgtEl>
                                      </p:cBhvr>
                                    </p:animEffect>
                                  </p:childTnLst>
                                </p:cTn>
                              </p:par>
                              <p:par>
                                <p:cTn id="107" presetID="10" presetClass="entr" presetSubtype="0" fill="hold" grpId="0" nodeType="withEffect">
                                  <p:stCondLst>
                                    <p:cond delay="250"/>
                                  </p:stCondLst>
                                  <p:childTnLst>
                                    <p:set>
                                      <p:cBhvr>
                                        <p:cTn id="108" dur="1" fill="hold">
                                          <p:stCondLst>
                                            <p:cond delay="0"/>
                                          </p:stCondLst>
                                        </p:cTn>
                                        <p:tgtEl>
                                          <p:spTgt spid="99"/>
                                        </p:tgtEl>
                                        <p:attrNameLst>
                                          <p:attrName>style.visibility</p:attrName>
                                        </p:attrNameLst>
                                      </p:cBhvr>
                                      <p:to>
                                        <p:strVal val="visible"/>
                                      </p:to>
                                    </p:set>
                                    <p:animEffect transition="in" filter="fade">
                                      <p:cBhvr>
                                        <p:cTn id="109" dur="250"/>
                                        <p:tgtEl>
                                          <p:spTgt spid="99"/>
                                        </p:tgtEl>
                                      </p:cBhvr>
                                    </p:animEffect>
                                  </p:childTnLst>
                                </p:cTn>
                              </p:par>
                              <p:par>
                                <p:cTn id="110" presetID="64" presetClass="path" presetSubtype="0" decel="100000" fill="hold" grpId="1" nodeType="withEffect">
                                  <p:stCondLst>
                                    <p:cond delay="250"/>
                                  </p:stCondLst>
                                  <p:childTnLst>
                                    <p:animMotion origin="layout" path="M -3.95833E-6 -3.33333E-6 L -0.03268 0.03658 " pathEditMode="relative" rAng="0" ptsTypes="AA">
                                      <p:cBhvr>
                                        <p:cTn id="111" dur="1500" spd="-100000" fill="hold"/>
                                        <p:tgtEl>
                                          <p:spTgt spid="99"/>
                                        </p:tgtEl>
                                        <p:attrNameLst>
                                          <p:attrName>ppt_x</p:attrName>
                                          <p:attrName>ppt_y</p:attrName>
                                        </p:attrNameLst>
                                      </p:cBhvr>
                                      <p:rCtr x="-1641" y="1829"/>
                                    </p:animMotion>
                                  </p:childTnLst>
                                </p:cTn>
                              </p:par>
                              <p:par>
                                <p:cTn id="112" presetID="64" presetClass="path" presetSubtype="0" decel="100000" fill="hold" grpId="1" nodeType="withEffect">
                                  <p:stCondLst>
                                    <p:cond delay="250"/>
                                  </p:stCondLst>
                                  <p:childTnLst>
                                    <p:animMotion origin="layout" path="M 0 0 L -6.534532E-02 7.305287E-02 E" pathEditMode="relative" ptsTypes="">
                                      <p:cBhvr>
                                        <p:cTn id="113" dur="1500" spd="-100000" fill="hold"/>
                                        <p:tgtEl>
                                          <p:spTgt spid="98"/>
                                        </p:tgtEl>
                                        <p:attrNameLst>
                                          <p:attrName>ppt_x</p:attrName>
                                          <p:attrName>ppt_y</p:attrName>
                                        </p:attrNameLst>
                                      </p:cBhvr>
                                    </p:animMotion>
                                  </p:childTnLst>
                                </p:cTn>
                              </p:par>
                              <p:par>
                                <p:cTn id="114" presetID="64" presetClass="path" presetSubtype="0" decel="100000" fill="hold" grpId="1" nodeType="withEffect">
                                  <p:stCondLst>
                                    <p:cond delay="250"/>
                                  </p:stCondLst>
                                  <p:childTnLst>
                                    <p:animMotion origin="layout" path="M 0 0 L -9.801789E-02 0.1095798 E" pathEditMode="relative" ptsTypes="">
                                      <p:cBhvr>
                                        <p:cTn id="115" dur="1500" spd="-100000" fill="hold"/>
                                        <p:tgtEl>
                                          <p:spTgt spid="97"/>
                                        </p:tgtEl>
                                        <p:attrNameLst>
                                          <p:attrName>ppt_x</p:attrName>
                                          <p:attrName>ppt_y</p:attrName>
                                        </p:attrNameLst>
                                      </p:cBhvr>
                                    </p:animMotion>
                                  </p:childTnLst>
                                </p:cTn>
                              </p:par>
                              <p:par>
                                <p:cTn id="116" presetID="64" presetClass="path" presetSubtype="0" decel="100000" fill="hold" grpId="1" nodeType="withEffect">
                                  <p:stCondLst>
                                    <p:cond delay="250"/>
                                  </p:stCondLst>
                                  <p:childTnLst>
                                    <p:animMotion origin="layout" path="M 0 0 L -0.1306905 0.1461069 E" pathEditMode="relative" ptsTypes="">
                                      <p:cBhvr>
                                        <p:cTn id="117" dur="1500" spd="-100000" fill="hold"/>
                                        <p:tgtEl>
                                          <p:spTgt spid="96"/>
                                        </p:tgtEl>
                                        <p:attrNameLst>
                                          <p:attrName>ppt_x</p:attrName>
                                          <p:attrName>ppt_y</p:attrName>
                                        </p:attrNameLst>
                                      </p:cBhvr>
                                    </p:animMotion>
                                  </p:childTnLst>
                                </p:cTn>
                              </p:par>
                              <p:par>
                                <p:cTn id="118" presetID="64" presetClass="path" presetSubtype="0" decel="100000" fill="hold" grpId="1" nodeType="withEffect">
                                  <p:stCondLst>
                                    <p:cond delay="250"/>
                                  </p:stCondLst>
                                  <p:childTnLst>
                                    <p:animMotion origin="layout" path="M 0 0 L -0.1633632 0.1826338 E" pathEditMode="relative" ptsTypes="">
                                      <p:cBhvr>
                                        <p:cTn id="119" dur="1500" spd="-100000" fill="hold"/>
                                        <p:tgtEl>
                                          <p:spTgt spid="95"/>
                                        </p:tgtEl>
                                        <p:attrNameLst>
                                          <p:attrName>ppt_x</p:attrName>
                                          <p:attrName>ppt_y</p:attrName>
                                        </p:attrNameLst>
                                      </p:cBhvr>
                                    </p:animMotion>
                                  </p:childTnLst>
                                </p:cTn>
                              </p:par>
                              <p:par>
                                <p:cTn id="120" presetID="64" presetClass="path" presetSubtype="0" decel="100000" fill="hold" grpId="1" nodeType="withEffect">
                                  <p:stCondLst>
                                    <p:cond delay="250"/>
                                  </p:stCondLst>
                                  <p:childTnLst>
                                    <p:animMotion origin="layout" path="M 0 0 L -0.1960358 0.2191608 E" pathEditMode="relative" ptsTypes="">
                                      <p:cBhvr>
                                        <p:cTn id="121" dur="1500" spd="-100000" fill="hold"/>
                                        <p:tgtEl>
                                          <p:spTgt spid="94"/>
                                        </p:tgtEl>
                                        <p:attrNameLst>
                                          <p:attrName>ppt_x</p:attrName>
                                          <p:attrName>ppt_y</p:attrName>
                                        </p:attrNameLst>
                                      </p:cBhvr>
                                    </p:animMotion>
                                  </p:childTnLst>
                                </p:cTn>
                              </p:par>
                              <p:par>
                                <p:cTn id="122" presetID="64" presetClass="path" presetSubtype="0" decel="100000" fill="hold" grpId="1" nodeType="withEffect">
                                  <p:stCondLst>
                                    <p:cond delay="250"/>
                                  </p:stCondLst>
                                  <p:childTnLst>
                                    <p:animMotion origin="layout" path="M 0 0 L -0.2287084 0.2556879 E" pathEditMode="relative" ptsTypes="">
                                      <p:cBhvr>
                                        <p:cTn id="123" dur="1500" spd="-100000" fill="hold"/>
                                        <p:tgtEl>
                                          <p:spTgt spid="100"/>
                                        </p:tgtEl>
                                        <p:attrNameLst>
                                          <p:attrName>ppt_x</p:attrName>
                                          <p:attrName>ppt_y</p:attrName>
                                        </p:attrNameLst>
                                      </p:cBhvr>
                                    </p:animMotion>
                                  </p:childTnLst>
                                </p:cTn>
                              </p:par>
                              <p:par>
                                <p:cTn id="124" presetID="64" presetClass="path" presetSubtype="0" decel="100000" fill="hold" grpId="1" nodeType="withEffect">
                                  <p:stCondLst>
                                    <p:cond delay="250"/>
                                  </p:stCondLst>
                                  <p:childTnLst>
                                    <p:animMotion origin="layout" path="M 0 0 L -0.2613811 0.2922149 E" pathEditMode="relative" ptsTypes="">
                                      <p:cBhvr>
                                        <p:cTn id="125" dur="1500" spd="-100000" fill="hold"/>
                                        <p:tgtEl>
                                          <p:spTgt spid="101"/>
                                        </p:tgtEl>
                                        <p:attrNameLst>
                                          <p:attrName>ppt_x</p:attrName>
                                          <p:attrName>ppt_y</p:attrName>
                                        </p:attrNameLst>
                                      </p:cBhvr>
                                    </p:animMotion>
                                  </p:childTnLst>
                                </p:cTn>
                              </p:par>
                              <p:par>
                                <p:cTn id="126" presetID="64" presetClass="path" presetSubtype="0" decel="100000" fill="hold" grpId="1" nodeType="withEffect">
                                  <p:stCondLst>
                                    <p:cond delay="250"/>
                                  </p:stCondLst>
                                  <p:childTnLst>
                                    <p:animMotion origin="layout" path="M -2.29167E-6 -2.22222E-6 L -0.29401 0.32871 " pathEditMode="relative" rAng="0" ptsTypes="AA">
                                      <p:cBhvr>
                                        <p:cTn id="127" dur="1500" spd="-100000" fill="hold"/>
                                        <p:tgtEl>
                                          <p:spTgt spid="102"/>
                                        </p:tgtEl>
                                        <p:attrNameLst>
                                          <p:attrName>ppt_x</p:attrName>
                                          <p:attrName>ppt_y</p:attrName>
                                        </p:attrNameLst>
                                      </p:cBhvr>
                                      <p:rCtr x="-14701" y="16435"/>
                                    </p:animMotion>
                                  </p:childTnLst>
                                </p:cTn>
                              </p:par>
                              <p:par>
                                <p:cTn id="128" presetID="64" presetClass="path" presetSubtype="0" decel="100000" fill="hold" grpId="0" nodeType="withEffect">
                                  <p:stCondLst>
                                    <p:cond delay="250"/>
                                  </p:stCondLst>
                                  <p:childTnLst>
                                    <p:animMotion origin="layout" path="M 0 0 L -0.3267228 0.3677704 E" pathEditMode="relative" ptsTypes="">
                                      <p:cBhvr>
                                        <p:cTn id="129" dur="1500" spd="-100000" fill="hold"/>
                                        <p:tgtEl>
                                          <p:spTgt spid="104"/>
                                        </p:tgtEl>
                                        <p:attrNameLst>
                                          <p:attrName>ppt_x</p:attrName>
                                          <p:attrName>ppt_y</p:attrName>
                                        </p:attrNameLst>
                                      </p:cBhvr>
                                    </p:animMotion>
                                  </p:childTnLst>
                                </p:cTn>
                              </p:par>
                              <p:par>
                                <p:cTn id="130" presetID="2" presetClass="entr" presetSubtype="1" decel="100000" fill="hold" grpId="0" nodeType="withEffect">
                                  <p:stCondLst>
                                    <p:cond delay="1400"/>
                                  </p:stCondLst>
                                  <p:childTnLst>
                                    <p:set>
                                      <p:cBhvr>
                                        <p:cTn id="131" dur="1" fill="hold">
                                          <p:stCondLst>
                                            <p:cond delay="0"/>
                                          </p:stCondLst>
                                        </p:cTn>
                                        <p:tgtEl>
                                          <p:spTgt spid="33"/>
                                        </p:tgtEl>
                                        <p:attrNameLst>
                                          <p:attrName>style.visibility</p:attrName>
                                        </p:attrNameLst>
                                      </p:cBhvr>
                                      <p:to>
                                        <p:strVal val="visible"/>
                                      </p:to>
                                    </p:set>
                                    <p:anim calcmode="lin" valueType="num">
                                      <p:cBhvr additive="base">
                                        <p:cTn id="132" dur="750" fill="hold"/>
                                        <p:tgtEl>
                                          <p:spTgt spid="33"/>
                                        </p:tgtEl>
                                        <p:attrNameLst>
                                          <p:attrName>ppt_x</p:attrName>
                                        </p:attrNameLst>
                                      </p:cBhvr>
                                      <p:tavLst>
                                        <p:tav tm="0">
                                          <p:val>
                                            <p:strVal val="#ppt_x"/>
                                          </p:val>
                                        </p:tav>
                                        <p:tav tm="100000">
                                          <p:val>
                                            <p:strVal val="#ppt_x"/>
                                          </p:val>
                                        </p:tav>
                                      </p:tavLst>
                                    </p:anim>
                                    <p:anim calcmode="lin" valueType="num">
                                      <p:cBhvr additive="base">
                                        <p:cTn id="133" dur="750" fill="hold"/>
                                        <p:tgtEl>
                                          <p:spTgt spid="33"/>
                                        </p:tgtEl>
                                        <p:attrNameLst>
                                          <p:attrName>ppt_y</p:attrName>
                                        </p:attrNameLst>
                                      </p:cBhvr>
                                      <p:tavLst>
                                        <p:tav tm="0">
                                          <p:val>
                                            <p:strVal val="0-#ppt_h/2"/>
                                          </p:val>
                                        </p:tav>
                                        <p:tav tm="100000">
                                          <p:val>
                                            <p:strVal val="#ppt_y"/>
                                          </p:val>
                                        </p:tav>
                                      </p:tavLst>
                                    </p:anim>
                                  </p:childTnLst>
                                </p:cTn>
                              </p:par>
                              <p:par>
                                <p:cTn id="134" presetID="2" presetClass="entr" presetSubtype="1" decel="100000" fill="hold" grpId="0" nodeType="withEffect">
                                  <p:stCondLst>
                                    <p:cond delay="1200"/>
                                  </p:stCondLst>
                                  <p:childTnLst>
                                    <p:set>
                                      <p:cBhvr>
                                        <p:cTn id="135" dur="1" fill="hold">
                                          <p:stCondLst>
                                            <p:cond delay="0"/>
                                          </p:stCondLst>
                                        </p:cTn>
                                        <p:tgtEl>
                                          <p:spTgt spid="129"/>
                                        </p:tgtEl>
                                        <p:attrNameLst>
                                          <p:attrName>style.visibility</p:attrName>
                                        </p:attrNameLst>
                                      </p:cBhvr>
                                      <p:to>
                                        <p:strVal val="visible"/>
                                      </p:to>
                                    </p:set>
                                    <p:anim calcmode="lin" valueType="num">
                                      <p:cBhvr additive="base">
                                        <p:cTn id="136" dur="750" fill="hold"/>
                                        <p:tgtEl>
                                          <p:spTgt spid="129"/>
                                        </p:tgtEl>
                                        <p:attrNameLst>
                                          <p:attrName>ppt_x</p:attrName>
                                        </p:attrNameLst>
                                      </p:cBhvr>
                                      <p:tavLst>
                                        <p:tav tm="0">
                                          <p:val>
                                            <p:strVal val="#ppt_x"/>
                                          </p:val>
                                        </p:tav>
                                        <p:tav tm="100000">
                                          <p:val>
                                            <p:strVal val="#ppt_x"/>
                                          </p:val>
                                        </p:tav>
                                      </p:tavLst>
                                    </p:anim>
                                    <p:anim calcmode="lin" valueType="num">
                                      <p:cBhvr additive="base">
                                        <p:cTn id="137" dur="750" fill="hold"/>
                                        <p:tgtEl>
                                          <p:spTgt spid="129"/>
                                        </p:tgtEl>
                                        <p:attrNameLst>
                                          <p:attrName>ppt_y</p:attrName>
                                        </p:attrNameLst>
                                      </p:cBhvr>
                                      <p:tavLst>
                                        <p:tav tm="0">
                                          <p:val>
                                            <p:strVal val="0-#ppt_h/2"/>
                                          </p:val>
                                        </p:tav>
                                        <p:tav tm="100000">
                                          <p:val>
                                            <p:strVal val="#ppt_y"/>
                                          </p:val>
                                        </p:tav>
                                      </p:tavLst>
                                    </p:anim>
                                  </p:childTnLst>
                                </p:cTn>
                              </p:par>
                              <p:par>
                                <p:cTn id="138" presetID="2" presetClass="entr" presetSubtype="1" decel="100000" fill="hold" grpId="0" nodeType="withEffect">
                                  <p:stCondLst>
                                    <p:cond delay="1600"/>
                                  </p:stCondLst>
                                  <p:childTnLst>
                                    <p:set>
                                      <p:cBhvr>
                                        <p:cTn id="139" dur="1" fill="hold">
                                          <p:stCondLst>
                                            <p:cond delay="0"/>
                                          </p:stCondLst>
                                        </p:cTn>
                                        <p:tgtEl>
                                          <p:spTgt spid="13"/>
                                        </p:tgtEl>
                                        <p:attrNameLst>
                                          <p:attrName>style.visibility</p:attrName>
                                        </p:attrNameLst>
                                      </p:cBhvr>
                                      <p:to>
                                        <p:strVal val="visible"/>
                                      </p:to>
                                    </p:set>
                                    <p:anim calcmode="lin" valueType="num">
                                      <p:cBhvr additive="base">
                                        <p:cTn id="140" dur="750" fill="hold"/>
                                        <p:tgtEl>
                                          <p:spTgt spid="13"/>
                                        </p:tgtEl>
                                        <p:attrNameLst>
                                          <p:attrName>ppt_x</p:attrName>
                                        </p:attrNameLst>
                                      </p:cBhvr>
                                      <p:tavLst>
                                        <p:tav tm="0">
                                          <p:val>
                                            <p:strVal val="#ppt_x"/>
                                          </p:val>
                                        </p:tav>
                                        <p:tav tm="100000">
                                          <p:val>
                                            <p:strVal val="#ppt_x"/>
                                          </p:val>
                                        </p:tav>
                                      </p:tavLst>
                                    </p:anim>
                                    <p:anim calcmode="lin" valueType="num">
                                      <p:cBhvr additive="base">
                                        <p:cTn id="141" dur="75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tmplLst>
          <p:tmpl>
            <p:tnLst>
              <p:par>
                <p:cTn presetID="10" presetClass="entr" presetSubtype="0" fill="hold" nodeType="withEffect">
                  <p:stCondLst>
                    <p:cond delay="12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3" grpId="1">
        <p:tmplLst>
          <p:tmpl>
            <p:tnLst>
              <p:par>
                <p:cTn presetID="42" presetClass="path" presetSubtype="0" decel="100000" fill="hold" nodeType="withEffect">
                  <p:stCondLst>
                    <p:cond delay="1200"/>
                  </p:stCondLst>
                  <p:childTnLst>
                    <p:animMotion origin="layout" path="M 2.5E-6 -0.03472 L 2.5E-6 -2.59259E-6 " pathEditMode="relative" rAng="0" ptsTypes="AA">
                      <p:cBhvr>
                        <p:cTn dur="1000" fill="hold"/>
                        <p:tgtEl>
                          <p:spTgt spid="3"/>
                        </p:tgtEl>
                        <p:attrNameLst>
                          <p:attrName>ppt_x</p:attrName>
                          <p:attrName>ppt_y</p:attrName>
                        </p:attrNameLst>
                      </p:cBhvr>
                      <p:rCtr x="0" y="1736"/>
                    </p:animMotion>
                  </p:childTnLst>
                </p:cTn>
              </p:par>
            </p:tnLst>
          </p:tmpl>
        </p:tmplLst>
      </p:bldP>
      <p:bldP spid="22" grpId="0" animBg="1"/>
      <p:bldP spid="22" grpId="1" animBg="1"/>
      <p:bldP spid="23" grpId="0" animBg="1"/>
      <p:bldP spid="23" grpId="1" animBg="1"/>
      <p:bldP spid="24" grpId="0" animBg="1"/>
      <p:bldP spid="24" grpId="1" animBg="1"/>
      <p:bldP spid="25" grpId="0" animBg="1"/>
      <p:bldP spid="25" grpId="1" animBg="1"/>
      <p:bldP spid="28" grpId="0" animBg="1"/>
      <p:bldP spid="28" grpId="1" animBg="1"/>
      <p:bldP spid="30" grpId="0" animBg="1"/>
      <p:bldP spid="30" grpId="1" animBg="1"/>
      <p:bldP spid="37" grpId="0" animBg="1"/>
      <p:bldP spid="37" grpId="1" animBg="1"/>
      <p:bldP spid="38" grpId="0" animBg="1"/>
      <p:bldP spid="38" grpId="1" animBg="1"/>
      <p:bldP spid="66" grpId="0" animBg="1"/>
      <p:bldP spid="66" grpId="1" animBg="1"/>
      <p:bldP spid="121" grpId="0" animBg="1"/>
      <p:bldP spid="35" grpId="0" animBg="1"/>
      <p:bldP spid="35" grpId="1" animBg="1"/>
      <p:bldP spid="36" grpId="0" animBg="1"/>
      <p:bldP spid="36" grpId="1" animBg="1"/>
      <p:bldP spid="40" grpId="0" animBg="1"/>
      <p:bldP spid="40" grpId="1" animBg="1"/>
      <p:bldP spid="41" grpId="0" animBg="1"/>
      <p:bldP spid="41" grpId="1" animBg="1"/>
      <p:bldP spid="13" grpId="0" animBg="1"/>
      <p:bldP spid="33" grpId="0" animBg="1"/>
      <p:bldP spid="129" grpId="0" animBg="1"/>
      <p:bldP spid="94" grpId="0" animBg="1"/>
      <p:bldP spid="94" grpId="1" animBg="1"/>
      <p:bldP spid="95" grpId="0" animBg="1"/>
      <p:bldP spid="95" grpId="1" animBg="1"/>
      <p:bldP spid="96" grpId="0" animBg="1"/>
      <p:bldP spid="96" grpId="1" animBg="1"/>
      <p:bldP spid="97" grpId="0" animBg="1"/>
      <p:bldP spid="97" grpId="1" animBg="1"/>
      <p:bldP spid="98" grpId="0" animBg="1"/>
      <p:bldP spid="98" grpId="1" animBg="1"/>
      <p:bldP spid="99" grpId="0" animBg="1"/>
      <p:bldP spid="99" grpId="1" animBg="1"/>
      <p:bldP spid="100" grpId="0" animBg="1"/>
      <p:bldP spid="100" grpId="1" animBg="1"/>
      <p:bldP spid="101" grpId="0" animBg="1"/>
      <p:bldP spid="101" grpId="1" animBg="1"/>
      <p:bldP spid="102" grpId="0" animBg="1"/>
      <p:bldP spid="102" grpId="1" animBg="1"/>
      <p:bldP spid="104" grpId="0" animBg="1"/>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973A600-7862-1261-A2A1-034E7EDC5F66}"/>
              </a:ext>
            </a:extLst>
          </p:cNvPr>
          <p:cNvSpPr>
            <a:spLocks noGrp="1"/>
          </p:cNvSpPr>
          <p:nvPr>
            <p:ph type="ftr" sz="quarter" idx="10"/>
          </p:nvPr>
        </p:nvSpPr>
        <p:spPr/>
        <p:txBody>
          <a:bodyPr/>
          <a:lstStyle/>
          <a:p>
            <a:pPr>
              <a:buClr>
                <a:schemeClr val="tx2"/>
              </a:buClr>
              <a:buSzPct val="120000"/>
              <a:buFont typeface="Verdana" panose="020F0502020204030204" pitchFamily="34" charset="0"/>
              <a:buNone/>
            </a:pPr>
            <a:endParaRPr lang="en-GB"/>
          </a:p>
        </p:txBody>
      </p:sp>
      <p:sp>
        <p:nvSpPr>
          <p:cNvPr id="4" name="Date Placeholder 3">
            <a:extLst>
              <a:ext uri="{FF2B5EF4-FFF2-40B4-BE49-F238E27FC236}">
                <a16:creationId xmlns:a16="http://schemas.microsoft.com/office/drawing/2014/main" id="{5A04DE4F-C3BC-007D-EF1F-8A400A10CB2E}"/>
              </a:ext>
            </a:extLst>
          </p:cNvPr>
          <p:cNvSpPr>
            <a:spLocks noGrp="1"/>
          </p:cNvSpPr>
          <p:nvPr>
            <p:ph type="dt" sz="half" idx="11"/>
          </p:nvPr>
        </p:nvSpPr>
        <p:spPr/>
        <p:txBody>
          <a:bodyPr/>
          <a:lstStyle/>
          <a:p>
            <a:pPr algn="r">
              <a:buClr>
                <a:schemeClr val="tx2"/>
              </a:buClr>
              <a:buSzPct val="120000"/>
              <a:buFont typeface="Verdana" panose="020F0502020204030204" pitchFamily="34" charset="0"/>
              <a:buNone/>
            </a:pPr>
            <a:fld id="{7E41EA80-3ECC-4E9E-BDED-596FA76E9088}" type="datetimeFigureOut">
              <a:rPr lang="en-GB" smtClean="0"/>
              <a:pPr algn="r">
                <a:buClr>
                  <a:schemeClr val="tx2"/>
                </a:buClr>
                <a:buSzPct val="120000"/>
                <a:buFont typeface="Verdana" panose="020F0502020204030204" pitchFamily="34" charset="0"/>
                <a:buNone/>
              </a:pPr>
              <a:t>29/07/2026</a:t>
            </a:fld>
            <a:endParaRPr lang="en-GB"/>
          </a:p>
        </p:txBody>
      </p:sp>
      <p:sp>
        <p:nvSpPr>
          <p:cNvPr id="5" name="Slide Number Placeholder 4">
            <a:extLst>
              <a:ext uri="{FF2B5EF4-FFF2-40B4-BE49-F238E27FC236}">
                <a16:creationId xmlns:a16="http://schemas.microsoft.com/office/drawing/2014/main" id="{69C97045-F2C9-FC48-9295-31C1919A8005}"/>
              </a:ext>
            </a:extLst>
          </p:cNvPr>
          <p:cNvSpPr>
            <a:spLocks noGrp="1"/>
          </p:cNvSpPr>
          <p:nvPr>
            <p:ph type="sldNum" sz="quarter" idx="12"/>
          </p:nvPr>
        </p:nvSpPr>
        <p:spPr/>
        <p:txBody>
          <a:body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17" name="Text Placeholder 16">
            <a:extLst>
              <a:ext uri="{FF2B5EF4-FFF2-40B4-BE49-F238E27FC236}">
                <a16:creationId xmlns:a16="http://schemas.microsoft.com/office/drawing/2014/main" id="{7B852D24-2048-6F09-D9F0-C75E04A2F833}"/>
              </a:ext>
            </a:extLst>
          </p:cNvPr>
          <p:cNvSpPr>
            <a:spLocks noGrp="1"/>
          </p:cNvSpPr>
          <p:nvPr>
            <p:ph type="body" sz="quarter" idx="32" hasCustomPrompt="1"/>
          </p:nvPr>
        </p:nvSpPr>
        <p:spPr>
          <a:xfrm>
            <a:off x="546100" y="2733964"/>
            <a:ext cx="4798014" cy="1390072"/>
          </a:xfrm>
        </p:spPr>
        <p:txBody>
          <a:bodyPr anchor="ctr">
            <a:noAutofit/>
          </a:bodyPr>
          <a:lstStyle>
            <a:lvl1pPr marL="0" indent="0" algn="ctr">
              <a:buFontTx/>
              <a:buNone/>
              <a:defRPr sz="4400" b="1" i="0" baseline="0">
                <a:solidFill>
                  <a:schemeClr val="tx2"/>
                </a:solidFill>
                <a:latin typeface="+mj-lt"/>
              </a:defRPr>
            </a:lvl1pPr>
            <a:lvl2pPr marL="457200" indent="0" algn="ctr">
              <a:buFontTx/>
              <a:buNone/>
              <a:defRPr sz="4400">
                <a:solidFill>
                  <a:schemeClr val="tx2"/>
                </a:solidFill>
                <a:latin typeface="+mj-lt"/>
              </a:defRPr>
            </a:lvl2pPr>
            <a:lvl3pPr marL="914400" indent="0" algn="ctr">
              <a:buFontTx/>
              <a:buNone/>
              <a:defRPr sz="4400">
                <a:solidFill>
                  <a:schemeClr val="tx2"/>
                </a:solidFill>
                <a:latin typeface="+mj-lt"/>
              </a:defRPr>
            </a:lvl3pPr>
            <a:lvl4pPr marL="1371600" indent="0" algn="ctr">
              <a:buFontTx/>
              <a:buNone/>
              <a:defRPr sz="4400">
                <a:solidFill>
                  <a:schemeClr val="tx2"/>
                </a:solidFill>
                <a:latin typeface="+mj-lt"/>
              </a:defRPr>
            </a:lvl4pPr>
            <a:lvl5pPr marL="1828800" indent="0" algn="ctr">
              <a:buFontTx/>
              <a:buNone/>
              <a:defRPr sz="4400">
                <a:solidFill>
                  <a:schemeClr val="tx2"/>
                </a:solidFill>
                <a:latin typeface="+mj-lt"/>
              </a:defRPr>
            </a:lvl5pPr>
          </a:lstStyle>
          <a:p>
            <a:pPr lvl="0"/>
            <a:r>
              <a:rPr lang="en-US"/>
              <a:t>Click to Add Agenda Title</a:t>
            </a:r>
          </a:p>
        </p:txBody>
      </p:sp>
      <p:sp>
        <p:nvSpPr>
          <p:cNvPr id="13" name="Freeform: Shape 12">
            <a:extLst>
              <a:ext uri="{FF2B5EF4-FFF2-40B4-BE49-F238E27FC236}">
                <a16:creationId xmlns:a16="http://schemas.microsoft.com/office/drawing/2014/main" id="{9D865F23-5DAD-7144-3906-23B0256A1873}"/>
              </a:ext>
              <a:ext uri="{C183D7F6-B498-43B3-948B-1728B52AA6E4}">
                <adec:decorative xmlns:adec="http://schemas.microsoft.com/office/drawing/2017/decorative" val="1"/>
              </a:ext>
            </a:extLst>
          </p:cNvPr>
          <p:cNvSpPr>
            <a:spLocks noChangeAspect="1"/>
          </p:cNvSpPr>
          <p:nvPr userDrawn="1"/>
        </p:nvSpPr>
        <p:spPr>
          <a:xfrm>
            <a:off x="4543898" y="4599753"/>
            <a:ext cx="668911" cy="1690987"/>
          </a:xfrm>
          <a:custGeom>
            <a:avLst/>
            <a:gdLst>
              <a:gd name="connsiteX0" fmla="*/ 0 w 1152358"/>
              <a:gd name="connsiteY0" fmla="*/ 0 h 2913134"/>
              <a:gd name="connsiteX1" fmla="*/ 1152358 w 1152358"/>
              <a:gd name="connsiteY1" fmla="*/ 571804 h 2913134"/>
              <a:gd name="connsiteX2" fmla="*/ 1152358 w 1152358"/>
              <a:gd name="connsiteY2" fmla="*/ 1450229 h 2913134"/>
              <a:gd name="connsiteX3" fmla="*/ 1152358 w 1152358"/>
              <a:gd name="connsiteY3" fmla="*/ 2913134 h 2913134"/>
              <a:gd name="connsiteX4" fmla="*/ 0 w 1152358"/>
              <a:gd name="connsiteY4" fmla="*/ 2341330 h 2913134"/>
              <a:gd name="connsiteX5" fmla="*/ 0 w 1152358"/>
              <a:gd name="connsiteY5" fmla="*/ 878425 h 291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2358" h="2913134">
                <a:moveTo>
                  <a:pt x="0" y="0"/>
                </a:moveTo>
                <a:lnTo>
                  <a:pt x="1152358" y="571804"/>
                </a:lnTo>
                <a:lnTo>
                  <a:pt x="1152358" y="1450229"/>
                </a:lnTo>
                <a:lnTo>
                  <a:pt x="1152358" y="2913134"/>
                </a:lnTo>
                <a:lnTo>
                  <a:pt x="0" y="2341330"/>
                </a:lnTo>
                <a:lnTo>
                  <a:pt x="0" y="878425"/>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100000"/>
              </a:lnSpc>
              <a:spcBef>
                <a:spcPts val="2918"/>
              </a:spcBef>
              <a:spcAft>
                <a:spcPts val="0"/>
              </a:spcAft>
              <a:buClr>
                <a:srgbClr val="F2F2F2"/>
              </a:buClr>
              <a:buFontTx/>
              <a:buNone/>
              <a:tabLst/>
            </a:pPr>
            <a:endParaRPr kumimoji="0" lang="en-US" sz="100" b="0" i="0" u="none" strike="noStrike" cap="none" spc="0" normalizeH="0" baseline="0" noProof="0">
              <a:ln>
                <a:noFill/>
              </a:ln>
              <a:solidFill>
                <a:srgbClr val="FFFFFF">
                  <a:alpha val="0"/>
                </a:srgbClr>
              </a:solidFill>
              <a:effectLst/>
              <a:uLnTx/>
              <a:uFillTx/>
              <a:latin typeface="Verdana"/>
            </a:endParaRPr>
          </a:p>
        </p:txBody>
      </p:sp>
      <p:sp>
        <p:nvSpPr>
          <p:cNvPr id="14" name="Text Placeholder 4">
            <a:extLst>
              <a:ext uri="{FF2B5EF4-FFF2-40B4-BE49-F238E27FC236}">
                <a16:creationId xmlns:a16="http://schemas.microsoft.com/office/drawing/2014/main" id="{4C9C2217-4CFC-25EC-DA63-8712F58F97E9}"/>
              </a:ext>
              <a:ext uri="{C183D7F6-B498-43B3-948B-1728B52AA6E4}">
                <adec:decorative xmlns:adec="http://schemas.microsoft.com/office/drawing/2017/decorative" val="1"/>
              </a:ext>
            </a:extLst>
          </p:cNvPr>
          <p:cNvSpPr txBox="1">
            <a:spLocks/>
          </p:cNvSpPr>
          <p:nvPr userDrawn="1"/>
        </p:nvSpPr>
        <p:spPr>
          <a:xfrm>
            <a:off x="4956527" y="3491486"/>
            <a:ext cx="684155" cy="2157777"/>
          </a:xfrm>
          <a:custGeom>
            <a:avLst/>
            <a:gdLst>
              <a:gd name="connsiteX0" fmla="*/ 0 w 794338"/>
              <a:gd name="connsiteY0" fmla="*/ 0 h 2505291"/>
              <a:gd name="connsiteX1" fmla="*/ 794338 w 794338"/>
              <a:gd name="connsiteY1" fmla="*/ 394153 h 2505291"/>
              <a:gd name="connsiteX2" fmla="*/ 794338 w 794338"/>
              <a:gd name="connsiteY2" fmla="*/ 2505291 h 2505291"/>
              <a:gd name="connsiteX3" fmla="*/ 0 w 794338"/>
              <a:gd name="connsiteY3" fmla="*/ 2111138 h 2505291"/>
            </a:gdLst>
            <a:ahLst/>
            <a:cxnLst>
              <a:cxn ang="0">
                <a:pos x="connsiteX0" y="connsiteY0"/>
              </a:cxn>
              <a:cxn ang="0">
                <a:pos x="connsiteX1" y="connsiteY1"/>
              </a:cxn>
              <a:cxn ang="0">
                <a:pos x="connsiteX2" y="connsiteY2"/>
              </a:cxn>
              <a:cxn ang="0">
                <a:pos x="connsiteX3" y="connsiteY3"/>
              </a:cxn>
            </a:cxnLst>
            <a:rect l="l" t="t" r="r" b="b"/>
            <a:pathLst>
              <a:path w="794338" h="2505291">
                <a:moveTo>
                  <a:pt x="0" y="0"/>
                </a:moveTo>
                <a:lnTo>
                  <a:pt x="794338" y="394153"/>
                </a:lnTo>
                <a:lnTo>
                  <a:pt x="794338" y="2505291"/>
                </a:lnTo>
                <a:lnTo>
                  <a:pt x="0" y="2111138"/>
                </a:lnTo>
                <a:close/>
              </a:path>
            </a:pathLst>
          </a:custGeom>
          <a:gradFill>
            <a:gsLst>
              <a:gs pos="100000">
                <a:srgbClr val="2F2A95">
                  <a:lumMod val="96000"/>
                  <a:alpha val="90000"/>
                </a:srgbClr>
              </a:gs>
              <a:gs pos="0">
                <a:srgbClr val="92C0E9"/>
              </a:gs>
            </a:gsLst>
            <a:lin ang="6900000" scaled="0"/>
          </a:gradFill>
          <a:ln w="19050" cap="flat">
            <a:gradFill flip="none" rotWithShape="1">
              <a:gsLst>
                <a:gs pos="0">
                  <a:srgbClr val="92C0E9"/>
                </a:gs>
                <a:gs pos="100000">
                  <a:srgbClr val="2F2A95"/>
                </a:gs>
              </a:gsLst>
              <a:lin ang="5400000" scaled="1"/>
              <a:tileRect/>
            </a:gradFill>
            <a:prstDash val="solid"/>
            <a:miter/>
          </a:ln>
          <a:effectLst>
            <a:outerShdw blurRad="190500" algn="ctr" rotWithShape="0">
              <a:prstClr val="black">
                <a:alpha val="25000"/>
              </a:prstClr>
            </a:outerShdw>
          </a:effectLst>
        </p:spPr>
        <p:txBody>
          <a:bodyPr rtlCol="0" anchor="ctr"/>
          <a:lstStyle>
            <a:defPPr>
              <a:defRPr lang="en-US"/>
            </a:defPPr>
            <a:lvl1pPr marR="0" lvl="0" indent="0" defTabSz="2665918" fontAlgn="auto">
              <a:lnSpc>
                <a:spcPct val="100000"/>
              </a:lnSpc>
              <a:spcBef>
                <a:spcPts val="2918"/>
              </a:spcBef>
              <a:spcAft>
                <a:spcPts val="0"/>
              </a:spcAft>
              <a:buClr>
                <a:srgbClr val="F2F2F2"/>
              </a:buClr>
              <a:buSzTx/>
              <a:buFontTx/>
              <a:tabLst/>
              <a:defRPr kumimoji="0" sz="100" b="0" i="0" u="none" strike="noStrike" kern="0" cap="none" spc="0" normalizeH="0" baseline="0">
                <a:ln>
                  <a:noFill/>
                </a:ln>
                <a:solidFill>
                  <a:srgbClr val="FFFFFF"/>
                </a:solidFill>
                <a:effectLst/>
                <a:uLnTx/>
                <a:uFillTx/>
                <a:latin typeface="Verdana" panose="020B0604030504040204" pitchFamily="34" charset="0"/>
              </a:defRPr>
            </a:lvl1pPr>
            <a:lvl2pPr marL="685800" indent="-228600" algn="l" defTabSz="914400" rtl="0" eaLnBrk="1" latinLnBrk="0" hangingPunct="1">
              <a:lnSpc>
                <a:spcPct val="100000"/>
              </a:lnSpc>
              <a:spcBef>
                <a:spcPts val="0"/>
              </a:spcBef>
              <a:buFont typeface="Verdana" panose="020B0604020202020204" pitchFamily="34" charset="0"/>
              <a:buChar char="•"/>
              <a:defRPr sz="1800" kern="1200">
                <a:solidFill>
                  <a:schemeClr val="tx1"/>
                </a:solidFill>
                <a:latin typeface="Verdana" panose="020B0604030504040204" pitchFamily="34" charset="0"/>
                <a:ea typeface="+mn-ea"/>
                <a:cs typeface="+mn-cs"/>
              </a:defRPr>
            </a:lvl2pPr>
            <a:lvl3pPr marL="1143000" indent="-228600" algn="l" defTabSz="914400" rtl="0" eaLnBrk="1" latinLnBrk="0" hangingPunct="1">
              <a:lnSpc>
                <a:spcPct val="100000"/>
              </a:lnSpc>
              <a:spcBef>
                <a:spcPts val="0"/>
              </a:spcBef>
              <a:buFont typeface="Verdana" panose="020B0604020202020204" pitchFamily="34" charset="0"/>
              <a:buChar char="•"/>
              <a:defRPr sz="1600" kern="1200">
                <a:solidFill>
                  <a:schemeClr val="tx1"/>
                </a:solidFill>
                <a:latin typeface="Verdana" panose="020B0604030504040204" pitchFamily="34" charset="0"/>
                <a:ea typeface="+mn-ea"/>
                <a:cs typeface="+mn-cs"/>
              </a:defRPr>
            </a:lvl3pPr>
            <a:lvl4pPr marL="1600200" indent="-228600" algn="l" defTabSz="914400" rtl="0" eaLnBrk="1" latinLnBrk="0" hangingPunct="1">
              <a:lnSpc>
                <a:spcPct val="100000"/>
              </a:lnSpc>
              <a:spcBef>
                <a:spcPts val="0"/>
              </a:spcBef>
              <a:buFont typeface="Verdana" panose="020B0604020202020204" pitchFamily="34" charset="0"/>
              <a:buChar char="•"/>
              <a:defRPr sz="1400" kern="1200">
                <a:solidFill>
                  <a:schemeClr val="tx1"/>
                </a:solidFill>
                <a:latin typeface="Verdana" panose="020B0604030504040204" pitchFamily="34" charset="0"/>
                <a:ea typeface="+mn-ea"/>
                <a:cs typeface="+mn-cs"/>
              </a:defRPr>
            </a:lvl4pPr>
            <a:lvl5pPr marL="2057400" indent="-228600" algn="l" defTabSz="914400" rtl="0" eaLnBrk="1" latinLnBrk="0" hangingPunct="1">
              <a:lnSpc>
                <a:spcPct val="100000"/>
              </a:lnSpc>
              <a:spcBef>
                <a:spcPts val="0"/>
              </a:spcBef>
              <a:buFont typeface="Verdana" panose="020B0604020202020204" pitchFamily="34" charset="0"/>
              <a:buChar char="•"/>
              <a:defRPr sz="140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100000"/>
              </a:lnSpc>
              <a:spcBef>
                <a:spcPts val="0"/>
              </a:spcBef>
              <a:buFont typeface="Verdana" panose="020B0604020202020204" pitchFamily="34" charset="0"/>
              <a:buChar char="•"/>
              <a:defRPr sz="1400" kern="1200">
                <a:solidFill>
                  <a:schemeClr val="tx1"/>
                </a:solidFill>
                <a:latin typeface="Verdana" panose="020B0604030504040204" pitchFamily="34" charset="0"/>
                <a:ea typeface="+mn-ea"/>
                <a:cs typeface="+mn-cs"/>
              </a:defRPr>
            </a:lvl6pPr>
            <a:lvl7pPr marL="2971800" indent="-228600" algn="l" defTabSz="914400" rtl="0" eaLnBrk="1" latinLnBrk="0" hangingPunct="1">
              <a:lnSpc>
                <a:spcPct val="100000"/>
              </a:lnSpc>
              <a:spcBef>
                <a:spcPts val="0"/>
              </a:spcBef>
              <a:buFont typeface="Verdana" panose="020B0604020202020204" pitchFamily="34" charset="0"/>
              <a:buChar char="•"/>
              <a:defRPr sz="1400" kern="1200">
                <a:solidFill>
                  <a:schemeClr val="tx1"/>
                </a:solidFill>
                <a:latin typeface="Verdana" panose="020B0604030504040204" pitchFamily="34" charset="0"/>
                <a:ea typeface="+mn-ea"/>
                <a:cs typeface="+mn-cs"/>
              </a:defRPr>
            </a:lvl7pPr>
            <a:lvl8pPr marL="3429000" indent="-228600" algn="l" defTabSz="914400" rtl="0" eaLnBrk="1" latinLnBrk="0" hangingPunct="1">
              <a:lnSpc>
                <a:spcPct val="100000"/>
              </a:lnSpc>
              <a:spcBef>
                <a:spcPts val="0"/>
              </a:spcBef>
              <a:buFont typeface="Verdana" panose="020B0604020202020204" pitchFamily="34" charset="0"/>
              <a:buChar char="•"/>
              <a:defRPr sz="1200" kern="1200">
                <a:solidFill>
                  <a:schemeClr val="tx1"/>
                </a:solidFill>
                <a:latin typeface="Verdana" panose="020B0604030504040204" pitchFamily="34" charset="0"/>
                <a:ea typeface="+mn-ea"/>
                <a:cs typeface="+mn-cs"/>
              </a:defRPr>
            </a:lvl8pPr>
            <a:lvl9pPr marL="3886200" indent="-228600" algn="l" defTabSz="914400" rtl="0" eaLnBrk="1" latinLnBrk="0" hangingPunct="1">
              <a:lnSpc>
                <a:spcPct val="100000"/>
              </a:lnSpc>
              <a:spcBef>
                <a:spcPts val="0"/>
              </a:spcBef>
              <a:buFont typeface="Verdana" panose="020B0604020202020204" pitchFamily="34" charset="0"/>
              <a:buChar char="•"/>
              <a:defRPr sz="1000" kern="1200">
                <a:solidFill>
                  <a:schemeClr val="tx1"/>
                </a:solidFill>
                <a:latin typeface="Verdana" panose="020B0604030504040204" pitchFamily="34" charset="0"/>
                <a:ea typeface="+mn-ea"/>
                <a:cs typeface="+mn-cs"/>
              </a:defRPr>
            </a:lvl9pPr>
          </a:lstStyle>
          <a:p>
            <a:endParaRPr lang="en-GB"/>
          </a:p>
        </p:txBody>
      </p:sp>
      <p:sp>
        <p:nvSpPr>
          <p:cNvPr id="15" name="Freeform: Shape 14">
            <a:extLst>
              <a:ext uri="{FF2B5EF4-FFF2-40B4-BE49-F238E27FC236}">
                <a16:creationId xmlns:a16="http://schemas.microsoft.com/office/drawing/2014/main" id="{60EDA2C1-FFE7-6894-FD8F-C50BF0AC7BE3}"/>
              </a:ext>
              <a:ext uri="{C183D7F6-B498-43B3-948B-1728B52AA6E4}">
                <adec:decorative xmlns:adec="http://schemas.microsoft.com/office/drawing/2017/decorative" val="1"/>
              </a:ext>
            </a:extLst>
          </p:cNvPr>
          <p:cNvSpPr>
            <a:spLocks noChangeAspect="1"/>
          </p:cNvSpPr>
          <p:nvPr userDrawn="1"/>
        </p:nvSpPr>
        <p:spPr>
          <a:xfrm flipH="1" flipV="1">
            <a:off x="819684" y="567262"/>
            <a:ext cx="668910" cy="1690987"/>
          </a:xfrm>
          <a:custGeom>
            <a:avLst/>
            <a:gdLst>
              <a:gd name="connsiteX0" fmla="*/ 0 w 1152358"/>
              <a:gd name="connsiteY0" fmla="*/ 0 h 2913134"/>
              <a:gd name="connsiteX1" fmla="*/ 1152358 w 1152358"/>
              <a:gd name="connsiteY1" fmla="*/ 571804 h 2913134"/>
              <a:gd name="connsiteX2" fmla="*/ 1152358 w 1152358"/>
              <a:gd name="connsiteY2" fmla="*/ 1450229 h 2913134"/>
              <a:gd name="connsiteX3" fmla="*/ 1152358 w 1152358"/>
              <a:gd name="connsiteY3" fmla="*/ 2913134 h 2913134"/>
              <a:gd name="connsiteX4" fmla="*/ 0 w 1152358"/>
              <a:gd name="connsiteY4" fmla="*/ 2341330 h 2913134"/>
              <a:gd name="connsiteX5" fmla="*/ 0 w 1152358"/>
              <a:gd name="connsiteY5" fmla="*/ 878425 h 291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2358" h="2913134">
                <a:moveTo>
                  <a:pt x="0" y="0"/>
                </a:moveTo>
                <a:lnTo>
                  <a:pt x="1152358" y="571804"/>
                </a:lnTo>
                <a:lnTo>
                  <a:pt x="1152358" y="1450229"/>
                </a:lnTo>
                <a:lnTo>
                  <a:pt x="1152358" y="2913134"/>
                </a:lnTo>
                <a:lnTo>
                  <a:pt x="0" y="2341330"/>
                </a:lnTo>
                <a:lnTo>
                  <a:pt x="0" y="878425"/>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100000"/>
              </a:lnSpc>
              <a:spcBef>
                <a:spcPts val="2918"/>
              </a:spcBef>
              <a:spcAft>
                <a:spcPts val="0"/>
              </a:spcAft>
              <a:buClr>
                <a:srgbClr val="F2F2F2"/>
              </a:buClr>
              <a:buFontTx/>
              <a:buNone/>
              <a:tabLst/>
            </a:pPr>
            <a:endParaRPr kumimoji="0" lang="en-US" sz="100" b="0" i="0" u="none" strike="noStrike" cap="none" spc="0" normalizeH="0" baseline="0" noProof="0">
              <a:ln>
                <a:noFill/>
              </a:ln>
              <a:solidFill>
                <a:srgbClr val="FFFFFF">
                  <a:alpha val="0"/>
                </a:srgbClr>
              </a:solidFill>
              <a:effectLst/>
              <a:uLnTx/>
              <a:uFillTx/>
              <a:latin typeface="Verdana"/>
            </a:endParaRPr>
          </a:p>
        </p:txBody>
      </p:sp>
      <p:sp>
        <p:nvSpPr>
          <p:cNvPr id="16" name="Text Placeholder 4">
            <a:extLst>
              <a:ext uri="{FF2B5EF4-FFF2-40B4-BE49-F238E27FC236}">
                <a16:creationId xmlns:a16="http://schemas.microsoft.com/office/drawing/2014/main" id="{A103F671-8345-2357-3652-7FA124AF4E41}"/>
              </a:ext>
              <a:ext uri="{C183D7F6-B498-43B3-948B-1728B52AA6E4}">
                <adec:decorative xmlns:adec="http://schemas.microsoft.com/office/drawing/2017/decorative" val="1"/>
              </a:ext>
            </a:extLst>
          </p:cNvPr>
          <p:cNvSpPr txBox="1">
            <a:spLocks/>
          </p:cNvSpPr>
          <p:nvPr userDrawn="1"/>
        </p:nvSpPr>
        <p:spPr>
          <a:xfrm flipH="1" flipV="1">
            <a:off x="391819" y="1208739"/>
            <a:ext cx="684153" cy="2157777"/>
          </a:xfrm>
          <a:custGeom>
            <a:avLst/>
            <a:gdLst>
              <a:gd name="connsiteX0" fmla="*/ 0 w 794338"/>
              <a:gd name="connsiteY0" fmla="*/ 0 h 2505291"/>
              <a:gd name="connsiteX1" fmla="*/ 794338 w 794338"/>
              <a:gd name="connsiteY1" fmla="*/ 394153 h 2505291"/>
              <a:gd name="connsiteX2" fmla="*/ 794338 w 794338"/>
              <a:gd name="connsiteY2" fmla="*/ 2505291 h 2505291"/>
              <a:gd name="connsiteX3" fmla="*/ 0 w 794338"/>
              <a:gd name="connsiteY3" fmla="*/ 2111138 h 2505291"/>
            </a:gdLst>
            <a:ahLst/>
            <a:cxnLst>
              <a:cxn ang="0">
                <a:pos x="connsiteX0" y="connsiteY0"/>
              </a:cxn>
              <a:cxn ang="0">
                <a:pos x="connsiteX1" y="connsiteY1"/>
              </a:cxn>
              <a:cxn ang="0">
                <a:pos x="connsiteX2" y="connsiteY2"/>
              </a:cxn>
              <a:cxn ang="0">
                <a:pos x="connsiteX3" y="connsiteY3"/>
              </a:cxn>
            </a:cxnLst>
            <a:rect l="l" t="t" r="r" b="b"/>
            <a:pathLst>
              <a:path w="794338" h="2505291">
                <a:moveTo>
                  <a:pt x="0" y="0"/>
                </a:moveTo>
                <a:lnTo>
                  <a:pt x="794338" y="394153"/>
                </a:lnTo>
                <a:lnTo>
                  <a:pt x="794338" y="2505291"/>
                </a:lnTo>
                <a:lnTo>
                  <a:pt x="0" y="2111138"/>
                </a:lnTo>
                <a:close/>
              </a:path>
            </a:pathLst>
          </a:custGeom>
          <a:gradFill>
            <a:gsLst>
              <a:gs pos="100000">
                <a:srgbClr val="2F2A95">
                  <a:lumMod val="96000"/>
                  <a:alpha val="90000"/>
                </a:srgbClr>
              </a:gs>
              <a:gs pos="0">
                <a:srgbClr val="92C0E9"/>
              </a:gs>
            </a:gsLst>
            <a:lin ang="6900000" scaled="0"/>
          </a:gradFill>
          <a:ln w="19050" cap="flat">
            <a:gradFill flip="none" rotWithShape="1">
              <a:gsLst>
                <a:gs pos="0">
                  <a:srgbClr val="92C0E9"/>
                </a:gs>
                <a:gs pos="100000">
                  <a:srgbClr val="2F2A95"/>
                </a:gs>
              </a:gsLst>
              <a:lin ang="5400000" scaled="1"/>
              <a:tileRect/>
            </a:gradFill>
            <a:prstDash val="solid"/>
            <a:miter/>
          </a:ln>
          <a:effectLst>
            <a:outerShdw blurRad="190500" algn="ctr" rotWithShape="0">
              <a:prstClr val="black">
                <a:alpha val="25000"/>
              </a:prstClr>
            </a:outerShdw>
          </a:effectLst>
        </p:spPr>
        <p:txBody>
          <a:bodyPr rtlCol="0" anchor="ctr"/>
          <a:lstStyle>
            <a:defPPr>
              <a:defRPr lang="en-US"/>
            </a:defPPr>
            <a:lvl1pPr marR="0" lvl="0" indent="0" defTabSz="2665918" fontAlgn="auto">
              <a:lnSpc>
                <a:spcPct val="100000"/>
              </a:lnSpc>
              <a:spcBef>
                <a:spcPts val="2918"/>
              </a:spcBef>
              <a:spcAft>
                <a:spcPts val="0"/>
              </a:spcAft>
              <a:buClr>
                <a:srgbClr val="F2F2F2"/>
              </a:buClr>
              <a:buSzTx/>
              <a:buFontTx/>
              <a:tabLst/>
              <a:defRPr kumimoji="0" sz="100" b="0" i="0" u="none" strike="noStrike" kern="0" cap="none" spc="0" normalizeH="0" baseline="0">
                <a:ln>
                  <a:noFill/>
                </a:ln>
                <a:solidFill>
                  <a:srgbClr val="FFFFFF"/>
                </a:solidFill>
                <a:effectLst/>
                <a:uLnTx/>
                <a:uFillTx/>
                <a:latin typeface="Verdana" panose="020B0604030504040204" pitchFamily="34" charset="0"/>
              </a:defRPr>
            </a:lvl1pPr>
            <a:lvl2pPr marL="685800" indent="-228600" algn="l" defTabSz="914400" rtl="0" eaLnBrk="1" latinLnBrk="0" hangingPunct="1">
              <a:lnSpc>
                <a:spcPct val="100000"/>
              </a:lnSpc>
              <a:spcBef>
                <a:spcPts val="0"/>
              </a:spcBef>
              <a:buFont typeface="Verdana" panose="020B0604020202020204" pitchFamily="34" charset="0"/>
              <a:buChar char="•"/>
              <a:defRPr sz="1800" kern="1200">
                <a:solidFill>
                  <a:schemeClr val="tx1"/>
                </a:solidFill>
                <a:latin typeface="Verdana" panose="020B0604030504040204" pitchFamily="34" charset="0"/>
                <a:ea typeface="+mn-ea"/>
                <a:cs typeface="+mn-cs"/>
              </a:defRPr>
            </a:lvl2pPr>
            <a:lvl3pPr marL="1143000" indent="-228600" algn="l" defTabSz="914400" rtl="0" eaLnBrk="1" latinLnBrk="0" hangingPunct="1">
              <a:lnSpc>
                <a:spcPct val="100000"/>
              </a:lnSpc>
              <a:spcBef>
                <a:spcPts val="0"/>
              </a:spcBef>
              <a:buFont typeface="Verdana" panose="020B0604020202020204" pitchFamily="34" charset="0"/>
              <a:buChar char="•"/>
              <a:defRPr sz="1600" kern="1200">
                <a:solidFill>
                  <a:schemeClr val="tx1"/>
                </a:solidFill>
                <a:latin typeface="Verdana" panose="020B0604030504040204" pitchFamily="34" charset="0"/>
                <a:ea typeface="+mn-ea"/>
                <a:cs typeface="+mn-cs"/>
              </a:defRPr>
            </a:lvl3pPr>
            <a:lvl4pPr marL="1600200" indent="-228600" algn="l" defTabSz="914400" rtl="0" eaLnBrk="1" latinLnBrk="0" hangingPunct="1">
              <a:lnSpc>
                <a:spcPct val="100000"/>
              </a:lnSpc>
              <a:spcBef>
                <a:spcPts val="0"/>
              </a:spcBef>
              <a:buFont typeface="Verdana" panose="020B0604020202020204" pitchFamily="34" charset="0"/>
              <a:buChar char="•"/>
              <a:defRPr sz="1400" kern="1200">
                <a:solidFill>
                  <a:schemeClr val="tx1"/>
                </a:solidFill>
                <a:latin typeface="Verdana" panose="020B0604030504040204" pitchFamily="34" charset="0"/>
                <a:ea typeface="+mn-ea"/>
                <a:cs typeface="+mn-cs"/>
              </a:defRPr>
            </a:lvl4pPr>
            <a:lvl5pPr marL="2057400" indent="-228600" algn="l" defTabSz="914400" rtl="0" eaLnBrk="1" latinLnBrk="0" hangingPunct="1">
              <a:lnSpc>
                <a:spcPct val="100000"/>
              </a:lnSpc>
              <a:spcBef>
                <a:spcPts val="0"/>
              </a:spcBef>
              <a:buFont typeface="Verdana" panose="020B0604020202020204" pitchFamily="34" charset="0"/>
              <a:buChar char="•"/>
              <a:defRPr sz="140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100000"/>
              </a:lnSpc>
              <a:spcBef>
                <a:spcPts val="0"/>
              </a:spcBef>
              <a:buFont typeface="Verdana" panose="020B0604020202020204" pitchFamily="34" charset="0"/>
              <a:buChar char="•"/>
              <a:defRPr sz="1400" kern="1200">
                <a:solidFill>
                  <a:schemeClr val="tx1"/>
                </a:solidFill>
                <a:latin typeface="Verdana" panose="020B0604030504040204" pitchFamily="34" charset="0"/>
                <a:ea typeface="+mn-ea"/>
                <a:cs typeface="+mn-cs"/>
              </a:defRPr>
            </a:lvl6pPr>
            <a:lvl7pPr marL="2971800" indent="-228600" algn="l" defTabSz="914400" rtl="0" eaLnBrk="1" latinLnBrk="0" hangingPunct="1">
              <a:lnSpc>
                <a:spcPct val="100000"/>
              </a:lnSpc>
              <a:spcBef>
                <a:spcPts val="0"/>
              </a:spcBef>
              <a:buFont typeface="Verdana" panose="020B0604020202020204" pitchFamily="34" charset="0"/>
              <a:buChar char="•"/>
              <a:defRPr sz="1400" kern="1200">
                <a:solidFill>
                  <a:schemeClr val="tx1"/>
                </a:solidFill>
                <a:latin typeface="Verdana" panose="020B0604030504040204" pitchFamily="34" charset="0"/>
                <a:ea typeface="+mn-ea"/>
                <a:cs typeface="+mn-cs"/>
              </a:defRPr>
            </a:lvl7pPr>
            <a:lvl8pPr marL="3429000" indent="-228600" algn="l" defTabSz="914400" rtl="0" eaLnBrk="1" latinLnBrk="0" hangingPunct="1">
              <a:lnSpc>
                <a:spcPct val="100000"/>
              </a:lnSpc>
              <a:spcBef>
                <a:spcPts val="0"/>
              </a:spcBef>
              <a:buFont typeface="Verdana" panose="020B0604020202020204" pitchFamily="34" charset="0"/>
              <a:buChar char="•"/>
              <a:defRPr sz="1200" kern="1200">
                <a:solidFill>
                  <a:schemeClr val="tx1"/>
                </a:solidFill>
                <a:latin typeface="Verdana" panose="020B0604030504040204" pitchFamily="34" charset="0"/>
                <a:ea typeface="+mn-ea"/>
                <a:cs typeface="+mn-cs"/>
              </a:defRPr>
            </a:lvl8pPr>
            <a:lvl9pPr marL="3886200" indent="-228600" algn="l" defTabSz="914400" rtl="0" eaLnBrk="1" latinLnBrk="0" hangingPunct="1">
              <a:lnSpc>
                <a:spcPct val="100000"/>
              </a:lnSpc>
              <a:spcBef>
                <a:spcPts val="0"/>
              </a:spcBef>
              <a:buFont typeface="Verdana" panose="020B0604020202020204" pitchFamily="34" charset="0"/>
              <a:buChar char="•"/>
              <a:defRPr sz="1000" kern="1200">
                <a:solidFill>
                  <a:schemeClr val="tx1"/>
                </a:solidFill>
                <a:latin typeface="Verdana" panose="020B0604030504040204" pitchFamily="34" charset="0"/>
                <a:ea typeface="+mn-ea"/>
                <a:cs typeface="+mn-cs"/>
              </a:defRPr>
            </a:lvl9pPr>
          </a:lstStyle>
          <a:p>
            <a:endParaRPr lang="en-GB"/>
          </a:p>
        </p:txBody>
      </p:sp>
      <p:sp>
        <p:nvSpPr>
          <p:cNvPr id="38" name="Text Placeholder 37">
            <a:extLst>
              <a:ext uri="{FF2B5EF4-FFF2-40B4-BE49-F238E27FC236}">
                <a16:creationId xmlns:a16="http://schemas.microsoft.com/office/drawing/2014/main" id="{EC5D3CAD-A58F-85CC-5577-5156C96582E6}"/>
              </a:ext>
            </a:extLst>
          </p:cNvPr>
          <p:cNvSpPr>
            <a:spLocks noGrp="1"/>
          </p:cNvSpPr>
          <p:nvPr userDrawn="1">
            <p:ph type="body" sz="quarter" idx="19" hasCustomPrompt="1"/>
          </p:nvPr>
        </p:nvSpPr>
        <p:spPr>
          <a:xfrm>
            <a:off x="6032500" y="1627188"/>
            <a:ext cx="622300" cy="587374"/>
          </a:xfrm>
          <a:ln>
            <a:noFill/>
          </a:ln>
        </p:spPr>
        <p:txBody>
          <a:bodyPr lIns="0" tIns="0" rIns="0" bIns="0" anchor="ctr" anchorCtr="0">
            <a:noAutofit/>
          </a:bodyPr>
          <a:lstStyle>
            <a:lvl1pPr marL="0" indent="0" algn="r" defTabSz="914400" rtl="0" eaLnBrk="1" latinLnBrk="0" hangingPunct="1">
              <a:lnSpc>
                <a:spcPct val="100000"/>
              </a:lnSpc>
              <a:spcBef>
                <a:spcPts val="0"/>
              </a:spcBef>
              <a:buNone/>
              <a:defRPr lang="en-US" sz="3200" kern="1200" dirty="0" smtClean="0">
                <a:solidFill>
                  <a:schemeClr val="tx2"/>
                </a:solidFill>
                <a:latin typeface="+mj-lt"/>
                <a:ea typeface="+mj-ea"/>
                <a:cs typeface="+mj-cs"/>
              </a:defRPr>
            </a:lvl1pPr>
            <a:lvl2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2pPr>
            <a:lvl3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3pPr>
            <a:lvl4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4pPr>
            <a:lvl5pPr marL="0" indent="0" algn="r" defTabSz="914400" rtl="0" eaLnBrk="1" latinLnBrk="0" hangingPunct="1">
              <a:lnSpc>
                <a:spcPct val="100000"/>
              </a:lnSpc>
              <a:spcBef>
                <a:spcPts val="0"/>
              </a:spcBef>
              <a:buNone/>
              <a:defRPr lang="en-US" sz="3200" kern="1200" dirty="0">
                <a:solidFill>
                  <a:schemeClr val="accent2"/>
                </a:solidFill>
                <a:latin typeface="+mj-lt"/>
                <a:ea typeface="+mj-ea"/>
                <a:cs typeface="+mj-cs"/>
              </a:defRPr>
            </a:lvl5pPr>
          </a:lstStyle>
          <a:p>
            <a:pPr marL="0" lvl="0" algn="r">
              <a:buNone/>
            </a:pPr>
            <a:r>
              <a:rPr lang="en-US"/>
              <a:t>XX</a:t>
            </a:r>
          </a:p>
        </p:txBody>
      </p:sp>
      <p:sp>
        <p:nvSpPr>
          <p:cNvPr id="46" name="Text Placeholder 37">
            <a:extLst>
              <a:ext uri="{FF2B5EF4-FFF2-40B4-BE49-F238E27FC236}">
                <a16:creationId xmlns:a16="http://schemas.microsoft.com/office/drawing/2014/main" id="{DFC5834E-A3BC-6828-034C-89FD765ACEDC}"/>
              </a:ext>
            </a:extLst>
          </p:cNvPr>
          <p:cNvSpPr>
            <a:spLocks noGrp="1"/>
          </p:cNvSpPr>
          <p:nvPr userDrawn="1">
            <p:ph type="body" sz="quarter" idx="24" hasCustomPrompt="1"/>
          </p:nvPr>
        </p:nvSpPr>
        <p:spPr>
          <a:xfrm>
            <a:off x="6032500" y="2424113"/>
            <a:ext cx="622300" cy="587374"/>
          </a:xfrm>
          <a:ln>
            <a:noFill/>
          </a:ln>
        </p:spPr>
        <p:txBody>
          <a:bodyPr lIns="0" tIns="0" rIns="0" bIns="0" anchor="ctr" anchorCtr="0">
            <a:noAutofit/>
          </a:bodyPr>
          <a:lstStyle>
            <a:lvl1pPr marL="0" indent="0" algn="r" defTabSz="914400" rtl="0" eaLnBrk="1" latinLnBrk="0" hangingPunct="1">
              <a:lnSpc>
                <a:spcPct val="100000"/>
              </a:lnSpc>
              <a:spcBef>
                <a:spcPts val="0"/>
              </a:spcBef>
              <a:buNone/>
              <a:defRPr lang="en-US" sz="3200" kern="1200" dirty="0" smtClean="0">
                <a:solidFill>
                  <a:schemeClr val="tx2"/>
                </a:solidFill>
                <a:latin typeface="+mj-lt"/>
                <a:ea typeface="+mj-ea"/>
                <a:cs typeface="+mj-cs"/>
              </a:defRPr>
            </a:lvl1pPr>
            <a:lvl2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2pPr>
            <a:lvl3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3pPr>
            <a:lvl4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4pPr>
            <a:lvl5pPr marL="0" indent="0" algn="r" defTabSz="914400" rtl="0" eaLnBrk="1" latinLnBrk="0" hangingPunct="1">
              <a:lnSpc>
                <a:spcPct val="100000"/>
              </a:lnSpc>
              <a:spcBef>
                <a:spcPts val="0"/>
              </a:spcBef>
              <a:buNone/>
              <a:defRPr lang="en-US" sz="3200" kern="1200" dirty="0">
                <a:solidFill>
                  <a:schemeClr val="accent2"/>
                </a:solidFill>
                <a:latin typeface="+mj-lt"/>
                <a:ea typeface="+mj-ea"/>
                <a:cs typeface="+mj-cs"/>
              </a:defRPr>
            </a:lvl5pPr>
          </a:lstStyle>
          <a:p>
            <a:pPr marL="0" lvl="0" algn="r">
              <a:buNone/>
            </a:pPr>
            <a:r>
              <a:rPr lang="en-US"/>
              <a:t>XX</a:t>
            </a:r>
          </a:p>
        </p:txBody>
      </p:sp>
      <p:sp>
        <p:nvSpPr>
          <p:cNvPr id="45" name="Text Placeholder 37">
            <a:extLst>
              <a:ext uri="{FF2B5EF4-FFF2-40B4-BE49-F238E27FC236}">
                <a16:creationId xmlns:a16="http://schemas.microsoft.com/office/drawing/2014/main" id="{3157F0C1-B6FC-72BD-CA5B-1311A3971CB6}"/>
              </a:ext>
            </a:extLst>
          </p:cNvPr>
          <p:cNvSpPr>
            <a:spLocks noGrp="1"/>
          </p:cNvSpPr>
          <p:nvPr userDrawn="1">
            <p:ph type="body" sz="quarter" idx="23" hasCustomPrompt="1"/>
          </p:nvPr>
        </p:nvSpPr>
        <p:spPr>
          <a:xfrm>
            <a:off x="6032500" y="3221038"/>
            <a:ext cx="622300" cy="587374"/>
          </a:xfrm>
          <a:ln>
            <a:noFill/>
          </a:ln>
        </p:spPr>
        <p:txBody>
          <a:bodyPr lIns="0" tIns="0" rIns="0" bIns="0" anchor="ctr" anchorCtr="0">
            <a:noAutofit/>
          </a:bodyPr>
          <a:lstStyle>
            <a:lvl1pPr marL="0" indent="0" algn="r" defTabSz="914400" rtl="0" eaLnBrk="1" latinLnBrk="0" hangingPunct="1">
              <a:lnSpc>
                <a:spcPct val="100000"/>
              </a:lnSpc>
              <a:spcBef>
                <a:spcPts val="0"/>
              </a:spcBef>
              <a:buNone/>
              <a:defRPr lang="en-US" sz="3200" kern="1200" dirty="0" smtClean="0">
                <a:solidFill>
                  <a:schemeClr val="tx2"/>
                </a:solidFill>
                <a:latin typeface="+mj-lt"/>
                <a:ea typeface="+mj-ea"/>
                <a:cs typeface="+mj-cs"/>
              </a:defRPr>
            </a:lvl1pPr>
            <a:lvl2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2pPr>
            <a:lvl3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3pPr>
            <a:lvl4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4pPr>
            <a:lvl5pPr marL="0" indent="0" algn="r" defTabSz="914400" rtl="0" eaLnBrk="1" latinLnBrk="0" hangingPunct="1">
              <a:lnSpc>
                <a:spcPct val="100000"/>
              </a:lnSpc>
              <a:spcBef>
                <a:spcPts val="0"/>
              </a:spcBef>
              <a:buNone/>
              <a:defRPr lang="en-US" sz="3200" kern="1200" dirty="0">
                <a:solidFill>
                  <a:schemeClr val="accent2"/>
                </a:solidFill>
                <a:latin typeface="+mj-lt"/>
                <a:ea typeface="+mj-ea"/>
                <a:cs typeface="+mj-cs"/>
              </a:defRPr>
            </a:lvl5pPr>
          </a:lstStyle>
          <a:p>
            <a:pPr marL="0" lvl="0" algn="r">
              <a:buNone/>
            </a:pPr>
            <a:r>
              <a:rPr lang="en-US"/>
              <a:t>XX</a:t>
            </a:r>
          </a:p>
        </p:txBody>
      </p:sp>
      <p:sp>
        <p:nvSpPr>
          <p:cNvPr id="44" name="Text Placeholder 37">
            <a:extLst>
              <a:ext uri="{FF2B5EF4-FFF2-40B4-BE49-F238E27FC236}">
                <a16:creationId xmlns:a16="http://schemas.microsoft.com/office/drawing/2014/main" id="{0044BEAE-C33F-CB1A-53E6-A17672D6A308}"/>
              </a:ext>
            </a:extLst>
          </p:cNvPr>
          <p:cNvSpPr>
            <a:spLocks noGrp="1"/>
          </p:cNvSpPr>
          <p:nvPr userDrawn="1">
            <p:ph type="body" sz="quarter" idx="22" hasCustomPrompt="1"/>
          </p:nvPr>
        </p:nvSpPr>
        <p:spPr>
          <a:xfrm>
            <a:off x="6032500" y="4017963"/>
            <a:ext cx="622300" cy="587374"/>
          </a:xfrm>
          <a:ln>
            <a:noFill/>
          </a:ln>
        </p:spPr>
        <p:txBody>
          <a:bodyPr lIns="0" tIns="0" rIns="0" bIns="0" anchor="ctr" anchorCtr="0">
            <a:noAutofit/>
          </a:bodyPr>
          <a:lstStyle>
            <a:lvl1pPr marL="0" indent="0" algn="r" defTabSz="914400" rtl="0" eaLnBrk="1" latinLnBrk="0" hangingPunct="1">
              <a:lnSpc>
                <a:spcPct val="100000"/>
              </a:lnSpc>
              <a:spcBef>
                <a:spcPts val="0"/>
              </a:spcBef>
              <a:buNone/>
              <a:defRPr lang="en-US" sz="3200" kern="1200" dirty="0" smtClean="0">
                <a:solidFill>
                  <a:schemeClr val="tx2"/>
                </a:solidFill>
                <a:latin typeface="+mj-lt"/>
                <a:ea typeface="+mj-ea"/>
                <a:cs typeface="+mj-cs"/>
              </a:defRPr>
            </a:lvl1pPr>
            <a:lvl2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2pPr>
            <a:lvl3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3pPr>
            <a:lvl4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4pPr>
            <a:lvl5pPr marL="0" indent="0" algn="r" defTabSz="914400" rtl="0" eaLnBrk="1" latinLnBrk="0" hangingPunct="1">
              <a:lnSpc>
                <a:spcPct val="100000"/>
              </a:lnSpc>
              <a:spcBef>
                <a:spcPts val="0"/>
              </a:spcBef>
              <a:buNone/>
              <a:defRPr lang="en-US" sz="3200" kern="1200" dirty="0">
                <a:solidFill>
                  <a:schemeClr val="accent2"/>
                </a:solidFill>
                <a:latin typeface="+mj-lt"/>
                <a:ea typeface="+mj-ea"/>
                <a:cs typeface="+mj-cs"/>
              </a:defRPr>
            </a:lvl5pPr>
          </a:lstStyle>
          <a:p>
            <a:pPr marL="0" lvl="0" algn="r">
              <a:buNone/>
            </a:pPr>
            <a:r>
              <a:rPr lang="en-US"/>
              <a:t>XX</a:t>
            </a:r>
          </a:p>
        </p:txBody>
      </p:sp>
      <p:sp>
        <p:nvSpPr>
          <p:cNvPr id="43" name="Text Placeholder 37">
            <a:extLst>
              <a:ext uri="{FF2B5EF4-FFF2-40B4-BE49-F238E27FC236}">
                <a16:creationId xmlns:a16="http://schemas.microsoft.com/office/drawing/2014/main" id="{D7CE6FD3-B71D-C181-AF40-259A4DC70025}"/>
              </a:ext>
            </a:extLst>
          </p:cNvPr>
          <p:cNvSpPr>
            <a:spLocks noGrp="1"/>
          </p:cNvSpPr>
          <p:nvPr userDrawn="1">
            <p:ph type="body" sz="quarter" idx="21" hasCustomPrompt="1"/>
          </p:nvPr>
        </p:nvSpPr>
        <p:spPr>
          <a:xfrm>
            <a:off x="6032500" y="4814888"/>
            <a:ext cx="622300" cy="587374"/>
          </a:xfrm>
          <a:ln>
            <a:noFill/>
          </a:ln>
        </p:spPr>
        <p:txBody>
          <a:bodyPr lIns="0" tIns="0" rIns="0" bIns="0" anchor="ctr" anchorCtr="0">
            <a:noAutofit/>
          </a:bodyPr>
          <a:lstStyle>
            <a:lvl1pPr marL="0" indent="0" algn="r" defTabSz="914400" rtl="0" eaLnBrk="1" latinLnBrk="0" hangingPunct="1">
              <a:lnSpc>
                <a:spcPct val="100000"/>
              </a:lnSpc>
              <a:spcBef>
                <a:spcPts val="0"/>
              </a:spcBef>
              <a:buNone/>
              <a:defRPr lang="en-US" sz="3200" kern="1200" dirty="0" smtClean="0">
                <a:solidFill>
                  <a:schemeClr val="tx2"/>
                </a:solidFill>
                <a:latin typeface="+mj-lt"/>
                <a:ea typeface="+mj-ea"/>
                <a:cs typeface="+mj-cs"/>
              </a:defRPr>
            </a:lvl1pPr>
            <a:lvl2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2pPr>
            <a:lvl3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3pPr>
            <a:lvl4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4pPr>
            <a:lvl5pPr marL="0" indent="0" algn="r" defTabSz="914400" rtl="0" eaLnBrk="1" latinLnBrk="0" hangingPunct="1">
              <a:lnSpc>
                <a:spcPct val="100000"/>
              </a:lnSpc>
              <a:spcBef>
                <a:spcPts val="0"/>
              </a:spcBef>
              <a:buNone/>
              <a:defRPr lang="en-US" sz="3200" kern="1200" dirty="0">
                <a:solidFill>
                  <a:schemeClr val="accent2"/>
                </a:solidFill>
                <a:latin typeface="+mj-lt"/>
                <a:ea typeface="+mj-ea"/>
                <a:cs typeface="+mj-cs"/>
              </a:defRPr>
            </a:lvl5pPr>
          </a:lstStyle>
          <a:p>
            <a:pPr marL="0" lvl="0" algn="r">
              <a:buNone/>
            </a:pPr>
            <a:r>
              <a:rPr lang="en-US"/>
              <a:t>XX</a:t>
            </a:r>
          </a:p>
        </p:txBody>
      </p:sp>
      <p:sp>
        <p:nvSpPr>
          <p:cNvPr id="42" name="Text Placeholder 37">
            <a:extLst>
              <a:ext uri="{FF2B5EF4-FFF2-40B4-BE49-F238E27FC236}">
                <a16:creationId xmlns:a16="http://schemas.microsoft.com/office/drawing/2014/main" id="{810397D2-C488-84C8-3A6A-A910F6380379}"/>
              </a:ext>
            </a:extLst>
          </p:cNvPr>
          <p:cNvSpPr>
            <a:spLocks noGrp="1"/>
          </p:cNvSpPr>
          <p:nvPr userDrawn="1">
            <p:ph type="body" sz="quarter" idx="20" hasCustomPrompt="1"/>
          </p:nvPr>
        </p:nvSpPr>
        <p:spPr>
          <a:xfrm>
            <a:off x="6032500" y="5611813"/>
            <a:ext cx="622300" cy="587374"/>
          </a:xfrm>
          <a:ln>
            <a:noFill/>
          </a:ln>
        </p:spPr>
        <p:txBody>
          <a:bodyPr lIns="0" tIns="0" rIns="0" bIns="0" anchor="ctr" anchorCtr="0">
            <a:noAutofit/>
          </a:bodyPr>
          <a:lstStyle>
            <a:lvl1pPr marL="0" indent="0" algn="r" defTabSz="914400" rtl="0" eaLnBrk="1" latinLnBrk="0" hangingPunct="1">
              <a:lnSpc>
                <a:spcPct val="100000"/>
              </a:lnSpc>
              <a:spcBef>
                <a:spcPts val="0"/>
              </a:spcBef>
              <a:buNone/>
              <a:defRPr lang="en-US" sz="3200" kern="1200" dirty="0" smtClean="0">
                <a:solidFill>
                  <a:schemeClr val="tx2"/>
                </a:solidFill>
                <a:latin typeface="+mj-lt"/>
                <a:ea typeface="+mj-ea"/>
                <a:cs typeface="+mj-cs"/>
              </a:defRPr>
            </a:lvl1pPr>
            <a:lvl2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2pPr>
            <a:lvl3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3pPr>
            <a:lvl4pPr marL="0" indent="0" algn="r" defTabSz="914400" rtl="0" eaLnBrk="1" latinLnBrk="0" hangingPunct="1">
              <a:lnSpc>
                <a:spcPct val="100000"/>
              </a:lnSpc>
              <a:spcBef>
                <a:spcPts val="0"/>
              </a:spcBef>
              <a:buNone/>
              <a:defRPr lang="en-US" sz="3200" kern="1200" dirty="0" smtClean="0">
                <a:solidFill>
                  <a:schemeClr val="accent2"/>
                </a:solidFill>
                <a:latin typeface="+mj-lt"/>
                <a:ea typeface="+mj-ea"/>
                <a:cs typeface="+mj-cs"/>
              </a:defRPr>
            </a:lvl4pPr>
            <a:lvl5pPr marL="0" indent="0" algn="r" defTabSz="914400" rtl="0" eaLnBrk="1" latinLnBrk="0" hangingPunct="1">
              <a:lnSpc>
                <a:spcPct val="100000"/>
              </a:lnSpc>
              <a:spcBef>
                <a:spcPts val="0"/>
              </a:spcBef>
              <a:buNone/>
              <a:defRPr lang="en-US" sz="3200" kern="1200" dirty="0">
                <a:solidFill>
                  <a:schemeClr val="accent2"/>
                </a:solidFill>
                <a:latin typeface="+mj-lt"/>
                <a:ea typeface="+mj-ea"/>
                <a:cs typeface="+mj-cs"/>
              </a:defRPr>
            </a:lvl5pPr>
          </a:lstStyle>
          <a:p>
            <a:pPr marL="0" lvl="0" algn="r">
              <a:buNone/>
            </a:pPr>
            <a:r>
              <a:rPr lang="en-US"/>
              <a:t>XX</a:t>
            </a:r>
          </a:p>
        </p:txBody>
      </p:sp>
      <p:sp>
        <p:nvSpPr>
          <p:cNvPr id="31" name="Text Placeholder 30">
            <a:extLst>
              <a:ext uri="{FF2B5EF4-FFF2-40B4-BE49-F238E27FC236}">
                <a16:creationId xmlns:a16="http://schemas.microsoft.com/office/drawing/2014/main" id="{90F5CE08-CCD2-5631-5E5C-0549366B7078}"/>
              </a:ext>
            </a:extLst>
          </p:cNvPr>
          <p:cNvSpPr>
            <a:spLocks noGrp="1"/>
          </p:cNvSpPr>
          <p:nvPr userDrawn="1">
            <p:ph type="body" sz="quarter" idx="13" hasCustomPrompt="1"/>
          </p:nvPr>
        </p:nvSpPr>
        <p:spPr>
          <a:xfrm>
            <a:off x="6783614" y="1627188"/>
            <a:ext cx="5408386" cy="587374"/>
          </a:xfrm>
          <a:noFill/>
        </p:spPr>
        <p:txBody>
          <a:bodyPr wrap="square" lIns="0" tIns="0" rIns="0" bIns="0" rtlCol="0" anchor="ctr">
            <a:normAutofit/>
          </a:bodyPr>
          <a:lstStyle>
            <a:lvl1pPr marL="0" indent="0" rtl="0">
              <a:buFontTx/>
              <a:buNone/>
              <a:defRPr lang="en-US" sz="2400" dirty="0" smtClean="0">
                <a:latin typeface="+mn-lt"/>
              </a:defRPr>
            </a:lvl1pPr>
            <a:lvl2pPr>
              <a:defRPr lang="en-US"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a:t>Click to add agenda point</a:t>
            </a:r>
          </a:p>
        </p:txBody>
      </p:sp>
      <p:sp>
        <p:nvSpPr>
          <p:cNvPr id="32" name="Text Placeholder 30">
            <a:extLst>
              <a:ext uri="{FF2B5EF4-FFF2-40B4-BE49-F238E27FC236}">
                <a16:creationId xmlns:a16="http://schemas.microsoft.com/office/drawing/2014/main" id="{F086F16D-D8C3-5108-DDA3-6DE3CF47DAD5}"/>
              </a:ext>
            </a:extLst>
          </p:cNvPr>
          <p:cNvSpPr>
            <a:spLocks noGrp="1"/>
          </p:cNvSpPr>
          <p:nvPr userDrawn="1">
            <p:ph type="body" sz="quarter" idx="14" hasCustomPrompt="1"/>
          </p:nvPr>
        </p:nvSpPr>
        <p:spPr>
          <a:xfrm>
            <a:off x="6783614" y="2424113"/>
            <a:ext cx="5408386" cy="587374"/>
          </a:xfrm>
          <a:noFill/>
        </p:spPr>
        <p:txBody>
          <a:bodyPr wrap="square" lIns="0" tIns="0" rIns="0" bIns="0" rtlCol="0" anchor="ctr">
            <a:normAutofit/>
          </a:bodyPr>
          <a:lstStyle>
            <a:lvl1pPr marL="0" indent="0" rtl="0">
              <a:buFontTx/>
              <a:buNone/>
              <a:defRPr lang="en-US" sz="2400" dirty="0" smtClean="0">
                <a:latin typeface="+mn-lt"/>
              </a:defRPr>
            </a:lvl1pPr>
            <a:lvl2pPr>
              <a:defRPr lang="en-US"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a:t>Click to add agenda point</a:t>
            </a:r>
          </a:p>
        </p:txBody>
      </p:sp>
      <p:sp>
        <p:nvSpPr>
          <p:cNvPr id="33" name="Text Placeholder 30">
            <a:extLst>
              <a:ext uri="{FF2B5EF4-FFF2-40B4-BE49-F238E27FC236}">
                <a16:creationId xmlns:a16="http://schemas.microsoft.com/office/drawing/2014/main" id="{733F1917-302D-A5BE-C1D5-B17CBA9FCB33}"/>
              </a:ext>
            </a:extLst>
          </p:cNvPr>
          <p:cNvSpPr>
            <a:spLocks noGrp="1"/>
          </p:cNvSpPr>
          <p:nvPr userDrawn="1">
            <p:ph type="body" sz="quarter" idx="15" hasCustomPrompt="1"/>
          </p:nvPr>
        </p:nvSpPr>
        <p:spPr>
          <a:xfrm>
            <a:off x="6783614" y="3221038"/>
            <a:ext cx="5408386" cy="587374"/>
          </a:xfrm>
          <a:noFill/>
        </p:spPr>
        <p:txBody>
          <a:bodyPr wrap="square" lIns="0" tIns="0" rIns="0" bIns="0" rtlCol="0" anchor="ctr">
            <a:normAutofit/>
          </a:bodyPr>
          <a:lstStyle>
            <a:lvl1pPr marL="0" indent="0" rtl="0">
              <a:buFontTx/>
              <a:buNone/>
              <a:defRPr lang="en-US" sz="2400" dirty="0" smtClean="0">
                <a:latin typeface="+mn-lt"/>
              </a:defRPr>
            </a:lvl1pPr>
            <a:lvl2pPr>
              <a:defRPr lang="en-US"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a:t>Click to add agenda point</a:t>
            </a:r>
          </a:p>
        </p:txBody>
      </p:sp>
      <p:sp>
        <p:nvSpPr>
          <p:cNvPr id="34" name="Text Placeholder 30">
            <a:extLst>
              <a:ext uri="{FF2B5EF4-FFF2-40B4-BE49-F238E27FC236}">
                <a16:creationId xmlns:a16="http://schemas.microsoft.com/office/drawing/2014/main" id="{B5DEE5E6-59FB-33F9-8980-0004276C0D4E}"/>
              </a:ext>
            </a:extLst>
          </p:cNvPr>
          <p:cNvSpPr>
            <a:spLocks noGrp="1"/>
          </p:cNvSpPr>
          <p:nvPr userDrawn="1">
            <p:ph type="body" sz="quarter" idx="16" hasCustomPrompt="1"/>
          </p:nvPr>
        </p:nvSpPr>
        <p:spPr>
          <a:xfrm>
            <a:off x="6783614" y="4017963"/>
            <a:ext cx="5408386" cy="587374"/>
          </a:xfrm>
          <a:noFill/>
        </p:spPr>
        <p:txBody>
          <a:bodyPr wrap="square" lIns="0" tIns="0" rIns="0" bIns="0" rtlCol="0" anchor="ctr">
            <a:normAutofit/>
          </a:bodyPr>
          <a:lstStyle>
            <a:lvl1pPr marL="0" indent="0" rtl="0">
              <a:buFontTx/>
              <a:buNone/>
              <a:defRPr lang="en-US" sz="2400" dirty="0" smtClean="0">
                <a:latin typeface="+mn-lt"/>
              </a:defRPr>
            </a:lvl1pPr>
            <a:lvl2pPr>
              <a:defRPr lang="en-US"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a:t>Click to add agenda point</a:t>
            </a:r>
          </a:p>
        </p:txBody>
      </p:sp>
      <p:sp>
        <p:nvSpPr>
          <p:cNvPr id="35" name="Text Placeholder 30">
            <a:extLst>
              <a:ext uri="{FF2B5EF4-FFF2-40B4-BE49-F238E27FC236}">
                <a16:creationId xmlns:a16="http://schemas.microsoft.com/office/drawing/2014/main" id="{694A4538-3017-9257-1896-BB231AD719C6}"/>
              </a:ext>
            </a:extLst>
          </p:cNvPr>
          <p:cNvSpPr>
            <a:spLocks noGrp="1"/>
          </p:cNvSpPr>
          <p:nvPr userDrawn="1">
            <p:ph type="body" sz="quarter" idx="17" hasCustomPrompt="1"/>
          </p:nvPr>
        </p:nvSpPr>
        <p:spPr>
          <a:xfrm>
            <a:off x="6783614" y="4814888"/>
            <a:ext cx="5408386" cy="587374"/>
          </a:xfrm>
          <a:noFill/>
        </p:spPr>
        <p:txBody>
          <a:bodyPr wrap="square" lIns="0" tIns="0" rIns="0" bIns="0" rtlCol="0" anchor="ctr">
            <a:normAutofit/>
          </a:bodyPr>
          <a:lstStyle>
            <a:lvl1pPr marL="0" indent="0" rtl="0">
              <a:buFontTx/>
              <a:buNone/>
              <a:defRPr lang="en-US" sz="2400" dirty="0" smtClean="0">
                <a:latin typeface="+mn-lt"/>
              </a:defRPr>
            </a:lvl1pPr>
            <a:lvl2pPr>
              <a:defRPr lang="en-US"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a:t>Click to add agenda point</a:t>
            </a:r>
          </a:p>
        </p:txBody>
      </p:sp>
      <p:sp>
        <p:nvSpPr>
          <p:cNvPr id="36" name="Text Placeholder 30">
            <a:extLst>
              <a:ext uri="{FF2B5EF4-FFF2-40B4-BE49-F238E27FC236}">
                <a16:creationId xmlns:a16="http://schemas.microsoft.com/office/drawing/2014/main" id="{0417A4EF-B02C-2531-83C9-9CB7F8FEC52E}"/>
              </a:ext>
            </a:extLst>
          </p:cNvPr>
          <p:cNvSpPr>
            <a:spLocks noGrp="1"/>
          </p:cNvSpPr>
          <p:nvPr userDrawn="1">
            <p:ph type="body" sz="quarter" idx="18" hasCustomPrompt="1"/>
          </p:nvPr>
        </p:nvSpPr>
        <p:spPr>
          <a:xfrm>
            <a:off x="6783614" y="5611813"/>
            <a:ext cx="5408386" cy="587374"/>
          </a:xfrm>
          <a:noFill/>
        </p:spPr>
        <p:txBody>
          <a:bodyPr wrap="square" lIns="0" tIns="0" rIns="0" bIns="0" rtlCol="0" anchor="ctr">
            <a:normAutofit/>
          </a:bodyPr>
          <a:lstStyle>
            <a:lvl1pPr marL="0" indent="0" rtl="0">
              <a:buFontTx/>
              <a:buNone/>
              <a:defRPr lang="en-US" sz="2400" dirty="0" smtClean="0">
                <a:latin typeface="+mn-lt"/>
              </a:defRPr>
            </a:lvl1pPr>
            <a:lvl2pPr>
              <a:defRPr lang="en-US" dirty="0" smtClean="0">
                <a:latin typeface="+mn-lt"/>
              </a:defRPr>
            </a:lvl2pPr>
            <a:lvl3pPr>
              <a:defRPr lang="en-US" sz="1800" dirty="0" smtClean="0">
                <a:latin typeface="+mn-lt"/>
              </a:defRPr>
            </a:lvl3pPr>
            <a:lvl4pPr>
              <a:defRPr lang="en-US" sz="1800" dirty="0" smtClean="0">
                <a:latin typeface="+mn-lt"/>
              </a:defRPr>
            </a:lvl4pPr>
            <a:lvl5pPr>
              <a:defRPr lang="en-US" sz="1800" dirty="0">
                <a:latin typeface="+mn-lt"/>
              </a:defRPr>
            </a:lvl5pPr>
          </a:lstStyle>
          <a:p>
            <a:pPr marL="0" lvl="0"/>
            <a:r>
              <a:rPr lang="en-US"/>
              <a:t>Click to add agenda point</a:t>
            </a:r>
          </a:p>
        </p:txBody>
      </p:sp>
      <p:sp>
        <p:nvSpPr>
          <p:cNvPr id="48" name="Text Placeholder 47">
            <a:extLst>
              <a:ext uri="{FF2B5EF4-FFF2-40B4-BE49-F238E27FC236}">
                <a16:creationId xmlns:a16="http://schemas.microsoft.com/office/drawing/2014/main" id="{1A8D5C0A-62A1-A1BD-FC12-40AC23FD0347}"/>
              </a:ext>
            </a:extLst>
          </p:cNvPr>
          <p:cNvSpPr>
            <a:spLocks noGrp="1"/>
          </p:cNvSpPr>
          <p:nvPr userDrawn="1">
            <p:ph type="body" sz="quarter" idx="25"/>
          </p:nvPr>
        </p:nvSpPr>
        <p:spPr>
          <a:xfrm flipV="1">
            <a:off x="6026150" y="1524000"/>
            <a:ext cx="6165850" cy="18000"/>
          </a:xfrm>
          <a:solidFill>
            <a:schemeClr val="accent2"/>
          </a:solidFill>
        </p:spPr>
        <p:txBody>
          <a:bodyPr/>
          <a:lstStyle>
            <a:lvl1pPr>
              <a:defRPr sz="100">
                <a:solidFill>
                  <a:schemeClr val="tx1">
                    <a:alpha val="0"/>
                  </a:schemeClr>
                </a:solidFill>
              </a:defRPr>
            </a:lvl1pPr>
            <a:lvl2pPr>
              <a:defRPr>
                <a:solidFill>
                  <a:schemeClr val="tx1">
                    <a:alpha val="0"/>
                  </a:schemeClr>
                </a:solidFill>
              </a:defRPr>
            </a:lvl2pPr>
            <a:lvl3pPr>
              <a:defRPr>
                <a:solidFill>
                  <a:schemeClr val="tx1">
                    <a:alpha val="0"/>
                  </a:schemeClr>
                </a:solidFill>
              </a:defRPr>
            </a:lvl3pPr>
            <a:lvl4pPr>
              <a:defRPr>
                <a:solidFill>
                  <a:schemeClr val="tx1">
                    <a:alpha val="0"/>
                  </a:schemeClr>
                </a:solidFill>
              </a:defRPr>
            </a:lvl4pPr>
            <a:lvl5pPr>
              <a:defRPr>
                <a:solidFill>
                  <a:schemeClr val="tx1">
                    <a:alpha val="0"/>
                  </a:schemeClr>
                </a:solidFill>
              </a:defRPr>
            </a:lvl5pPr>
          </a:lstStyle>
          <a:p>
            <a:pPr lvl="0"/>
            <a:r>
              <a:rPr lang="en-GB"/>
              <a:t>Click to edit Master text styles</a:t>
            </a:r>
          </a:p>
        </p:txBody>
      </p:sp>
      <p:sp>
        <p:nvSpPr>
          <p:cNvPr id="49" name="Text Placeholder 47">
            <a:extLst>
              <a:ext uri="{FF2B5EF4-FFF2-40B4-BE49-F238E27FC236}">
                <a16:creationId xmlns:a16="http://schemas.microsoft.com/office/drawing/2014/main" id="{4540FA9F-D2C3-C3B3-F06B-8A93911F161F}"/>
              </a:ext>
            </a:extLst>
          </p:cNvPr>
          <p:cNvSpPr>
            <a:spLocks noGrp="1"/>
          </p:cNvSpPr>
          <p:nvPr userDrawn="1">
            <p:ph type="body" sz="quarter" idx="26"/>
          </p:nvPr>
        </p:nvSpPr>
        <p:spPr>
          <a:xfrm flipV="1">
            <a:off x="6026150" y="2317396"/>
            <a:ext cx="6165850" cy="18000"/>
          </a:xfrm>
          <a:solidFill>
            <a:schemeClr val="accent2"/>
          </a:solidFill>
        </p:spPr>
        <p:txBody>
          <a:bodyPr/>
          <a:lstStyle>
            <a:lvl1pPr>
              <a:defRPr sz="100">
                <a:solidFill>
                  <a:schemeClr val="tx1">
                    <a:alpha val="0"/>
                  </a:schemeClr>
                </a:solidFill>
              </a:defRPr>
            </a:lvl1pPr>
            <a:lvl2pPr>
              <a:defRPr>
                <a:solidFill>
                  <a:schemeClr val="tx1">
                    <a:alpha val="0"/>
                  </a:schemeClr>
                </a:solidFill>
              </a:defRPr>
            </a:lvl2pPr>
            <a:lvl3pPr>
              <a:defRPr>
                <a:solidFill>
                  <a:schemeClr val="tx1">
                    <a:alpha val="0"/>
                  </a:schemeClr>
                </a:solidFill>
              </a:defRPr>
            </a:lvl3pPr>
            <a:lvl4pPr>
              <a:defRPr>
                <a:solidFill>
                  <a:schemeClr val="tx1">
                    <a:alpha val="0"/>
                  </a:schemeClr>
                </a:solidFill>
              </a:defRPr>
            </a:lvl4pPr>
            <a:lvl5pPr>
              <a:defRPr>
                <a:solidFill>
                  <a:schemeClr val="tx1">
                    <a:alpha val="0"/>
                  </a:schemeClr>
                </a:solidFill>
              </a:defRPr>
            </a:lvl5pPr>
          </a:lstStyle>
          <a:p>
            <a:pPr lvl="0"/>
            <a:r>
              <a:rPr lang="en-GB"/>
              <a:t>Click to edit Master text styles</a:t>
            </a:r>
          </a:p>
        </p:txBody>
      </p:sp>
      <p:sp>
        <p:nvSpPr>
          <p:cNvPr id="50" name="Text Placeholder 47">
            <a:extLst>
              <a:ext uri="{FF2B5EF4-FFF2-40B4-BE49-F238E27FC236}">
                <a16:creationId xmlns:a16="http://schemas.microsoft.com/office/drawing/2014/main" id="{8BAB9388-6C79-0B3A-D970-FCD1B3755E4B}"/>
              </a:ext>
            </a:extLst>
          </p:cNvPr>
          <p:cNvSpPr>
            <a:spLocks noGrp="1"/>
          </p:cNvSpPr>
          <p:nvPr userDrawn="1">
            <p:ph type="body" sz="quarter" idx="27"/>
          </p:nvPr>
        </p:nvSpPr>
        <p:spPr>
          <a:xfrm flipV="1">
            <a:off x="6026150" y="3110792"/>
            <a:ext cx="6165850" cy="18000"/>
          </a:xfrm>
          <a:solidFill>
            <a:schemeClr val="accent2"/>
          </a:solidFill>
        </p:spPr>
        <p:txBody>
          <a:bodyPr/>
          <a:lstStyle>
            <a:lvl1pPr>
              <a:defRPr sz="100">
                <a:solidFill>
                  <a:schemeClr val="tx1">
                    <a:alpha val="0"/>
                  </a:schemeClr>
                </a:solidFill>
              </a:defRPr>
            </a:lvl1pPr>
            <a:lvl2pPr>
              <a:defRPr>
                <a:solidFill>
                  <a:schemeClr val="tx1">
                    <a:alpha val="0"/>
                  </a:schemeClr>
                </a:solidFill>
              </a:defRPr>
            </a:lvl2pPr>
            <a:lvl3pPr>
              <a:defRPr>
                <a:solidFill>
                  <a:schemeClr val="tx1">
                    <a:alpha val="0"/>
                  </a:schemeClr>
                </a:solidFill>
              </a:defRPr>
            </a:lvl3pPr>
            <a:lvl4pPr>
              <a:defRPr>
                <a:solidFill>
                  <a:schemeClr val="tx1">
                    <a:alpha val="0"/>
                  </a:schemeClr>
                </a:solidFill>
              </a:defRPr>
            </a:lvl4pPr>
            <a:lvl5pPr>
              <a:defRPr>
                <a:solidFill>
                  <a:schemeClr val="tx1">
                    <a:alpha val="0"/>
                  </a:schemeClr>
                </a:solidFill>
              </a:defRPr>
            </a:lvl5pPr>
          </a:lstStyle>
          <a:p>
            <a:pPr lvl="0"/>
            <a:r>
              <a:rPr lang="en-GB"/>
              <a:t>Click to edit Master text styles</a:t>
            </a:r>
          </a:p>
        </p:txBody>
      </p:sp>
      <p:sp>
        <p:nvSpPr>
          <p:cNvPr id="51" name="Text Placeholder 47">
            <a:extLst>
              <a:ext uri="{FF2B5EF4-FFF2-40B4-BE49-F238E27FC236}">
                <a16:creationId xmlns:a16="http://schemas.microsoft.com/office/drawing/2014/main" id="{2CE680E7-AB02-36CD-457F-DFF340B368F7}"/>
              </a:ext>
            </a:extLst>
          </p:cNvPr>
          <p:cNvSpPr>
            <a:spLocks noGrp="1"/>
          </p:cNvSpPr>
          <p:nvPr userDrawn="1">
            <p:ph type="body" sz="quarter" idx="28"/>
          </p:nvPr>
        </p:nvSpPr>
        <p:spPr>
          <a:xfrm flipV="1">
            <a:off x="6026150" y="3904188"/>
            <a:ext cx="6165850" cy="18000"/>
          </a:xfrm>
          <a:solidFill>
            <a:schemeClr val="accent2"/>
          </a:solidFill>
        </p:spPr>
        <p:txBody>
          <a:bodyPr/>
          <a:lstStyle>
            <a:lvl1pPr>
              <a:defRPr sz="100">
                <a:solidFill>
                  <a:schemeClr val="tx1">
                    <a:alpha val="0"/>
                  </a:schemeClr>
                </a:solidFill>
              </a:defRPr>
            </a:lvl1pPr>
            <a:lvl2pPr>
              <a:defRPr>
                <a:solidFill>
                  <a:schemeClr val="tx1">
                    <a:alpha val="0"/>
                  </a:schemeClr>
                </a:solidFill>
              </a:defRPr>
            </a:lvl2pPr>
            <a:lvl3pPr>
              <a:defRPr>
                <a:solidFill>
                  <a:schemeClr val="tx1">
                    <a:alpha val="0"/>
                  </a:schemeClr>
                </a:solidFill>
              </a:defRPr>
            </a:lvl3pPr>
            <a:lvl4pPr>
              <a:defRPr>
                <a:solidFill>
                  <a:schemeClr val="tx1">
                    <a:alpha val="0"/>
                  </a:schemeClr>
                </a:solidFill>
              </a:defRPr>
            </a:lvl4pPr>
            <a:lvl5pPr>
              <a:defRPr>
                <a:solidFill>
                  <a:schemeClr val="tx1">
                    <a:alpha val="0"/>
                  </a:schemeClr>
                </a:solidFill>
              </a:defRPr>
            </a:lvl5pPr>
          </a:lstStyle>
          <a:p>
            <a:pPr lvl="0"/>
            <a:r>
              <a:rPr lang="en-GB"/>
              <a:t>Click to edit Master text styles</a:t>
            </a:r>
          </a:p>
        </p:txBody>
      </p:sp>
      <p:sp>
        <p:nvSpPr>
          <p:cNvPr id="52" name="Text Placeholder 47">
            <a:extLst>
              <a:ext uri="{FF2B5EF4-FFF2-40B4-BE49-F238E27FC236}">
                <a16:creationId xmlns:a16="http://schemas.microsoft.com/office/drawing/2014/main" id="{B21F9694-65DC-62B0-9986-AF2F72BF4651}"/>
              </a:ext>
            </a:extLst>
          </p:cNvPr>
          <p:cNvSpPr>
            <a:spLocks noGrp="1"/>
          </p:cNvSpPr>
          <p:nvPr userDrawn="1">
            <p:ph type="body" sz="quarter" idx="29"/>
          </p:nvPr>
        </p:nvSpPr>
        <p:spPr>
          <a:xfrm flipV="1">
            <a:off x="6026150" y="4697584"/>
            <a:ext cx="6165850" cy="18000"/>
          </a:xfrm>
          <a:solidFill>
            <a:schemeClr val="accent2"/>
          </a:solidFill>
        </p:spPr>
        <p:txBody>
          <a:bodyPr/>
          <a:lstStyle>
            <a:lvl1pPr>
              <a:defRPr sz="100">
                <a:solidFill>
                  <a:schemeClr val="tx1">
                    <a:alpha val="0"/>
                  </a:schemeClr>
                </a:solidFill>
              </a:defRPr>
            </a:lvl1pPr>
            <a:lvl2pPr>
              <a:defRPr>
                <a:solidFill>
                  <a:schemeClr val="tx1">
                    <a:alpha val="0"/>
                  </a:schemeClr>
                </a:solidFill>
              </a:defRPr>
            </a:lvl2pPr>
            <a:lvl3pPr>
              <a:defRPr>
                <a:solidFill>
                  <a:schemeClr val="tx1">
                    <a:alpha val="0"/>
                  </a:schemeClr>
                </a:solidFill>
              </a:defRPr>
            </a:lvl3pPr>
            <a:lvl4pPr>
              <a:defRPr>
                <a:solidFill>
                  <a:schemeClr val="tx1">
                    <a:alpha val="0"/>
                  </a:schemeClr>
                </a:solidFill>
              </a:defRPr>
            </a:lvl4pPr>
            <a:lvl5pPr>
              <a:defRPr>
                <a:solidFill>
                  <a:schemeClr val="tx1">
                    <a:alpha val="0"/>
                  </a:schemeClr>
                </a:solidFill>
              </a:defRPr>
            </a:lvl5pPr>
          </a:lstStyle>
          <a:p>
            <a:pPr lvl="0"/>
            <a:r>
              <a:rPr lang="en-GB"/>
              <a:t>Click to edit Master text styles</a:t>
            </a:r>
          </a:p>
        </p:txBody>
      </p:sp>
      <p:sp>
        <p:nvSpPr>
          <p:cNvPr id="53" name="Text Placeholder 47">
            <a:extLst>
              <a:ext uri="{FF2B5EF4-FFF2-40B4-BE49-F238E27FC236}">
                <a16:creationId xmlns:a16="http://schemas.microsoft.com/office/drawing/2014/main" id="{0C916E77-D393-A9D7-F66A-3C30D0A6F66B}"/>
              </a:ext>
            </a:extLst>
          </p:cNvPr>
          <p:cNvSpPr>
            <a:spLocks noGrp="1"/>
          </p:cNvSpPr>
          <p:nvPr userDrawn="1">
            <p:ph type="body" sz="quarter" idx="30"/>
          </p:nvPr>
        </p:nvSpPr>
        <p:spPr>
          <a:xfrm flipV="1">
            <a:off x="6026150" y="5490980"/>
            <a:ext cx="6165850" cy="18000"/>
          </a:xfrm>
          <a:solidFill>
            <a:schemeClr val="accent2"/>
          </a:solidFill>
        </p:spPr>
        <p:txBody>
          <a:bodyPr/>
          <a:lstStyle>
            <a:lvl1pPr>
              <a:defRPr sz="100">
                <a:solidFill>
                  <a:schemeClr val="tx1">
                    <a:alpha val="0"/>
                  </a:schemeClr>
                </a:solidFill>
              </a:defRPr>
            </a:lvl1pPr>
            <a:lvl2pPr>
              <a:defRPr>
                <a:solidFill>
                  <a:schemeClr val="tx1">
                    <a:alpha val="0"/>
                  </a:schemeClr>
                </a:solidFill>
              </a:defRPr>
            </a:lvl2pPr>
            <a:lvl3pPr>
              <a:defRPr>
                <a:solidFill>
                  <a:schemeClr val="tx1">
                    <a:alpha val="0"/>
                  </a:schemeClr>
                </a:solidFill>
              </a:defRPr>
            </a:lvl3pPr>
            <a:lvl4pPr>
              <a:defRPr>
                <a:solidFill>
                  <a:schemeClr val="tx1">
                    <a:alpha val="0"/>
                  </a:schemeClr>
                </a:solidFill>
              </a:defRPr>
            </a:lvl4pPr>
            <a:lvl5pPr>
              <a:defRPr>
                <a:solidFill>
                  <a:schemeClr val="tx1">
                    <a:alpha val="0"/>
                  </a:schemeClr>
                </a:solidFill>
              </a:defRPr>
            </a:lvl5pPr>
          </a:lstStyle>
          <a:p>
            <a:pPr lvl="0"/>
            <a:r>
              <a:rPr lang="en-GB"/>
              <a:t>Click to edit Master text styles</a:t>
            </a:r>
          </a:p>
        </p:txBody>
      </p:sp>
      <p:sp>
        <p:nvSpPr>
          <p:cNvPr id="54" name="Text Placeholder 47">
            <a:extLst>
              <a:ext uri="{FF2B5EF4-FFF2-40B4-BE49-F238E27FC236}">
                <a16:creationId xmlns:a16="http://schemas.microsoft.com/office/drawing/2014/main" id="{E2208320-8DC6-96C5-E060-B21A416A640C}"/>
              </a:ext>
            </a:extLst>
          </p:cNvPr>
          <p:cNvSpPr>
            <a:spLocks noGrp="1"/>
          </p:cNvSpPr>
          <p:nvPr userDrawn="1">
            <p:ph type="body" sz="quarter" idx="31"/>
          </p:nvPr>
        </p:nvSpPr>
        <p:spPr>
          <a:xfrm flipV="1">
            <a:off x="6026150" y="6284375"/>
            <a:ext cx="6165850" cy="18000"/>
          </a:xfrm>
          <a:solidFill>
            <a:schemeClr val="accent2"/>
          </a:solidFill>
        </p:spPr>
        <p:txBody>
          <a:bodyPr/>
          <a:lstStyle>
            <a:lvl1pPr>
              <a:defRPr sz="100">
                <a:solidFill>
                  <a:schemeClr val="tx1">
                    <a:alpha val="0"/>
                  </a:schemeClr>
                </a:solidFill>
              </a:defRPr>
            </a:lvl1pPr>
            <a:lvl2pPr>
              <a:defRPr>
                <a:solidFill>
                  <a:schemeClr val="tx1">
                    <a:alpha val="0"/>
                  </a:schemeClr>
                </a:solidFill>
              </a:defRPr>
            </a:lvl2pPr>
            <a:lvl3pPr>
              <a:defRPr>
                <a:solidFill>
                  <a:schemeClr val="tx1">
                    <a:alpha val="0"/>
                  </a:schemeClr>
                </a:solidFill>
              </a:defRPr>
            </a:lvl3pPr>
            <a:lvl4pPr>
              <a:defRPr>
                <a:solidFill>
                  <a:schemeClr val="tx1">
                    <a:alpha val="0"/>
                  </a:schemeClr>
                </a:solidFill>
              </a:defRPr>
            </a:lvl4pPr>
            <a:lvl5pPr>
              <a:defRPr>
                <a:solidFill>
                  <a:schemeClr val="tx1">
                    <a:alpha val="0"/>
                  </a:schemeClr>
                </a:solidFill>
              </a:defRPr>
            </a:lvl5pPr>
          </a:lstStyle>
          <a:p>
            <a:pPr lvl="0"/>
            <a:r>
              <a:rPr lang="en-GB"/>
              <a:t>Click to edit Master text styles</a:t>
            </a:r>
          </a:p>
        </p:txBody>
      </p:sp>
      <p:grpSp>
        <p:nvGrpSpPr>
          <p:cNvPr id="9" name="Group 4">
            <a:extLst>
              <a:ext uri="{FF2B5EF4-FFF2-40B4-BE49-F238E27FC236}">
                <a16:creationId xmlns:a16="http://schemas.microsoft.com/office/drawing/2014/main" id="{3553C3DD-D812-51C7-EBCA-D68A5D4589F6}"/>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p:grpSpPr>
        <p:sp>
          <p:nvSpPr>
            <p:cNvPr id="10" name="Freeform 5">
              <a:extLst>
                <a:ext uri="{FF2B5EF4-FFF2-40B4-BE49-F238E27FC236}">
                  <a16:creationId xmlns:a16="http://schemas.microsoft.com/office/drawing/2014/main" id="{B88F9EE7-5A85-8638-DA44-5ABF1E883B78}"/>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solidFill>
              <a:srgbClr val="2F2A9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sp>
          <p:nvSpPr>
            <p:cNvPr id="11" name="Freeform 6">
              <a:extLst>
                <a:ext uri="{FF2B5EF4-FFF2-40B4-BE49-F238E27FC236}">
                  <a16:creationId xmlns:a16="http://schemas.microsoft.com/office/drawing/2014/main" id="{A4C7BA65-61FB-3828-9C57-9938D1BE3E6C}"/>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solidFill>
              <a:srgbClr val="00B2A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grpSp>
    </p:spTree>
    <p:extLst>
      <p:ext uri="{BB962C8B-B14F-4D97-AF65-F5344CB8AC3E}">
        <p14:creationId xmlns:p14="http://schemas.microsoft.com/office/powerpoint/2010/main" val="3562587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42" presetClass="path" presetSubtype="0" decel="100000" fill="hold" grpId="1" nodeType="withEffect">
                                  <p:stCondLst>
                                    <p:cond delay="0"/>
                                  </p:stCondLst>
                                  <p:childTnLst>
                                    <p:animMotion origin="layout" path="M 1.25E-6 0.03889 L 1.25E-6 1.85185E-6 " pathEditMode="relative" rAng="0" ptsTypes="AA">
                                      <p:cBhvr>
                                        <p:cTn id="9" dur="750" fill="hold"/>
                                        <p:tgtEl>
                                          <p:spTgt spid="15"/>
                                        </p:tgtEl>
                                        <p:attrNameLst>
                                          <p:attrName>ppt_x</p:attrName>
                                          <p:attrName>ppt_y</p:attrName>
                                        </p:attrNameLst>
                                      </p:cBhvr>
                                      <p:rCtr x="0" y="-1944"/>
                                    </p:animMotion>
                                  </p:childTnLst>
                                </p:cTn>
                              </p:par>
                              <p:par>
                                <p:cTn id="10" presetID="10" presetClass="entr" presetSubtype="0" fill="hold" grpId="0" nodeType="withEffect">
                                  <p:stCondLst>
                                    <p:cond delay="20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par>
                                <p:cTn id="13" presetID="42" presetClass="path" presetSubtype="0" decel="100000" fill="hold" grpId="1" nodeType="withEffect">
                                  <p:stCondLst>
                                    <p:cond delay="200"/>
                                  </p:stCondLst>
                                  <p:childTnLst>
                                    <p:animMotion origin="layout" path="M 1.25E-6 0.03889 L 1.25E-6 1.85185E-6 " pathEditMode="relative" rAng="0" ptsTypes="AA">
                                      <p:cBhvr>
                                        <p:cTn id="14" dur="750" fill="hold"/>
                                        <p:tgtEl>
                                          <p:spTgt spid="16"/>
                                        </p:tgtEl>
                                        <p:attrNameLst>
                                          <p:attrName>ppt_x</p:attrName>
                                          <p:attrName>ppt_y</p:attrName>
                                        </p:attrNameLst>
                                      </p:cBhvr>
                                      <p:rCtr x="0" y="-1944"/>
                                    </p:animMotion>
                                  </p:childTnLst>
                                </p:cTn>
                              </p:par>
                              <p:par>
                                <p:cTn id="15" presetID="10" presetClass="entr" presetSubtype="0" fill="hold" grpId="0" nodeType="withEffect">
                                  <p:stCondLst>
                                    <p:cond delay="20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par>
                                <p:cTn id="18" presetID="42" presetClass="path" presetSubtype="0" decel="100000" fill="hold" grpId="1" nodeType="withEffect">
                                  <p:stCondLst>
                                    <p:cond delay="200"/>
                                  </p:stCondLst>
                                  <p:childTnLst>
                                    <p:animMotion origin="layout" path="M 1.25E-6 0.03889 L 1.25E-6 1.85185E-6 " pathEditMode="relative" rAng="0" ptsTypes="AA">
                                      <p:cBhvr>
                                        <p:cTn id="19" dur="750" fill="hold"/>
                                        <p:tgtEl>
                                          <p:spTgt spid="14"/>
                                        </p:tgtEl>
                                        <p:attrNameLst>
                                          <p:attrName>ppt_x</p:attrName>
                                          <p:attrName>ppt_y</p:attrName>
                                        </p:attrNameLst>
                                      </p:cBhvr>
                                      <p:rCtr x="0" y="-1944"/>
                                    </p:animMotion>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42" presetClass="path" presetSubtype="0" decel="100000" fill="hold" grpId="1" nodeType="withEffect">
                                  <p:stCondLst>
                                    <p:cond delay="0"/>
                                  </p:stCondLst>
                                  <p:childTnLst>
                                    <p:animMotion origin="layout" path="M 1.25E-6 0.03889 L 1.25E-6 1.85185E-6 " pathEditMode="relative" rAng="0" ptsTypes="AA">
                                      <p:cBhvr>
                                        <p:cTn id="24" dur="750" fill="hold"/>
                                        <p:tgtEl>
                                          <p:spTgt spid="13"/>
                                        </p:tgtEl>
                                        <p:attrNameLst>
                                          <p:attrName>ppt_x</p:attrName>
                                          <p:attrName>ppt_y</p:attrName>
                                        </p:attrNameLst>
                                      </p:cBhvr>
                                      <p:rCtr x="0" y="-1944"/>
                                    </p:animMotion>
                                  </p:childTnLst>
                                </p:cTn>
                              </p:par>
                              <p:par>
                                <p:cTn id="25" presetID="2" presetClass="entr" presetSubtype="2" decel="100000" fill="hold" grpId="0" nodeType="withEffect">
                                  <p:stCondLst>
                                    <p:cond delay="500"/>
                                  </p:stCondLst>
                                  <p:childTnLst>
                                    <p:set>
                                      <p:cBhvr>
                                        <p:cTn id="26" dur="1" fill="hold">
                                          <p:stCondLst>
                                            <p:cond delay="0"/>
                                          </p:stCondLst>
                                        </p:cTn>
                                        <p:tgtEl>
                                          <p:spTgt spid="48"/>
                                        </p:tgtEl>
                                        <p:attrNameLst>
                                          <p:attrName>style.visibility</p:attrName>
                                        </p:attrNameLst>
                                      </p:cBhvr>
                                      <p:to>
                                        <p:strVal val="visible"/>
                                      </p:to>
                                    </p:set>
                                    <p:anim calcmode="lin" valueType="num">
                                      <p:cBhvr additive="base">
                                        <p:cTn id="27" dur="500" fill="hold"/>
                                        <p:tgtEl>
                                          <p:spTgt spid="48"/>
                                        </p:tgtEl>
                                        <p:attrNameLst>
                                          <p:attrName>ppt_x</p:attrName>
                                        </p:attrNameLst>
                                      </p:cBhvr>
                                      <p:tavLst>
                                        <p:tav tm="0">
                                          <p:val>
                                            <p:strVal val="1+#ppt_w/2"/>
                                          </p:val>
                                        </p:tav>
                                        <p:tav tm="100000">
                                          <p:val>
                                            <p:strVal val="#ppt_x"/>
                                          </p:val>
                                        </p:tav>
                                      </p:tavLst>
                                    </p:anim>
                                    <p:anim calcmode="lin" valueType="num">
                                      <p:cBhvr additive="base">
                                        <p:cTn id="28" dur="500" fill="hold"/>
                                        <p:tgtEl>
                                          <p:spTgt spid="48"/>
                                        </p:tgtEl>
                                        <p:attrNameLst>
                                          <p:attrName>ppt_y</p:attrName>
                                        </p:attrNameLst>
                                      </p:cBhvr>
                                      <p:tavLst>
                                        <p:tav tm="0">
                                          <p:val>
                                            <p:strVal val="#ppt_y"/>
                                          </p:val>
                                        </p:tav>
                                        <p:tav tm="100000">
                                          <p:val>
                                            <p:strVal val="#ppt_y"/>
                                          </p:val>
                                        </p:tav>
                                      </p:tavLst>
                                    </p:anim>
                                  </p:childTnLst>
                                </p:cTn>
                              </p:par>
                              <p:par>
                                <p:cTn id="29" presetID="2" presetClass="entr" presetSubtype="2" decel="100000" fill="hold" grpId="0" nodeType="withEffect">
                                  <p:stCondLst>
                                    <p:cond delay="700"/>
                                  </p:stCondLst>
                                  <p:childTnLst>
                                    <p:set>
                                      <p:cBhvr>
                                        <p:cTn id="30" dur="1" fill="hold">
                                          <p:stCondLst>
                                            <p:cond delay="0"/>
                                          </p:stCondLst>
                                        </p:cTn>
                                        <p:tgtEl>
                                          <p:spTgt spid="49"/>
                                        </p:tgtEl>
                                        <p:attrNameLst>
                                          <p:attrName>style.visibility</p:attrName>
                                        </p:attrNameLst>
                                      </p:cBhvr>
                                      <p:to>
                                        <p:strVal val="visible"/>
                                      </p:to>
                                    </p:set>
                                    <p:anim calcmode="lin" valueType="num">
                                      <p:cBhvr additive="base">
                                        <p:cTn id="31" dur="500" fill="hold"/>
                                        <p:tgtEl>
                                          <p:spTgt spid="49"/>
                                        </p:tgtEl>
                                        <p:attrNameLst>
                                          <p:attrName>ppt_x</p:attrName>
                                        </p:attrNameLst>
                                      </p:cBhvr>
                                      <p:tavLst>
                                        <p:tav tm="0">
                                          <p:val>
                                            <p:strVal val="1+#ppt_w/2"/>
                                          </p:val>
                                        </p:tav>
                                        <p:tav tm="100000">
                                          <p:val>
                                            <p:strVal val="#ppt_x"/>
                                          </p:val>
                                        </p:tav>
                                      </p:tavLst>
                                    </p:anim>
                                    <p:anim calcmode="lin" valueType="num">
                                      <p:cBhvr additive="base">
                                        <p:cTn id="32" dur="500" fill="hold"/>
                                        <p:tgtEl>
                                          <p:spTgt spid="49"/>
                                        </p:tgtEl>
                                        <p:attrNameLst>
                                          <p:attrName>ppt_y</p:attrName>
                                        </p:attrNameLst>
                                      </p:cBhvr>
                                      <p:tavLst>
                                        <p:tav tm="0">
                                          <p:val>
                                            <p:strVal val="#ppt_y"/>
                                          </p:val>
                                        </p:tav>
                                        <p:tav tm="100000">
                                          <p:val>
                                            <p:strVal val="#ppt_y"/>
                                          </p:val>
                                        </p:tav>
                                      </p:tavLst>
                                    </p:anim>
                                  </p:childTnLst>
                                </p:cTn>
                              </p:par>
                              <p:par>
                                <p:cTn id="33" presetID="2" presetClass="entr" presetSubtype="2" decel="100000" fill="hold" grpId="0" nodeType="withEffect">
                                  <p:stCondLst>
                                    <p:cond delay="900"/>
                                  </p:stCondLst>
                                  <p:childTnLst>
                                    <p:set>
                                      <p:cBhvr>
                                        <p:cTn id="34" dur="1" fill="hold">
                                          <p:stCondLst>
                                            <p:cond delay="0"/>
                                          </p:stCondLst>
                                        </p:cTn>
                                        <p:tgtEl>
                                          <p:spTgt spid="50"/>
                                        </p:tgtEl>
                                        <p:attrNameLst>
                                          <p:attrName>style.visibility</p:attrName>
                                        </p:attrNameLst>
                                      </p:cBhvr>
                                      <p:to>
                                        <p:strVal val="visible"/>
                                      </p:to>
                                    </p:set>
                                    <p:anim calcmode="lin" valueType="num">
                                      <p:cBhvr additive="base">
                                        <p:cTn id="35" dur="500" fill="hold"/>
                                        <p:tgtEl>
                                          <p:spTgt spid="50"/>
                                        </p:tgtEl>
                                        <p:attrNameLst>
                                          <p:attrName>ppt_x</p:attrName>
                                        </p:attrNameLst>
                                      </p:cBhvr>
                                      <p:tavLst>
                                        <p:tav tm="0">
                                          <p:val>
                                            <p:strVal val="1+#ppt_w/2"/>
                                          </p:val>
                                        </p:tav>
                                        <p:tav tm="100000">
                                          <p:val>
                                            <p:strVal val="#ppt_x"/>
                                          </p:val>
                                        </p:tav>
                                      </p:tavLst>
                                    </p:anim>
                                    <p:anim calcmode="lin" valueType="num">
                                      <p:cBhvr additive="base">
                                        <p:cTn id="36" dur="500" fill="hold"/>
                                        <p:tgtEl>
                                          <p:spTgt spid="50"/>
                                        </p:tgtEl>
                                        <p:attrNameLst>
                                          <p:attrName>ppt_y</p:attrName>
                                        </p:attrNameLst>
                                      </p:cBhvr>
                                      <p:tavLst>
                                        <p:tav tm="0">
                                          <p:val>
                                            <p:strVal val="#ppt_y"/>
                                          </p:val>
                                        </p:tav>
                                        <p:tav tm="100000">
                                          <p:val>
                                            <p:strVal val="#ppt_y"/>
                                          </p:val>
                                        </p:tav>
                                      </p:tavLst>
                                    </p:anim>
                                  </p:childTnLst>
                                </p:cTn>
                              </p:par>
                              <p:par>
                                <p:cTn id="37" presetID="2" presetClass="entr" presetSubtype="2" decel="100000" fill="hold" grpId="0" nodeType="withEffect">
                                  <p:stCondLst>
                                    <p:cond delay="1100"/>
                                  </p:stCondLst>
                                  <p:childTnLst>
                                    <p:set>
                                      <p:cBhvr>
                                        <p:cTn id="38" dur="1" fill="hold">
                                          <p:stCondLst>
                                            <p:cond delay="0"/>
                                          </p:stCondLst>
                                        </p:cTn>
                                        <p:tgtEl>
                                          <p:spTgt spid="51"/>
                                        </p:tgtEl>
                                        <p:attrNameLst>
                                          <p:attrName>style.visibility</p:attrName>
                                        </p:attrNameLst>
                                      </p:cBhvr>
                                      <p:to>
                                        <p:strVal val="visible"/>
                                      </p:to>
                                    </p:set>
                                    <p:anim calcmode="lin" valueType="num">
                                      <p:cBhvr additive="base">
                                        <p:cTn id="39" dur="500" fill="hold"/>
                                        <p:tgtEl>
                                          <p:spTgt spid="51"/>
                                        </p:tgtEl>
                                        <p:attrNameLst>
                                          <p:attrName>ppt_x</p:attrName>
                                        </p:attrNameLst>
                                      </p:cBhvr>
                                      <p:tavLst>
                                        <p:tav tm="0">
                                          <p:val>
                                            <p:strVal val="1+#ppt_w/2"/>
                                          </p:val>
                                        </p:tav>
                                        <p:tav tm="100000">
                                          <p:val>
                                            <p:strVal val="#ppt_x"/>
                                          </p:val>
                                        </p:tav>
                                      </p:tavLst>
                                    </p:anim>
                                    <p:anim calcmode="lin" valueType="num">
                                      <p:cBhvr additive="base">
                                        <p:cTn id="40" dur="500" fill="hold"/>
                                        <p:tgtEl>
                                          <p:spTgt spid="51"/>
                                        </p:tgtEl>
                                        <p:attrNameLst>
                                          <p:attrName>ppt_y</p:attrName>
                                        </p:attrNameLst>
                                      </p:cBhvr>
                                      <p:tavLst>
                                        <p:tav tm="0">
                                          <p:val>
                                            <p:strVal val="#ppt_y"/>
                                          </p:val>
                                        </p:tav>
                                        <p:tav tm="100000">
                                          <p:val>
                                            <p:strVal val="#ppt_y"/>
                                          </p:val>
                                        </p:tav>
                                      </p:tavLst>
                                    </p:anim>
                                  </p:childTnLst>
                                </p:cTn>
                              </p:par>
                              <p:par>
                                <p:cTn id="41" presetID="2" presetClass="entr" presetSubtype="2" decel="100000" fill="hold" grpId="0" nodeType="withEffect">
                                  <p:stCondLst>
                                    <p:cond delay="1300"/>
                                  </p:stCondLst>
                                  <p:childTnLst>
                                    <p:set>
                                      <p:cBhvr>
                                        <p:cTn id="42" dur="1" fill="hold">
                                          <p:stCondLst>
                                            <p:cond delay="0"/>
                                          </p:stCondLst>
                                        </p:cTn>
                                        <p:tgtEl>
                                          <p:spTgt spid="52"/>
                                        </p:tgtEl>
                                        <p:attrNameLst>
                                          <p:attrName>style.visibility</p:attrName>
                                        </p:attrNameLst>
                                      </p:cBhvr>
                                      <p:to>
                                        <p:strVal val="visible"/>
                                      </p:to>
                                    </p:set>
                                    <p:anim calcmode="lin" valueType="num">
                                      <p:cBhvr additive="base">
                                        <p:cTn id="43" dur="500" fill="hold"/>
                                        <p:tgtEl>
                                          <p:spTgt spid="52"/>
                                        </p:tgtEl>
                                        <p:attrNameLst>
                                          <p:attrName>ppt_x</p:attrName>
                                        </p:attrNameLst>
                                      </p:cBhvr>
                                      <p:tavLst>
                                        <p:tav tm="0">
                                          <p:val>
                                            <p:strVal val="1+#ppt_w/2"/>
                                          </p:val>
                                        </p:tav>
                                        <p:tav tm="100000">
                                          <p:val>
                                            <p:strVal val="#ppt_x"/>
                                          </p:val>
                                        </p:tav>
                                      </p:tavLst>
                                    </p:anim>
                                    <p:anim calcmode="lin" valueType="num">
                                      <p:cBhvr additive="base">
                                        <p:cTn id="44" dur="500" fill="hold"/>
                                        <p:tgtEl>
                                          <p:spTgt spid="52"/>
                                        </p:tgtEl>
                                        <p:attrNameLst>
                                          <p:attrName>ppt_y</p:attrName>
                                        </p:attrNameLst>
                                      </p:cBhvr>
                                      <p:tavLst>
                                        <p:tav tm="0">
                                          <p:val>
                                            <p:strVal val="#ppt_y"/>
                                          </p:val>
                                        </p:tav>
                                        <p:tav tm="100000">
                                          <p:val>
                                            <p:strVal val="#ppt_y"/>
                                          </p:val>
                                        </p:tav>
                                      </p:tavLst>
                                    </p:anim>
                                  </p:childTnLst>
                                </p:cTn>
                              </p:par>
                              <p:par>
                                <p:cTn id="45" presetID="2" presetClass="entr" presetSubtype="2" decel="100000" fill="hold" grpId="0" nodeType="withEffect">
                                  <p:stCondLst>
                                    <p:cond delay="1500"/>
                                  </p:stCondLst>
                                  <p:childTnLst>
                                    <p:set>
                                      <p:cBhvr>
                                        <p:cTn id="46" dur="1" fill="hold">
                                          <p:stCondLst>
                                            <p:cond delay="0"/>
                                          </p:stCondLst>
                                        </p:cTn>
                                        <p:tgtEl>
                                          <p:spTgt spid="53"/>
                                        </p:tgtEl>
                                        <p:attrNameLst>
                                          <p:attrName>style.visibility</p:attrName>
                                        </p:attrNameLst>
                                      </p:cBhvr>
                                      <p:to>
                                        <p:strVal val="visible"/>
                                      </p:to>
                                    </p:set>
                                    <p:anim calcmode="lin" valueType="num">
                                      <p:cBhvr additive="base">
                                        <p:cTn id="47" dur="500" fill="hold"/>
                                        <p:tgtEl>
                                          <p:spTgt spid="53"/>
                                        </p:tgtEl>
                                        <p:attrNameLst>
                                          <p:attrName>ppt_x</p:attrName>
                                        </p:attrNameLst>
                                      </p:cBhvr>
                                      <p:tavLst>
                                        <p:tav tm="0">
                                          <p:val>
                                            <p:strVal val="1+#ppt_w/2"/>
                                          </p:val>
                                        </p:tav>
                                        <p:tav tm="100000">
                                          <p:val>
                                            <p:strVal val="#ppt_x"/>
                                          </p:val>
                                        </p:tav>
                                      </p:tavLst>
                                    </p:anim>
                                    <p:anim calcmode="lin" valueType="num">
                                      <p:cBhvr additive="base">
                                        <p:cTn id="48" dur="500" fill="hold"/>
                                        <p:tgtEl>
                                          <p:spTgt spid="53"/>
                                        </p:tgtEl>
                                        <p:attrNameLst>
                                          <p:attrName>ppt_y</p:attrName>
                                        </p:attrNameLst>
                                      </p:cBhvr>
                                      <p:tavLst>
                                        <p:tav tm="0">
                                          <p:val>
                                            <p:strVal val="#ppt_y"/>
                                          </p:val>
                                        </p:tav>
                                        <p:tav tm="100000">
                                          <p:val>
                                            <p:strVal val="#ppt_y"/>
                                          </p:val>
                                        </p:tav>
                                      </p:tavLst>
                                    </p:anim>
                                  </p:childTnLst>
                                </p:cTn>
                              </p:par>
                              <p:par>
                                <p:cTn id="49" presetID="2" presetClass="entr" presetSubtype="2" decel="100000" fill="hold" grpId="0" nodeType="withEffect">
                                  <p:stCondLst>
                                    <p:cond delay="1700"/>
                                  </p:stCondLst>
                                  <p:childTnLst>
                                    <p:set>
                                      <p:cBhvr>
                                        <p:cTn id="50" dur="1" fill="hold">
                                          <p:stCondLst>
                                            <p:cond delay="0"/>
                                          </p:stCondLst>
                                        </p:cTn>
                                        <p:tgtEl>
                                          <p:spTgt spid="54"/>
                                        </p:tgtEl>
                                        <p:attrNameLst>
                                          <p:attrName>style.visibility</p:attrName>
                                        </p:attrNameLst>
                                      </p:cBhvr>
                                      <p:to>
                                        <p:strVal val="visible"/>
                                      </p:to>
                                    </p:set>
                                    <p:anim calcmode="lin" valueType="num">
                                      <p:cBhvr additive="base">
                                        <p:cTn id="51" dur="500" fill="hold"/>
                                        <p:tgtEl>
                                          <p:spTgt spid="54"/>
                                        </p:tgtEl>
                                        <p:attrNameLst>
                                          <p:attrName>ppt_x</p:attrName>
                                        </p:attrNameLst>
                                      </p:cBhvr>
                                      <p:tavLst>
                                        <p:tav tm="0">
                                          <p:val>
                                            <p:strVal val="1+#ppt_w/2"/>
                                          </p:val>
                                        </p:tav>
                                        <p:tav tm="100000">
                                          <p:val>
                                            <p:strVal val="#ppt_x"/>
                                          </p:val>
                                        </p:tav>
                                      </p:tavLst>
                                    </p:anim>
                                    <p:anim calcmode="lin" valueType="num">
                                      <p:cBhvr additive="base">
                                        <p:cTn id="52" dur="500" fill="hold"/>
                                        <p:tgtEl>
                                          <p:spTgt spid="54"/>
                                        </p:tgtEl>
                                        <p:attrNameLst>
                                          <p:attrName>ppt_y</p:attrName>
                                        </p:attrNameLst>
                                      </p:cBhvr>
                                      <p:tavLst>
                                        <p:tav tm="0">
                                          <p:val>
                                            <p:strVal val="#ppt_y"/>
                                          </p:val>
                                        </p:tav>
                                        <p:tav tm="100000">
                                          <p:val>
                                            <p:strVal val="#ppt_y"/>
                                          </p:val>
                                        </p:tav>
                                      </p:tavLst>
                                    </p:anim>
                                  </p:childTnLst>
                                </p:cTn>
                              </p:par>
                              <p:par>
                                <p:cTn id="53" presetID="10" presetClass="entr" presetSubtype="0" fill="hold" grpId="0" nodeType="withEffect">
                                  <p:stCondLst>
                                    <p:cond delay="50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250"/>
                                        <p:tgtEl>
                                          <p:spTgt spid="31"/>
                                        </p:tgtEl>
                                      </p:cBhvr>
                                    </p:animEffect>
                                  </p:childTnLst>
                                </p:cTn>
                              </p:par>
                              <p:par>
                                <p:cTn id="56" presetID="42" presetClass="path" presetSubtype="0" decel="100000" fill="hold" grpId="1" nodeType="withEffect">
                                  <p:stCondLst>
                                    <p:cond delay="500"/>
                                  </p:stCondLst>
                                  <p:childTnLst>
                                    <p:animMotion origin="layout" path="M -0.01719 -0.00023 L -1.25E-6 1.85185E-6 " pathEditMode="relative" rAng="0" ptsTypes="AA">
                                      <p:cBhvr>
                                        <p:cTn id="57" dur="500" fill="hold"/>
                                        <p:tgtEl>
                                          <p:spTgt spid="31"/>
                                        </p:tgtEl>
                                        <p:attrNameLst>
                                          <p:attrName>ppt_x</p:attrName>
                                          <p:attrName>ppt_y</p:attrName>
                                        </p:attrNameLst>
                                      </p:cBhvr>
                                      <p:rCtr x="859" y="0"/>
                                    </p:animMotion>
                                  </p:childTnLst>
                                </p:cTn>
                              </p:par>
                              <p:par>
                                <p:cTn id="58" presetID="10" presetClass="entr" presetSubtype="0" fill="hold" grpId="0" nodeType="withEffect">
                                  <p:stCondLst>
                                    <p:cond delay="500"/>
                                  </p:stCondLst>
                                  <p:childTnLst>
                                    <p:set>
                                      <p:cBhvr>
                                        <p:cTn id="59" dur="1" fill="hold">
                                          <p:stCondLst>
                                            <p:cond delay="0"/>
                                          </p:stCondLst>
                                        </p:cTn>
                                        <p:tgtEl>
                                          <p:spTgt spid="38"/>
                                        </p:tgtEl>
                                        <p:attrNameLst>
                                          <p:attrName>style.visibility</p:attrName>
                                        </p:attrNameLst>
                                      </p:cBhvr>
                                      <p:to>
                                        <p:strVal val="visible"/>
                                      </p:to>
                                    </p:set>
                                    <p:animEffect transition="in" filter="fade">
                                      <p:cBhvr>
                                        <p:cTn id="60" dur="250"/>
                                        <p:tgtEl>
                                          <p:spTgt spid="38"/>
                                        </p:tgtEl>
                                      </p:cBhvr>
                                    </p:animEffect>
                                  </p:childTnLst>
                                </p:cTn>
                              </p:par>
                              <p:par>
                                <p:cTn id="61" presetID="42" presetClass="path" presetSubtype="0" decel="100000" fill="hold" grpId="1" nodeType="withEffect">
                                  <p:stCondLst>
                                    <p:cond delay="500"/>
                                  </p:stCondLst>
                                  <p:childTnLst>
                                    <p:animMotion origin="layout" path="M -0.01719 -0.00023 L -1.25E-6 1.85185E-6 " pathEditMode="relative" rAng="0" ptsTypes="AA">
                                      <p:cBhvr>
                                        <p:cTn id="62" dur="500" fill="hold"/>
                                        <p:tgtEl>
                                          <p:spTgt spid="38"/>
                                        </p:tgtEl>
                                        <p:attrNameLst>
                                          <p:attrName>ppt_x</p:attrName>
                                          <p:attrName>ppt_y</p:attrName>
                                        </p:attrNameLst>
                                      </p:cBhvr>
                                      <p:rCtr x="859" y="0"/>
                                    </p:animMotion>
                                  </p:childTnLst>
                                </p:cTn>
                              </p:par>
                              <p:par>
                                <p:cTn id="63" presetID="10" presetClass="entr" presetSubtype="0" fill="hold" grpId="0" nodeType="withEffect">
                                  <p:stCondLst>
                                    <p:cond delay="700"/>
                                  </p:stCondLst>
                                  <p:childTnLst>
                                    <p:set>
                                      <p:cBhvr>
                                        <p:cTn id="64" dur="1" fill="hold">
                                          <p:stCondLst>
                                            <p:cond delay="0"/>
                                          </p:stCondLst>
                                        </p:cTn>
                                        <p:tgtEl>
                                          <p:spTgt spid="46"/>
                                        </p:tgtEl>
                                        <p:attrNameLst>
                                          <p:attrName>style.visibility</p:attrName>
                                        </p:attrNameLst>
                                      </p:cBhvr>
                                      <p:to>
                                        <p:strVal val="visible"/>
                                      </p:to>
                                    </p:set>
                                    <p:animEffect transition="in" filter="fade">
                                      <p:cBhvr>
                                        <p:cTn id="65" dur="250"/>
                                        <p:tgtEl>
                                          <p:spTgt spid="46"/>
                                        </p:tgtEl>
                                      </p:cBhvr>
                                    </p:animEffect>
                                  </p:childTnLst>
                                </p:cTn>
                              </p:par>
                              <p:par>
                                <p:cTn id="66" presetID="42" presetClass="path" presetSubtype="0" decel="100000" fill="hold" grpId="1" nodeType="withEffect">
                                  <p:stCondLst>
                                    <p:cond delay="700"/>
                                  </p:stCondLst>
                                  <p:childTnLst>
                                    <p:animMotion origin="layout" path="M -0.01719 -0.00023 L -1.25E-6 1.85185E-6 " pathEditMode="relative" rAng="0" ptsTypes="AA">
                                      <p:cBhvr>
                                        <p:cTn id="67" dur="500" fill="hold"/>
                                        <p:tgtEl>
                                          <p:spTgt spid="46"/>
                                        </p:tgtEl>
                                        <p:attrNameLst>
                                          <p:attrName>ppt_x</p:attrName>
                                          <p:attrName>ppt_y</p:attrName>
                                        </p:attrNameLst>
                                      </p:cBhvr>
                                      <p:rCtr x="859" y="0"/>
                                    </p:animMotion>
                                  </p:childTnLst>
                                </p:cTn>
                              </p:par>
                              <p:par>
                                <p:cTn id="68" presetID="10" presetClass="entr" presetSubtype="0" fill="hold" grpId="0" nodeType="withEffect">
                                  <p:stCondLst>
                                    <p:cond delay="700"/>
                                  </p:stCondLst>
                                  <p:childTnLst>
                                    <p:set>
                                      <p:cBhvr>
                                        <p:cTn id="69" dur="1" fill="hold">
                                          <p:stCondLst>
                                            <p:cond delay="0"/>
                                          </p:stCondLst>
                                        </p:cTn>
                                        <p:tgtEl>
                                          <p:spTgt spid="32"/>
                                        </p:tgtEl>
                                        <p:attrNameLst>
                                          <p:attrName>style.visibility</p:attrName>
                                        </p:attrNameLst>
                                      </p:cBhvr>
                                      <p:to>
                                        <p:strVal val="visible"/>
                                      </p:to>
                                    </p:set>
                                    <p:animEffect transition="in" filter="fade">
                                      <p:cBhvr>
                                        <p:cTn id="70" dur="250"/>
                                        <p:tgtEl>
                                          <p:spTgt spid="32"/>
                                        </p:tgtEl>
                                      </p:cBhvr>
                                    </p:animEffect>
                                  </p:childTnLst>
                                </p:cTn>
                              </p:par>
                              <p:par>
                                <p:cTn id="71" presetID="42" presetClass="path" presetSubtype="0" decel="100000" fill="hold" grpId="1" nodeType="withEffect">
                                  <p:stCondLst>
                                    <p:cond delay="700"/>
                                  </p:stCondLst>
                                  <p:childTnLst>
                                    <p:animMotion origin="layout" path="M -0.01719 -0.00023 L -1.25E-6 1.85185E-6 " pathEditMode="relative" rAng="0" ptsTypes="AA">
                                      <p:cBhvr>
                                        <p:cTn id="72" dur="500" fill="hold"/>
                                        <p:tgtEl>
                                          <p:spTgt spid="32"/>
                                        </p:tgtEl>
                                        <p:attrNameLst>
                                          <p:attrName>ppt_x</p:attrName>
                                          <p:attrName>ppt_y</p:attrName>
                                        </p:attrNameLst>
                                      </p:cBhvr>
                                      <p:rCtr x="859" y="0"/>
                                    </p:animMotion>
                                  </p:childTnLst>
                                </p:cTn>
                              </p:par>
                              <p:par>
                                <p:cTn id="73" presetID="10" presetClass="entr" presetSubtype="0" fill="hold" grpId="0" nodeType="withEffect">
                                  <p:stCondLst>
                                    <p:cond delay="900"/>
                                  </p:stCondLst>
                                  <p:childTnLst>
                                    <p:set>
                                      <p:cBhvr>
                                        <p:cTn id="74" dur="1" fill="hold">
                                          <p:stCondLst>
                                            <p:cond delay="0"/>
                                          </p:stCondLst>
                                        </p:cTn>
                                        <p:tgtEl>
                                          <p:spTgt spid="45"/>
                                        </p:tgtEl>
                                        <p:attrNameLst>
                                          <p:attrName>style.visibility</p:attrName>
                                        </p:attrNameLst>
                                      </p:cBhvr>
                                      <p:to>
                                        <p:strVal val="visible"/>
                                      </p:to>
                                    </p:set>
                                    <p:animEffect transition="in" filter="fade">
                                      <p:cBhvr>
                                        <p:cTn id="75" dur="250"/>
                                        <p:tgtEl>
                                          <p:spTgt spid="45"/>
                                        </p:tgtEl>
                                      </p:cBhvr>
                                    </p:animEffect>
                                  </p:childTnLst>
                                </p:cTn>
                              </p:par>
                              <p:par>
                                <p:cTn id="76" presetID="42" presetClass="path" presetSubtype="0" decel="100000" fill="hold" grpId="1" nodeType="withEffect">
                                  <p:stCondLst>
                                    <p:cond delay="900"/>
                                  </p:stCondLst>
                                  <p:childTnLst>
                                    <p:animMotion origin="layout" path="M -0.01719 -0.00023 L -1.25E-6 1.85185E-6 " pathEditMode="relative" rAng="0" ptsTypes="AA">
                                      <p:cBhvr>
                                        <p:cTn id="77" dur="500" fill="hold"/>
                                        <p:tgtEl>
                                          <p:spTgt spid="45"/>
                                        </p:tgtEl>
                                        <p:attrNameLst>
                                          <p:attrName>ppt_x</p:attrName>
                                          <p:attrName>ppt_y</p:attrName>
                                        </p:attrNameLst>
                                      </p:cBhvr>
                                      <p:rCtr x="859" y="0"/>
                                    </p:animMotion>
                                  </p:childTnLst>
                                </p:cTn>
                              </p:par>
                              <p:par>
                                <p:cTn id="78" presetID="10" presetClass="entr" presetSubtype="0" fill="hold" grpId="0" nodeType="withEffect">
                                  <p:stCondLst>
                                    <p:cond delay="900"/>
                                  </p:stCondLst>
                                  <p:childTnLst>
                                    <p:set>
                                      <p:cBhvr>
                                        <p:cTn id="79" dur="1" fill="hold">
                                          <p:stCondLst>
                                            <p:cond delay="0"/>
                                          </p:stCondLst>
                                        </p:cTn>
                                        <p:tgtEl>
                                          <p:spTgt spid="33"/>
                                        </p:tgtEl>
                                        <p:attrNameLst>
                                          <p:attrName>style.visibility</p:attrName>
                                        </p:attrNameLst>
                                      </p:cBhvr>
                                      <p:to>
                                        <p:strVal val="visible"/>
                                      </p:to>
                                    </p:set>
                                    <p:animEffect transition="in" filter="fade">
                                      <p:cBhvr>
                                        <p:cTn id="80" dur="250"/>
                                        <p:tgtEl>
                                          <p:spTgt spid="33"/>
                                        </p:tgtEl>
                                      </p:cBhvr>
                                    </p:animEffect>
                                  </p:childTnLst>
                                </p:cTn>
                              </p:par>
                              <p:par>
                                <p:cTn id="81" presetID="42" presetClass="path" presetSubtype="0" decel="100000" fill="hold" grpId="1" nodeType="withEffect">
                                  <p:stCondLst>
                                    <p:cond delay="900"/>
                                  </p:stCondLst>
                                  <p:childTnLst>
                                    <p:animMotion origin="layout" path="M -0.01719 -0.00023 L -1.25E-6 1.85185E-6 " pathEditMode="relative" rAng="0" ptsTypes="AA">
                                      <p:cBhvr>
                                        <p:cTn id="82" dur="500" fill="hold"/>
                                        <p:tgtEl>
                                          <p:spTgt spid="33"/>
                                        </p:tgtEl>
                                        <p:attrNameLst>
                                          <p:attrName>ppt_x</p:attrName>
                                          <p:attrName>ppt_y</p:attrName>
                                        </p:attrNameLst>
                                      </p:cBhvr>
                                      <p:rCtr x="859" y="0"/>
                                    </p:animMotion>
                                  </p:childTnLst>
                                </p:cTn>
                              </p:par>
                              <p:par>
                                <p:cTn id="83" presetID="10" presetClass="entr" presetSubtype="0" fill="hold" grpId="0" nodeType="withEffect">
                                  <p:stCondLst>
                                    <p:cond delay="1100"/>
                                  </p:stCondLst>
                                  <p:childTnLst>
                                    <p:set>
                                      <p:cBhvr>
                                        <p:cTn id="84" dur="1" fill="hold">
                                          <p:stCondLst>
                                            <p:cond delay="0"/>
                                          </p:stCondLst>
                                        </p:cTn>
                                        <p:tgtEl>
                                          <p:spTgt spid="44"/>
                                        </p:tgtEl>
                                        <p:attrNameLst>
                                          <p:attrName>style.visibility</p:attrName>
                                        </p:attrNameLst>
                                      </p:cBhvr>
                                      <p:to>
                                        <p:strVal val="visible"/>
                                      </p:to>
                                    </p:set>
                                    <p:animEffect transition="in" filter="fade">
                                      <p:cBhvr>
                                        <p:cTn id="85" dur="250"/>
                                        <p:tgtEl>
                                          <p:spTgt spid="44"/>
                                        </p:tgtEl>
                                      </p:cBhvr>
                                    </p:animEffect>
                                  </p:childTnLst>
                                </p:cTn>
                              </p:par>
                              <p:par>
                                <p:cTn id="86" presetID="42" presetClass="path" presetSubtype="0" decel="100000" fill="hold" grpId="1" nodeType="withEffect">
                                  <p:stCondLst>
                                    <p:cond delay="1100"/>
                                  </p:stCondLst>
                                  <p:childTnLst>
                                    <p:animMotion origin="layout" path="M -0.01719 -0.00023 L -1.25E-6 1.85185E-6 " pathEditMode="relative" rAng="0" ptsTypes="AA">
                                      <p:cBhvr>
                                        <p:cTn id="87" dur="500" fill="hold"/>
                                        <p:tgtEl>
                                          <p:spTgt spid="44"/>
                                        </p:tgtEl>
                                        <p:attrNameLst>
                                          <p:attrName>ppt_x</p:attrName>
                                          <p:attrName>ppt_y</p:attrName>
                                        </p:attrNameLst>
                                      </p:cBhvr>
                                      <p:rCtr x="859" y="0"/>
                                    </p:animMotion>
                                  </p:childTnLst>
                                </p:cTn>
                              </p:par>
                              <p:par>
                                <p:cTn id="88" presetID="10" presetClass="entr" presetSubtype="0" fill="hold" grpId="0" nodeType="withEffect">
                                  <p:stCondLst>
                                    <p:cond delay="1100"/>
                                  </p:stCondLst>
                                  <p:childTnLst>
                                    <p:set>
                                      <p:cBhvr>
                                        <p:cTn id="89" dur="1" fill="hold">
                                          <p:stCondLst>
                                            <p:cond delay="0"/>
                                          </p:stCondLst>
                                        </p:cTn>
                                        <p:tgtEl>
                                          <p:spTgt spid="34"/>
                                        </p:tgtEl>
                                        <p:attrNameLst>
                                          <p:attrName>style.visibility</p:attrName>
                                        </p:attrNameLst>
                                      </p:cBhvr>
                                      <p:to>
                                        <p:strVal val="visible"/>
                                      </p:to>
                                    </p:set>
                                    <p:animEffect transition="in" filter="fade">
                                      <p:cBhvr>
                                        <p:cTn id="90" dur="250"/>
                                        <p:tgtEl>
                                          <p:spTgt spid="34"/>
                                        </p:tgtEl>
                                      </p:cBhvr>
                                    </p:animEffect>
                                  </p:childTnLst>
                                </p:cTn>
                              </p:par>
                              <p:par>
                                <p:cTn id="91" presetID="42" presetClass="path" presetSubtype="0" decel="100000" fill="hold" grpId="1" nodeType="withEffect">
                                  <p:stCondLst>
                                    <p:cond delay="1100"/>
                                  </p:stCondLst>
                                  <p:childTnLst>
                                    <p:animMotion origin="layout" path="M -0.01719 -0.00023 L -1.25E-6 1.85185E-6 " pathEditMode="relative" rAng="0" ptsTypes="AA">
                                      <p:cBhvr>
                                        <p:cTn id="92" dur="500" fill="hold"/>
                                        <p:tgtEl>
                                          <p:spTgt spid="34"/>
                                        </p:tgtEl>
                                        <p:attrNameLst>
                                          <p:attrName>ppt_x</p:attrName>
                                          <p:attrName>ppt_y</p:attrName>
                                        </p:attrNameLst>
                                      </p:cBhvr>
                                      <p:rCtr x="859" y="0"/>
                                    </p:animMotion>
                                  </p:childTnLst>
                                </p:cTn>
                              </p:par>
                              <p:par>
                                <p:cTn id="93" presetID="10" presetClass="entr" presetSubtype="0" fill="hold" grpId="0" nodeType="withEffect">
                                  <p:stCondLst>
                                    <p:cond delay="1300"/>
                                  </p:stCondLst>
                                  <p:childTnLst>
                                    <p:set>
                                      <p:cBhvr>
                                        <p:cTn id="94" dur="1" fill="hold">
                                          <p:stCondLst>
                                            <p:cond delay="0"/>
                                          </p:stCondLst>
                                        </p:cTn>
                                        <p:tgtEl>
                                          <p:spTgt spid="43"/>
                                        </p:tgtEl>
                                        <p:attrNameLst>
                                          <p:attrName>style.visibility</p:attrName>
                                        </p:attrNameLst>
                                      </p:cBhvr>
                                      <p:to>
                                        <p:strVal val="visible"/>
                                      </p:to>
                                    </p:set>
                                    <p:animEffect transition="in" filter="fade">
                                      <p:cBhvr>
                                        <p:cTn id="95" dur="250"/>
                                        <p:tgtEl>
                                          <p:spTgt spid="43"/>
                                        </p:tgtEl>
                                      </p:cBhvr>
                                    </p:animEffect>
                                  </p:childTnLst>
                                </p:cTn>
                              </p:par>
                              <p:par>
                                <p:cTn id="96" presetID="42" presetClass="path" presetSubtype="0" decel="100000" fill="hold" grpId="1" nodeType="withEffect">
                                  <p:stCondLst>
                                    <p:cond delay="1300"/>
                                  </p:stCondLst>
                                  <p:childTnLst>
                                    <p:animMotion origin="layout" path="M -0.01719 -0.00023 L -1.25E-6 1.85185E-6 " pathEditMode="relative" rAng="0" ptsTypes="AA">
                                      <p:cBhvr>
                                        <p:cTn id="97" dur="500" fill="hold"/>
                                        <p:tgtEl>
                                          <p:spTgt spid="43"/>
                                        </p:tgtEl>
                                        <p:attrNameLst>
                                          <p:attrName>ppt_x</p:attrName>
                                          <p:attrName>ppt_y</p:attrName>
                                        </p:attrNameLst>
                                      </p:cBhvr>
                                      <p:rCtr x="859" y="0"/>
                                    </p:animMotion>
                                  </p:childTnLst>
                                </p:cTn>
                              </p:par>
                              <p:par>
                                <p:cTn id="98" presetID="10" presetClass="entr" presetSubtype="0" fill="hold" grpId="0" nodeType="withEffect">
                                  <p:stCondLst>
                                    <p:cond delay="130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250"/>
                                        <p:tgtEl>
                                          <p:spTgt spid="35"/>
                                        </p:tgtEl>
                                      </p:cBhvr>
                                    </p:animEffect>
                                  </p:childTnLst>
                                </p:cTn>
                              </p:par>
                              <p:par>
                                <p:cTn id="101" presetID="42" presetClass="path" presetSubtype="0" decel="100000" fill="hold" grpId="1" nodeType="withEffect">
                                  <p:stCondLst>
                                    <p:cond delay="1300"/>
                                  </p:stCondLst>
                                  <p:childTnLst>
                                    <p:animMotion origin="layout" path="M -0.01719 -0.00023 L -1.25E-6 1.85185E-6 " pathEditMode="relative" rAng="0" ptsTypes="AA">
                                      <p:cBhvr>
                                        <p:cTn id="102" dur="500" fill="hold"/>
                                        <p:tgtEl>
                                          <p:spTgt spid="35"/>
                                        </p:tgtEl>
                                        <p:attrNameLst>
                                          <p:attrName>ppt_x</p:attrName>
                                          <p:attrName>ppt_y</p:attrName>
                                        </p:attrNameLst>
                                      </p:cBhvr>
                                      <p:rCtr x="859" y="0"/>
                                    </p:animMotion>
                                  </p:childTnLst>
                                </p:cTn>
                              </p:par>
                              <p:par>
                                <p:cTn id="103" presetID="10" presetClass="entr" presetSubtype="0" fill="hold" grpId="0" nodeType="withEffect">
                                  <p:stCondLst>
                                    <p:cond delay="1500"/>
                                  </p:stCondLst>
                                  <p:childTnLst>
                                    <p:set>
                                      <p:cBhvr>
                                        <p:cTn id="104" dur="1" fill="hold">
                                          <p:stCondLst>
                                            <p:cond delay="0"/>
                                          </p:stCondLst>
                                        </p:cTn>
                                        <p:tgtEl>
                                          <p:spTgt spid="42"/>
                                        </p:tgtEl>
                                        <p:attrNameLst>
                                          <p:attrName>style.visibility</p:attrName>
                                        </p:attrNameLst>
                                      </p:cBhvr>
                                      <p:to>
                                        <p:strVal val="visible"/>
                                      </p:to>
                                    </p:set>
                                    <p:animEffect transition="in" filter="fade">
                                      <p:cBhvr>
                                        <p:cTn id="105" dur="250"/>
                                        <p:tgtEl>
                                          <p:spTgt spid="42"/>
                                        </p:tgtEl>
                                      </p:cBhvr>
                                    </p:animEffect>
                                  </p:childTnLst>
                                </p:cTn>
                              </p:par>
                              <p:par>
                                <p:cTn id="106" presetID="42" presetClass="path" presetSubtype="0" decel="100000" fill="hold" grpId="1" nodeType="withEffect">
                                  <p:stCondLst>
                                    <p:cond delay="1500"/>
                                  </p:stCondLst>
                                  <p:childTnLst>
                                    <p:animMotion origin="layout" path="M -0.01719 -0.00023 L -1.25E-6 1.85185E-6 " pathEditMode="relative" rAng="0" ptsTypes="AA">
                                      <p:cBhvr>
                                        <p:cTn id="107" dur="500" fill="hold"/>
                                        <p:tgtEl>
                                          <p:spTgt spid="42"/>
                                        </p:tgtEl>
                                        <p:attrNameLst>
                                          <p:attrName>ppt_x</p:attrName>
                                          <p:attrName>ppt_y</p:attrName>
                                        </p:attrNameLst>
                                      </p:cBhvr>
                                      <p:rCtr x="859" y="0"/>
                                    </p:animMotion>
                                  </p:childTnLst>
                                </p:cTn>
                              </p:par>
                              <p:par>
                                <p:cTn id="108" presetID="10" presetClass="entr" presetSubtype="0" fill="hold" grpId="0" nodeType="withEffect">
                                  <p:stCondLst>
                                    <p:cond delay="1500"/>
                                  </p:stCondLst>
                                  <p:childTnLst>
                                    <p:set>
                                      <p:cBhvr>
                                        <p:cTn id="109" dur="1" fill="hold">
                                          <p:stCondLst>
                                            <p:cond delay="0"/>
                                          </p:stCondLst>
                                        </p:cTn>
                                        <p:tgtEl>
                                          <p:spTgt spid="36"/>
                                        </p:tgtEl>
                                        <p:attrNameLst>
                                          <p:attrName>style.visibility</p:attrName>
                                        </p:attrNameLst>
                                      </p:cBhvr>
                                      <p:to>
                                        <p:strVal val="visible"/>
                                      </p:to>
                                    </p:set>
                                    <p:animEffect transition="in" filter="fade">
                                      <p:cBhvr>
                                        <p:cTn id="110" dur="250"/>
                                        <p:tgtEl>
                                          <p:spTgt spid="36"/>
                                        </p:tgtEl>
                                      </p:cBhvr>
                                    </p:animEffect>
                                  </p:childTnLst>
                                </p:cTn>
                              </p:par>
                              <p:par>
                                <p:cTn id="111" presetID="42" presetClass="path" presetSubtype="0" decel="100000" fill="hold" grpId="1" nodeType="withEffect">
                                  <p:stCondLst>
                                    <p:cond delay="1500"/>
                                  </p:stCondLst>
                                  <p:childTnLst>
                                    <p:animMotion origin="layout" path="M -0.01719 -0.00023 L -1.25E-6 1.85185E-6 " pathEditMode="relative" rAng="0" ptsTypes="AA">
                                      <p:cBhvr>
                                        <p:cTn id="112" dur="500" fill="hold"/>
                                        <p:tgtEl>
                                          <p:spTgt spid="36"/>
                                        </p:tgtEl>
                                        <p:attrNameLst>
                                          <p:attrName>ppt_x</p:attrName>
                                          <p:attrName>ppt_y</p:attrName>
                                        </p:attrNameLst>
                                      </p:cBhvr>
                                      <p:rCtr x="859" y="0"/>
                                    </p:animMotion>
                                  </p:childTnLst>
                                </p:cTn>
                              </p:par>
                              <p:par>
                                <p:cTn id="113" presetID="10" presetClass="entr" presetSubtype="0" fill="hold" grpId="0" nodeType="withEffect">
                                  <p:stCondLst>
                                    <p:cond delay="0"/>
                                  </p:stCondLst>
                                  <p:childTnLst>
                                    <p:set>
                                      <p:cBhvr>
                                        <p:cTn id="114" dur="1" fill="hold">
                                          <p:stCondLst>
                                            <p:cond delay="0"/>
                                          </p:stCondLst>
                                        </p:cTn>
                                        <p:tgtEl>
                                          <p:spTgt spid="17"/>
                                        </p:tgtEl>
                                        <p:attrNameLst>
                                          <p:attrName>style.visibility</p:attrName>
                                        </p:attrNameLst>
                                      </p:cBhvr>
                                      <p:to>
                                        <p:strVal val="visible"/>
                                      </p:to>
                                    </p:set>
                                    <p:animEffect transition="in" filter="fade">
                                      <p:cBhvr>
                                        <p:cTn id="115" dur="500"/>
                                        <p:tgtEl>
                                          <p:spTgt spid="17"/>
                                        </p:tgtEl>
                                      </p:cBhvr>
                                    </p:animEffect>
                                  </p:childTnLst>
                                </p:cTn>
                              </p:par>
                              <p:par>
                                <p:cTn id="116" presetID="42" presetClass="path" presetSubtype="0" decel="100000" fill="hold" grpId="1" nodeType="withEffect">
                                  <p:stCondLst>
                                    <p:cond delay="0"/>
                                  </p:stCondLst>
                                  <p:childTnLst>
                                    <p:animMotion origin="layout" path="M 3.54167E-6 -0.03472 L 3.54167E-6 0 " pathEditMode="relative" rAng="0" ptsTypes="AA">
                                      <p:cBhvr>
                                        <p:cTn id="117" dur="750" fill="hold"/>
                                        <p:tgtEl>
                                          <p:spTgt spid="17"/>
                                        </p:tgtEl>
                                        <p:attrNameLst>
                                          <p:attrName>ppt_x</p:attrName>
                                          <p:attrName>ppt_y</p:attrName>
                                        </p:attrNameLst>
                                      </p:cBhvr>
                                      <p:rCtr x="0" y="173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tmplLst>
          <p:tmpl>
            <p:tnLst>
              <p:par>
                <p:cTn presetID="10" presetClass="entr" presetSubtype="0" fill="hold" nodeType="with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fade">
                      <p:cBhvr>
                        <p:cTn dur="500"/>
                        <p:tgtEl>
                          <p:spTgt spid="17"/>
                        </p:tgtEl>
                      </p:cBhvr>
                    </p:animEffect>
                  </p:childTnLst>
                </p:cTn>
              </p:par>
            </p:tnLst>
          </p:tmpl>
        </p:tmplLst>
      </p:bldP>
      <p:bldP spid="17" grpId="1">
        <p:tmplLst>
          <p:tmpl>
            <p:tnLst>
              <p:par>
                <p:cTn presetID="42" presetClass="path" presetSubtype="0" decel="100000" fill="hold" nodeType="withEffect">
                  <p:stCondLst>
                    <p:cond delay="0"/>
                  </p:stCondLst>
                  <p:childTnLst>
                    <p:animMotion origin="layout" path="M 3.54167E-6 -0.03472 L 3.54167E-6 0 " pathEditMode="relative" rAng="0" ptsTypes="AA">
                      <p:cBhvr>
                        <p:cTn dur="750" fill="hold"/>
                        <p:tgtEl>
                          <p:spTgt spid="17"/>
                        </p:tgtEl>
                        <p:attrNameLst>
                          <p:attrName>ppt_x</p:attrName>
                          <p:attrName>ppt_y</p:attrName>
                        </p:attrNameLst>
                      </p:cBhvr>
                      <p:rCtr x="0" y="1736"/>
                    </p:animMotion>
                  </p:childTnLst>
                </p:cTn>
              </p:par>
            </p:tnLst>
          </p:tmpl>
        </p:tmplLst>
      </p:bldP>
      <p:bldP spid="13" grpId="0" animBg="1"/>
      <p:bldP spid="13" grpId="1" animBg="1"/>
      <p:bldP spid="14" grpId="0" animBg="1"/>
      <p:bldP spid="14" grpId="1" animBg="1"/>
      <p:bldP spid="15" grpId="0" animBg="1"/>
      <p:bldP spid="15" grpId="1" animBg="1"/>
      <p:bldP spid="16" grpId="0" animBg="1"/>
      <p:bldP spid="16" grpId="1" animBg="1"/>
      <p:bldP spid="38" grpId="0">
        <p:tmplLst>
          <p:tmpl>
            <p:tnLst>
              <p:par>
                <p:cTn presetID="10" presetClass="entr" presetSubtype="0" fill="hold" nodeType="withEffect">
                  <p:stCondLst>
                    <p:cond delay="500"/>
                  </p:stCondLst>
                  <p:childTnLst>
                    <p:set>
                      <p:cBhvr>
                        <p:cTn dur="1" fill="hold">
                          <p:stCondLst>
                            <p:cond delay="0"/>
                          </p:stCondLst>
                        </p:cTn>
                        <p:tgtEl>
                          <p:spTgt spid="38"/>
                        </p:tgtEl>
                        <p:attrNameLst>
                          <p:attrName>style.visibility</p:attrName>
                        </p:attrNameLst>
                      </p:cBhvr>
                      <p:to>
                        <p:strVal val="visible"/>
                      </p:to>
                    </p:set>
                    <p:animEffect transition="in" filter="fade">
                      <p:cBhvr>
                        <p:cTn dur="250"/>
                        <p:tgtEl>
                          <p:spTgt spid="38"/>
                        </p:tgtEl>
                      </p:cBhvr>
                    </p:animEffect>
                  </p:childTnLst>
                </p:cTn>
              </p:par>
            </p:tnLst>
          </p:tmpl>
        </p:tmplLst>
      </p:bldP>
      <p:bldP spid="38" grpId="1">
        <p:tmplLst>
          <p:tmpl>
            <p:tnLst>
              <p:par>
                <p:cTn presetID="42" presetClass="path" presetSubtype="0" decel="100000" fill="hold" nodeType="withEffect">
                  <p:stCondLst>
                    <p:cond delay="500"/>
                  </p:stCondLst>
                  <p:childTnLst>
                    <p:animMotion origin="layout" path="M -0.01719 -0.00023 L -1.25E-6 1.85185E-6 " pathEditMode="relative" rAng="0" ptsTypes="AA">
                      <p:cBhvr>
                        <p:cTn dur="500" fill="hold"/>
                        <p:tgtEl>
                          <p:spTgt spid="38"/>
                        </p:tgtEl>
                        <p:attrNameLst>
                          <p:attrName>ppt_x</p:attrName>
                          <p:attrName>ppt_y</p:attrName>
                        </p:attrNameLst>
                      </p:cBhvr>
                      <p:rCtr x="859" y="0"/>
                    </p:animMotion>
                  </p:childTnLst>
                </p:cTn>
              </p:par>
            </p:tnLst>
          </p:tmpl>
        </p:tmplLst>
      </p:bldP>
      <p:bldP spid="46" grpId="0">
        <p:tmplLst>
          <p:tmpl>
            <p:tnLst>
              <p:par>
                <p:cTn presetID="10" presetClass="entr" presetSubtype="0" fill="hold" nodeType="withEffect">
                  <p:stCondLst>
                    <p:cond delay="700"/>
                  </p:stCondLst>
                  <p:childTnLst>
                    <p:set>
                      <p:cBhvr>
                        <p:cTn dur="1" fill="hold">
                          <p:stCondLst>
                            <p:cond delay="0"/>
                          </p:stCondLst>
                        </p:cTn>
                        <p:tgtEl>
                          <p:spTgt spid="46"/>
                        </p:tgtEl>
                        <p:attrNameLst>
                          <p:attrName>style.visibility</p:attrName>
                        </p:attrNameLst>
                      </p:cBhvr>
                      <p:to>
                        <p:strVal val="visible"/>
                      </p:to>
                    </p:set>
                    <p:animEffect transition="in" filter="fade">
                      <p:cBhvr>
                        <p:cTn dur="250"/>
                        <p:tgtEl>
                          <p:spTgt spid="46"/>
                        </p:tgtEl>
                      </p:cBhvr>
                    </p:animEffect>
                  </p:childTnLst>
                </p:cTn>
              </p:par>
            </p:tnLst>
          </p:tmpl>
        </p:tmplLst>
      </p:bldP>
      <p:bldP spid="46" grpId="1">
        <p:tmplLst>
          <p:tmpl>
            <p:tnLst>
              <p:par>
                <p:cTn presetID="42" presetClass="path" presetSubtype="0" decel="100000" fill="hold" nodeType="withEffect">
                  <p:stCondLst>
                    <p:cond delay="700"/>
                  </p:stCondLst>
                  <p:childTnLst>
                    <p:animMotion origin="layout" path="M -0.01719 -0.00023 L -1.25E-6 1.85185E-6 " pathEditMode="relative" rAng="0" ptsTypes="AA">
                      <p:cBhvr>
                        <p:cTn dur="500" fill="hold"/>
                        <p:tgtEl>
                          <p:spTgt spid="46"/>
                        </p:tgtEl>
                        <p:attrNameLst>
                          <p:attrName>ppt_x</p:attrName>
                          <p:attrName>ppt_y</p:attrName>
                        </p:attrNameLst>
                      </p:cBhvr>
                      <p:rCtr x="859" y="0"/>
                    </p:animMotion>
                  </p:childTnLst>
                </p:cTn>
              </p:par>
            </p:tnLst>
          </p:tmpl>
        </p:tmplLst>
      </p:bldP>
      <p:bldP spid="45" grpId="0">
        <p:tmplLst>
          <p:tmpl>
            <p:tnLst>
              <p:par>
                <p:cTn presetID="10" presetClass="entr" presetSubtype="0" fill="hold" nodeType="withEffect">
                  <p:stCondLst>
                    <p:cond delay="900"/>
                  </p:stCondLst>
                  <p:childTnLst>
                    <p:set>
                      <p:cBhvr>
                        <p:cTn dur="1" fill="hold">
                          <p:stCondLst>
                            <p:cond delay="0"/>
                          </p:stCondLst>
                        </p:cTn>
                        <p:tgtEl>
                          <p:spTgt spid="45"/>
                        </p:tgtEl>
                        <p:attrNameLst>
                          <p:attrName>style.visibility</p:attrName>
                        </p:attrNameLst>
                      </p:cBhvr>
                      <p:to>
                        <p:strVal val="visible"/>
                      </p:to>
                    </p:set>
                    <p:animEffect transition="in" filter="fade">
                      <p:cBhvr>
                        <p:cTn dur="250"/>
                        <p:tgtEl>
                          <p:spTgt spid="45"/>
                        </p:tgtEl>
                      </p:cBhvr>
                    </p:animEffect>
                  </p:childTnLst>
                </p:cTn>
              </p:par>
            </p:tnLst>
          </p:tmpl>
        </p:tmplLst>
      </p:bldP>
      <p:bldP spid="45" grpId="1">
        <p:tmplLst>
          <p:tmpl>
            <p:tnLst>
              <p:par>
                <p:cTn presetID="42" presetClass="path" presetSubtype="0" decel="100000" fill="hold" nodeType="withEffect">
                  <p:stCondLst>
                    <p:cond delay="900"/>
                  </p:stCondLst>
                  <p:childTnLst>
                    <p:animMotion origin="layout" path="M -0.01719 -0.00023 L -1.25E-6 1.85185E-6 " pathEditMode="relative" rAng="0" ptsTypes="AA">
                      <p:cBhvr>
                        <p:cTn dur="500" fill="hold"/>
                        <p:tgtEl>
                          <p:spTgt spid="45"/>
                        </p:tgtEl>
                        <p:attrNameLst>
                          <p:attrName>ppt_x</p:attrName>
                          <p:attrName>ppt_y</p:attrName>
                        </p:attrNameLst>
                      </p:cBhvr>
                      <p:rCtr x="859" y="0"/>
                    </p:animMotion>
                  </p:childTnLst>
                </p:cTn>
              </p:par>
            </p:tnLst>
          </p:tmpl>
        </p:tmplLst>
      </p:bldP>
      <p:bldP spid="44" grpId="0">
        <p:tmplLst>
          <p:tmpl>
            <p:tnLst>
              <p:par>
                <p:cTn presetID="10" presetClass="entr" presetSubtype="0" fill="hold" nodeType="withEffect">
                  <p:stCondLst>
                    <p:cond delay="1100"/>
                  </p:stCondLst>
                  <p:childTnLst>
                    <p:set>
                      <p:cBhvr>
                        <p:cTn dur="1" fill="hold">
                          <p:stCondLst>
                            <p:cond delay="0"/>
                          </p:stCondLst>
                        </p:cTn>
                        <p:tgtEl>
                          <p:spTgt spid="44"/>
                        </p:tgtEl>
                        <p:attrNameLst>
                          <p:attrName>style.visibility</p:attrName>
                        </p:attrNameLst>
                      </p:cBhvr>
                      <p:to>
                        <p:strVal val="visible"/>
                      </p:to>
                    </p:set>
                    <p:animEffect transition="in" filter="fade">
                      <p:cBhvr>
                        <p:cTn dur="250"/>
                        <p:tgtEl>
                          <p:spTgt spid="44"/>
                        </p:tgtEl>
                      </p:cBhvr>
                    </p:animEffect>
                  </p:childTnLst>
                </p:cTn>
              </p:par>
            </p:tnLst>
          </p:tmpl>
        </p:tmplLst>
      </p:bldP>
      <p:bldP spid="44" grpId="1">
        <p:tmplLst>
          <p:tmpl>
            <p:tnLst>
              <p:par>
                <p:cTn presetID="42" presetClass="path" presetSubtype="0" decel="100000" fill="hold" nodeType="withEffect">
                  <p:stCondLst>
                    <p:cond delay="1100"/>
                  </p:stCondLst>
                  <p:childTnLst>
                    <p:animMotion origin="layout" path="M -0.01719 -0.00023 L -1.25E-6 1.85185E-6 " pathEditMode="relative" rAng="0" ptsTypes="AA">
                      <p:cBhvr>
                        <p:cTn dur="500" fill="hold"/>
                        <p:tgtEl>
                          <p:spTgt spid="44"/>
                        </p:tgtEl>
                        <p:attrNameLst>
                          <p:attrName>ppt_x</p:attrName>
                          <p:attrName>ppt_y</p:attrName>
                        </p:attrNameLst>
                      </p:cBhvr>
                      <p:rCtr x="859" y="0"/>
                    </p:animMotion>
                  </p:childTnLst>
                </p:cTn>
              </p:par>
            </p:tnLst>
          </p:tmpl>
        </p:tmplLst>
      </p:bldP>
      <p:bldP spid="43" grpId="0">
        <p:tmplLst>
          <p:tmpl>
            <p:tnLst>
              <p:par>
                <p:cTn presetID="10" presetClass="entr" presetSubtype="0" fill="hold" nodeType="withEffect">
                  <p:stCondLst>
                    <p:cond delay="1300"/>
                  </p:stCondLst>
                  <p:childTnLst>
                    <p:set>
                      <p:cBhvr>
                        <p:cTn dur="1" fill="hold">
                          <p:stCondLst>
                            <p:cond delay="0"/>
                          </p:stCondLst>
                        </p:cTn>
                        <p:tgtEl>
                          <p:spTgt spid="43"/>
                        </p:tgtEl>
                        <p:attrNameLst>
                          <p:attrName>style.visibility</p:attrName>
                        </p:attrNameLst>
                      </p:cBhvr>
                      <p:to>
                        <p:strVal val="visible"/>
                      </p:to>
                    </p:set>
                    <p:animEffect transition="in" filter="fade">
                      <p:cBhvr>
                        <p:cTn dur="250"/>
                        <p:tgtEl>
                          <p:spTgt spid="43"/>
                        </p:tgtEl>
                      </p:cBhvr>
                    </p:animEffect>
                  </p:childTnLst>
                </p:cTn>
              </p:par>
            </p:tnLst>
          </p:tmpl>
        </p:tmplLst>
      </p:bldP>
      <p:bldP spid="43" grpId="1">
        <p:tmplLst>
          <p:tmpl>
            <p:tnLst>
              <p:par>
                <p:cTn presetID="42" presetClass="path" presetSubtype="0" decel="100000" fill="hold" nodeType="withEffect">
                  <p:stCondLst>
                    <p:cond delay="1300"/>
                  </p:stCondLst>
                  <p:childTnLst>
                    <p:animMotion origin="layout" path="M -0.01719 -0.00023 L -1.25E-6 1.85185E-6 " pathEditMode="relative" rAng="0" ptsTypes="AA">
                      <p:cBhvr>
                        <p:cTn dur="500" fill="hold"/>
                        <p:tgtEl>
                          <p:spTgt spid="43"/>
                        </p:tgtEl>
                        <p:attrNameLst>
                          <p:attrName>ppt_x</p:attrName>
                          <p:attrName>ppt_y</p:attrName>
                        </p:attrNameLst>
                      </p:cBhvr>
                      <p:rCtr x="859" y="0"/>
                    </p:animMotion>
                  </p:childTnLst>
                </p:cTn>
              </p:par>
            </p:tnLst>
          </p:tmpl>
        </p:tmplLst>
      </p:bldP>
      <p:bldP spid="42" grpId="0">
        <p:tmplLst>
          <p:tmpl>
            <p:tnLst>
              <p:par>
                <p:cTn presetID="10" presetClass="entr" presetSubtype="0" fill="hold" nodeType="withEffect">
                  <p:stCondLst>
                    <p:cond delay="1500"/>
                  </p:stCondLst>
                  <p:childTnLst>
                    <p:set>
                      <p:cBhvr>
                        <p:cTn dur="1" fill="hold">
                          <p:stCondLst>
                            <p:cond delay="0"/>
                          </p:stCondLst>
                        </p:cTn>
                        <p:tgtEl>
                          <p:spTgt spid="42"/>
                        </p:tgtEl>
                        <p:attrNameLst>
                          <p:attrName>style.visibility</p:attrName>
                        </p:attrNameLst>
                      </p:cBhvr>
                      <p:to>
                        <p:strVal val="visible"/>
                      </p:to>
                    </p:set>
                    <p:animEffect transition="in" filter="fade">
                      <p:cBhvr>
                        <p:cTn dur="250"/>
                        <p:tgtEl>
                          <p:spTgt spid="42"/>
                        </p:tgtEl>
                      </p:cBhvr>
                    </p:animEffect>
                  </p:childTnLst>
                </p:cTn>
              </p:par>
            </p:tnLst>
          </p:tmpl>
        </p:tmplLst>
      </p:bldP>
      <p:bldP spid="42" grpId="1">
        <p:tmplLst>
          <p:tmpl>
            <p:tnLst>
              <p:par>
                <p:cTn presetID="42" presetClass="path" presetSubtype="0" decel="100000" fill="hold" nodeType="withEffect">
                  <p:stCondLst>
                    <p:cond delay="1500"/>
                  </p:stCondLst>
                  <p:childTnLst>
                    <p:animMotion origin="layout" path="M -0.01719 -0.00023 L -1.25E-6 1.85185E-6 " pathEditMode="relative" rAng="0" ptsTypes="AA">
                      <p:cBhvr>
                        <p:cTn dur="500" fill="hold"/>
                        <p:tgtEl>
                          <p:spTgt spid="42"/>
                        </p:tgtEl>
                        <p:attrNameLst>
                          <p:attrName>ppt_x</p:attrName>
                          <p:attrName>ppt_y</p:attrName>
                        </p:attrNameLst>
                      </p:cBhvr>
                      <p:rCtr x="859" y="0"/>
                    </p:animMotion>
                  </p:childTnLst>
                </p:cTn>
              </p:par>
            </p:tnLst>
          </p:tmpl>
        </p:tmplLst>
      </p:bldP>
      <p:bldP spid="31" grpId="0">
        <p:tmplLst>
          <p:tmpl>
            <p:tnLst>
              <p:par>
                <p:cTn presetID="10" presetClass="entr" presetSubtype="0" fill="hold" nodeType="withEffect">
                  <p:stCondLst>
                    <p:cond delay="500"/>
                  </p:stCondLst>
                  <p:childTnLst>
                    <p:set>
                      <p:cBhvr>
                        <p:cTn dur="1" fill="hold">
                          <p:stCondLst>
                            <p:cond delay="0"/>
                          </p:stCondLst>
                        </p:cTn>
                        <p:tgtEl>
                          <p:spTgt spid="31"/>
                        </p:tgtEl>
                        <p:attrNameLst>
                          <p:attrName>style.visibility</p:attrName>
                        </p:attrNameLst>
                      </p:cBhvr>
                      <p:to>
                        <p:strVal val="visible"/>
                      </p:to>
                    </p:set>
                    <p:animEffect transition="in" filter="fade">
                      <p:cBhvr>
                        <p:cTn dur="250"/>
                        <p:tgtEl>
                          <p:spTgt spid="31"/>
                        </p:tgtEl>
                      </p:cBhvr>
                    </p:animEffect>
                  </p:childTnLst>
                </p:cTn>
              </p:par>
            </p:tnLst>
          </p:tmpl>
        </p:tmplLst>
      </p:bldP>
      <p:bldP spid="31" grpId="1">
        <p:tmplLst>
          <p:tmpl>
            <p:tnLst>
              <p:par>
                <p:cTn presetID="42" presetClass="path" presetSubtype="0" decel="100000" fill="hold" nodeType="withEffect">
                  <p:stCondLst>
                    <p:cond delay="500"/>
                  </p:stCondLst>
                  <p:childTnLst>
                    <p:animMotion origin="layout" path="M -0.01719 -0.00023 L -1.25E-6 1.85185E-6 " pathEditMode="relative" rAng="0" ptsTypes="AA">
                      <p:cBhvr>
                        <p:cTn dur="500" fill="hold"/>
                        <p:tgtEl>
                          <p:spTgt spid="31"/>
                        </p:tgtEl>
                        <p:attrNameLst>
                          <p:attrName>ppt_x</p:attrName>
                          <p:attrName>ppt_y</p:attrName>
                        </p:attrNameLst>
                      </p:cBhvr>
                      <p:rCtr x="859" y="0"/>
                    </p:animMotion>
                  </p:childTnLst>
                </p:cTn>
              </p:par>
            </p:tnLst>
          </p:tmpl>
        </p:tmplLst>
      </p:bldP>
      <p:bldP spid="32" grpId="0">
        <p:tmplLst>
          <p:tmpl>
            <p:tnLst>
              <p:par>
                <p:cTn presetID="10" presetClass="entr" presetSubtype="0" fill="hold" nodeType="withEffect">
                  <p:stCondLst>
                    <p:cond delay="700"/>
                  </p:stCondLst>
                  <p:childTnLst>
                    <p:set>
                      <p:cBhvr>
                        <p:cTn dur="1" fill="hold">
                          <p:stCondLst>
                            <p:cond delay="0"/>
                          </p:stCondLst>
                        </p:cTn>
                        <p:tgtEl>
                          <p:spTgt spid="32"/>
                        </p:tgtEl>
                        <p:attrNameLst>
                          <p:attrName>style.visibility</p:attrName>
                        </p:attrNameLst>
                      </p:cBhvr>
                      <p:to>
                        <p:strVal val="visible"/>
                      </p:to>
                    </p:set>
                    <p:animEffect transition="in" filter="fade">
                      <p:cBhvr>
                        <p:cTn dur="250"/>
                        <p:tgtEl>
                          <p:spTgt spid="32"/>
                        </p:tgtEl>
                      </p:cBhvr>
                    </p:animEffect>
                  </p:childTnLst>
                </p:cTn>
              </p:par>
            </p:tnLst>
          </p:tmpl>
        </p:tmplLst>
      </p:bldP>
      <p:bldP spid="32" grpId="1">
        <p:tmplLst>
          <p:tmpl>
            <p:tnLst>
              <p:par>
                <p:cTn presetID="42" presetClass="path" presetSubtype="0" decel="100000" fill="hold" nodeType="withEffect">
                  <p:stCondLst>
                    <p:cond delay="700"/>
                  </p:stCondLst>
                  <p:childTnLst>
                    <p:animMotion origin="layout" path="M -0.01719 -0.00023 L -1.25E-6 1.85185E-6 " pathEditMode="relative" rAng="0" ptsTypes="AA">
                      <p:cBhvr>
                        <p:cTn dur="500" fill="hold"/>
                        <p:tgtEl>
                          <p:spTgt spid="32"/>
                        </p:tgtEl>
                        <p:attrNameLst>
                          <p:attrName>ppt_x</p:attrName>
                          <p:attrName>ppt_y</p:attrName>
                        </p:attrNameLst>
                      </p:cBhvr>
                      <p:rCtr x="859" y="0"/>
                    </p:animMotion>
                  </p:childTnLst>
                </p:cTn>
              </p:par>
            </p:tnLst>
          </p:tmpl>
        </p:tmplLst>
      </p:bldP>
      <p:bldP spid="33" grpId="0">
        <p:tmplLst>
          <p:tmpl>
            <p:tnLst>
              <p:par>
                <p:cTn presetID="10" presetClass="entr" presetSubtype="0" fill="hold" nodeType="withEffect">
                  <p:stCondLst>
                    <p:cond delay="900"/>
                  </p:stCondLst>
                  <p:childTnLst>
                    <p:set>
                      <p:cBhvr>
                        <p:cTn dur="1" fill="hold">
                          <p:stCondLst>
                            <p:cond delay="0"/>
                          </p:stCondLst>
                        </p:cTn>
                        <p:tgtEl>
                          <p:spTgt spid="33"/>
                        </p:tgtEl>
                        <p:attrNameLst>
                          <p:attrName>style.visibility</p:attrName>
                        </p:attrNameLst>
                      </p:cBhvr>
                      <p:to>
                        <p:strVal val="visible"/>
                      </p:to>
                    </p:set>
                    <p:animEffect transition="in" filter="fade">
                      <p:cBhvr>
                        <p:cTn dur="250"/>
                        <p:tgtEl>
                          <p:spTgt spid="33"/>
                        </p:tgtEl>
                      </p:cBhvr>
                    </p:animEffect>
                  </p:childTnLst>
                </p:cTn>
              </p:par>
            </p:tnLst>
          </p:tmpl>
        </p:tmplLst>
      </p:bldP>
      <p:bldP spid="33" grpId="1">
        <p:tmplLst>
          <p:tmpl>
            <p:tnLst>
              <p:par>
                <p:cTn presetID="42" presetClass="path" presetSubtype="0" decel="100000" fill="hold" nodeType="withEffect">
                  <p:stCondLst>
                    <p:cond delay="900"/>
                  </p:stCondLst>
                  <p:childTnLst>
                    <p:animMotion origin="layout" path="M -0.01719 -0.00023 L -1.25E-6 1.85185E-6 " pathEditMode="relative" rAng="0" ptsTypes="AA">
                      <p:cBhvr>
                        <p:cTn dur="500" fill="hold"/>
                        <p:tgtEl>
                          <p:spTgt spid="33"/>
                        </p:tgtEl>
                        <p:attrNameLst>
                          <p:attrName>ppt_x</p:attrName>
                          <p:attrName>ppt_y</p:attrName>
                        </p:attrNameLst>
                      </p:cBhvr>
                      <p:rCtr x="859" y="0"/>
                    </p:animMotion>
                  </p:childTnLst>
                </p:cTn>
              </p:par>
            </p:tnLst>
          </p:tmpl>
        </p:tmplLst>
      </p:bldP>
      <p:bldP spid="34" grpId="0">
        <p:tmplLst>
          <p:tmpl>
            <p:tnLst>
              <p:par>
                <p:cTn presetID="10" presetClass="entr" presetSubtype="0" fill="hold" nodeType="withEffect">
                  <p:stCondLst>
                    <p:cond delay="1100"/>
                  </p:stCondLst>
                  <p:childTnLst>
                    <p:set>
                      <p:cBhvr>
                        <p:cTn dur="1" fill="hold">
                          <p:stCondLst>
                            <p:cond delay="0"/>
                          </p:stCondLst>
                        </p:cTn>
                        <p:tgtEl>
                          <p:spTgt spid="34"/>
                        </p:tgtEl>
                        <p:attrNameLst>
                          <p:attrName>style.visibility</p:attrName>
                        </p:attrNameLst>
                      </p:cBhvr>
                      <p:to>
                        <p:strVal val="visible"/>
                      </p:to>
                    </p:set>
                    <p:animEffect transition="in" filter="fade">
                      <p:cBhvr>
                        <p:cTn dur="250"/>
                        <p:tgtEl>
                          <p:spTgt spid="34"/>
                        </p:tgtEl>
                      </p:cBhvr>
                    </p:animEffect>
                  </p:childTnLst>
                </p:cTn>
              </p:par>
            </p:tnLst>
          </p:tmpl>
        </p:tmplLst>
      </p:bldP>
      <p:bldP spid="34" grpId="1">
        <p:tmplLst>
          <p:tmpl>
            <p:tnLst>
              <p:par>
                <p:cTn presetID="42" presetClass="path" presetSubtype="0" decel="100000" fill="hold" nodeType="withEffect">
                  <p:stCondLst>
                    <p:cond delay="1100"/>
                  </p:stCondLst>
                  <p:childTnLst>
                    <p:animMotion origin="layout" path="M -0.01719 -0.00023 L -1.25E-6 1.85185E-6 " pathEditMode="relative" rAng="0" ptsTypes="AA">
                      <p:cBhvr>
                        <p:cTn dur="500" fill="hold"/>
                        <p:tgtEl>
                          <p:spTgt spid="34"/>
                        </p:tgtEl>
                        <p:attrNameLst>
                          <p:attrName>ppt_x</p:attrName>
                          <p:attrName>ppt_y</p:attrName>
                        </p:attrNameLst>
                      </p:cBhvr>
                      <p:rCtr x="859" y="0"/>
                    </p:animMotion>
                  </p:childTnLst>
                </p:cTn>
              </p:par>
            </p:tnLst>
          </p:tmpl>
        </p:tmplLst>
      </p:bldP>
      <p:bldP spid="35" grpId="0">
        <p:tmplLst>
          <p:tmpl>
            <p:tnLst>
              <p:par>
                <p:cTn presetID="10" presetClass="entr" presetSubtype="0" fill="hold" nodeType="withEffect">
                  <p:stCondLst>
                    <p:cond delay="1300"/>
                  </p:stCondLst>
                  <p:childTnLst>
                    <p:set>
                      <p:cBhvr>
                        <p:cTn dur="1" fill="hold">
                          <p:stCondLst>
                            <p:cond delay="0"/>
                          </p:stCondLst>
                        </p:cTn>
                        <p:tgtEl>
                          <p:spTgt spid="35"/>
                        </p:tgtEl>
                        <p:attrNameLst>
                          <p:attrName>style.visibility</p:attrName>
                        </p:attrNameLst>
                      </p:cBhvr>
                      <p:to>
                        <p:strVal val="visible"/>
                      </p:to>
                    </p:set>
                    <p:animEffect transition="in" filter="fade">
                      <p:cBhvr>
                        <p:cTn dur="250"/>
                        <p:tgtEl>
                          <p:spTgt spid="35"/>
                        </p:tgtEl>
                      </p:cBhvr>
                    </p:animEffect>
                  </p:childTnLst>
                </p:cTn>
              </p:par>
            </p:tnLst>
          </p:tmpl>
        </p:tmplLst>
      </p:bldP>
      <p:bldP spid="35" grpId="1">
        <p:tmplLst>
          <p:tmpl>
            <p:tnLst>
              <p:par>
                <p:cTn presetID="42" presetClass="path" presetSubtype="0" decel="100000" fill="hold" nodeType="withEffect">
                  <p:stCondLst>
                    <p:cond delay="1300"/>
                  </p:stCondLst>
                  <p:childTnLst>
                    <p:animMotion origin="layout" path="M -0.01719 -0.00023 L -1.25E-6 1.85185E-6 " pathEditMode="relative" rAng="0" ptsTypes="AA">
                      <p:cBhvr>
                        <p:cTn dur="500" fill="hold"/>
                        <p:tgtEl>
                          <p:spTgt spid="35"/>
                        </p:tgtEl>
                        <p:attrNameLst>
                          <p:attrName>ppt_x</p:attrName>
                          <p:attrName>ppt_y</p:attrName>
                        </p:attrNameLst>
                      </p:cBhvr>
                      <p:rCtr x="859" y="0"/>
                    </p:animMotion>
                  </p:childTnLst>
                </p:cTn>
              </p:par>
            </p:tnLst>
          </p:tmpl>
        </p:tmplLst>
      </p:bldP>
      <p:bldP spid="36" grpId="0">
        <p:tmplLst>
          <p:tmpl>
            <p:tnLst>
              <p:par>
                <p:cTn presetID="10" presetClass="entr" presetSubtype="0" fill="hold" nodeType="withEffect">
                  <p:stCondLst>
                    <p:cond delay="1500"/>
                  </p:stCondLst>
                  <p:childTnLst>
                    <p:set>
                      <p:cBhvr>
                        <p:cTn dur="1" fill="hold">
                          <p:stCondLst>
                            <p:cond delay="0"/>
                          </p:stCondLst>
                        </p:cTn>
                        <p:tgtEl>
                          <p:spTgt spid="36"/>
                        </p:tgtEl>
                        <p:attrNameLst>
                          <p:attrName>style.visibility</p:attrName>
                        </p:attrNameLst>
                      </p:cBhvr>
                      <p:to>
                        <p:strVal val="visible"/>
                      </p:to>
                    </p:set>
                    <p:animEffect transition="in" filter="fade">
                      <p:cBhvr>
                        <p:cTn dur="250"/>
                        <p:tgtEl>
                          <p:spTgt spid="36"/>
                        </p:tgtEl>
                      </p:cBhvr>
                    </p:animEffect>
                  </p:childTnLst>
                </p:cTn>
              </p:par>
            </p:tnLst>
          </p:tmpl>
        </p:tmplLst>
      </p:bldP>
      <p:bldP spid="36" grpId="1">
        <p:tmplLst>
          <p:tmpl>
            <p:tnLst>
              <p:par>
                <p:cTn presetID="42" presetClass="path" presetSubtype="0" decel="100000" fill="hold" nodeType="withEffect">
                  <p:stCondLst>
                    <p:cond delay="1500"/>
                  </p:stCondLst>
                  <p:childTnLst>
                    <p:animMotion origin="layout" path="M -0.01719 -0.00023 L -1.25E-6 1.85185E-6 " pathEditMode="relative" rAng="0" ptsTypes="AA">
                      <p:cBhvr>
                        <p:cTn dur="500" fill="hold"/>
                        <p:tgtEl>
                          <p:spTgt spid="36"/>
                        </p:tgtEl>
                        <p:attrNameLst>
                          <p:attrName>ppt_x</p:attrName>
                          <p:attrName>ppt_y</p:attrName>
                        </p:attrNameLst>
                      </p:cBhvr>
                      <p:rCtr x="859" y="0"/>
                    </p:animMotion>
                  </p:childTnLst>
                </p:cTn>
              </p:par>
            </p:tnLst>
          </p:tmpl>
        </p:tmplLst>
      </p:bldP>
      <p:bldP spid="48" grpId="0" animBg="1">
        <p:tmplLst>
          <p:tmpl>
            <p:tnLst>
              <p:par>
                <p:cTn presetID="2" presetClass="entr" presetSubtype="2" decel="100000" fill="hold" nodeType="withEffect">
                  <p:stCondLst>
                    <p:cond delay="500"/>
                  </p:stCondLst>
                  <p:childTnLst>
                    <p:set>
                      <p:cBhvr>
                        <p:cTn dur="1" fill="hold">
                          <p:stCondLst>
                            <p:cond delay="0"/>
                          </p:stCondLst>
                        </p:cTn>
                        <p:tgtEl>
                          <p:spTgt spid="48"/>
                        </p:tgtEl>
                        <p:attrNameLst>
                          <p:attrName>style.visibility</p:attrName>
                        </p:attrNameLst>
                      </p:cBhvr>
                      <p:to>
                        <p:strVal val="visible"/>
                      </p:to>
                    </p:set>
                    <p:anim calcmode="lin" valueType="num">
                      <p:cBhvr additive="base">
                        <p:cTn dur="500" fill="hold"/>
                        <p:tgtEl>
                          <p:spTgt spid="48"/>
                        </p:tgtEl>
                        <p:attrNameLst>
                          <p:attrName>ppt_x</p:attrName>
                        </p:attrNameLst>
                      </p:cBhvr>
                      <p:tavLst>
                        <p:tav tm="0">
                          <p:val>
                            <p:strVal val="1+#ppt_w/2"/>
                          </p:val>
                        </p:tav>
                        <p:tav tm="100000">
                          <p:val>
                            <p:strVal val="#ppt_x"/>
                          </p:val>
                        </p:tav>
                      </p:tavLst>
                    </p:anim>
                    <p:anim calcmode="lin" valueType="num">
                      <p:cBhvr additive="base">
                        <p:cTn dur="500" fill="hold"/>
                        <p:tgtEl>
                          <p:spTgt spid="48"/>
                        </p:tgtEl>
                        <p:attrNameLst>
                          <p:attrName>ppt_y</p:attrName>
                        </p:attrNameLst>
                      </p:cBhvr>
                      <p:tavLst>
                        <p:tav tm="0">
                          <p:val>
                            <p:strVal val="#ppt_y"/>
                          </p:val>
                        </p:tav>
                        <p:tav tm="100000">
                          <p:val>
                            <p:strVal val="#ppt_y"/>
                          </p:val>
                        </p:tav>
                      </p:tavLst>
                    </p:anim>
                  </p:childTnLst>
                </p:cTn>
              </p:par>
            </p:tnLst>
          </p:tmpl>
        </p:tmplLst>
      </p:bldP>
      <p:bldP spid="49" grpId="0" animBg="1">
        <p:tmplLst>
          <p:tmpl>
            <p:tnLst>
              <p:par>
                <p:cTn presetID="2" presetClass="entr" presetSubtype="2" decel="100000" fill="hold" nodeType="withEffect">
                  <p:stCondLst>
                    <p:cond delay="700"/>
                  </p:stCondLst>
                  <p:childTnLst>
                    <p:set>
                      <p:cBhvr>
                        <p:cTn dur="1" fill="hold">
                          <p:stCondLst>
                            <p:cond delay="0"/>
                          </p:stCondLst>
                        </p:cTn>
                        <p:tgtEl>
                          <p:spTgt spid="49"/>
                        </p:tgtEl>
                        <p:attrNameLst>
                          <p:attrName>style.visibility</p:attrName>
                        </p:attrNameLst>
                      </p:cBhvr>
                      <p:to>
                        <p:strVal val="visible"/>
                      </p:to>
                    </p:set>
                    <p:anim calcmode="lin" valueType="num">
                      <p:cBhvr additive="base">
                        <p:cTn dur="500" fill="hold"/>
                        <p:tgtEl>
                          <p:spTgt spid="49"/>
                        </p:tgtEl>
                        <p:attrNameLst>
                          <p:attrName>ppt_x</p:attrName>
                        </p:attrNameLst>
                      </p:cBhvr>
                      <p:tavLst>
                        <p:tav tm="0">
                          <p:val>
                            <p:strVal val="1+#ppt_w/2"/>
                          </p:val>
                        </p:tav>
                        <p:tav tm="100000">
                          <p:val>
                            <p:strVal val="#ppt_x"/>
                          </p:val>
                        </p:tav>
                      </p:tavLst>
                    </p:anim>
                    <p:anim calcmode="lin" valueType="num">
                      <p:cBhvr additive="base">
                        <p:cTn dur="500" fill="hold"/>
                        <p:tgtEl>
                          <p:spTgt spid="49"/>
                        </p:tgtEl>
                        <p:attrNameLst>
                          <p:attrName>ppt_y</p:attrName>
                        </p:attrNameLst>
                      </p:cBhvr>
                      <p:tavLst>
                        <p:tav tm="0">
                          <p:val>
                            <p:strVal val="#ppt_y"/>
                          </p:val>
                        </p:tav>
                        <p:tav tm="100000">
                          <p:val>
                            <p:strVal val="#ppt_y"/>
                          </p:val>
                        </p:tav>
                      </p:tavLst>
                    </p:anim>
                  </p:childTnLst>
                </p:cTn>
              </p:par>
            </p:tnLst>
          </p:tmpl>
        </p:tmplLst>
      </p:bldP>
      <p:bldP spid="50" grpId="0" animBg="1">
        <p:tmplLst>
          <p:tmpl>
            <p:tnLst>
              <p:par>
                <p:cTn presetID="2" presetClass="entr" presetSubtype="2" decel="100000" fill="hold" nodeType="withEffect">
                  <p:stCondLst>
                    <p:cond delay="900"/>
                  </p:stCondLst>
                  <p:childTnLst>
                    <p:set>
                      <p:cBhvr>
                        <p:cTn dur="1" fill="hold">
                          <p:stCondLst>
                            <p:cond delay="0"/>
                          </p:stCondLst>
                        </p:cTn>
                        <p:tgtEl>
                          <p:spTgt spid="50"/>
                        </p:tgtEl>
                        <p:attrNameLst>
                          <p:attrName>style.visibility</p:attrName>
                        </p:attrNameLst>
                      </p:cBhvr>
                      <p:to>
                        <p:strVal val="visible"/>
                      </p:to>
                    </p:set>
                    <p:anim calcmode="lin" valueType="num">
                      <p:cBhvr additive="base">
                        <p:cTn dur="500" fill="hold"/>
                        <p:tgtEl>
                          <p:spTgt spid="50"/>
                        </p:tgtEl>
                        <p:attrNameLst>
                          <p:attrName>ppt_x</p:attrName>
                        </p:attrNameLst>
                      </p:cBhvr>
                      <p:tavLst>
                        <p:tav tm="0">
                          <p:val>
                            <p:strVal val="1+#ppt_w/2"/>
                          </p:val>
                        </p:tav>
                        <p:tav tm="100000">
                          <p:val>
                            <p:strVal val="#ppt_x"/>
                          </p:val>
                        </p:tav>
                      </p:tavLst>
                    </p:anim>
                    <p:anim calcmode="lin" valueType="num">
                      <p:cBhvr additive="base">
                        <p:cTn dur="500" fill="hold"/>
                        <p:tgtEl>
                          <p:spTgt spid="50"/>
                        </p:tgtEl>
                        <p:attrNameLst>
                          <p:attrName>ppt_y</p:attrName>
                        </p:attrNameLst>
                      </p:cBhvr>
                      <p:tavLst>
                        <p:tav tm="0">
                          <p:val>
                            <p:strVal val="#ppt_y"/>
                          </p:val>
                        </p:tav>
                        <p:tav tm="100000">
                          <p:val>
                            <p:strVal val="#ppt_y"/>
                          </p:val>
                        </p:tav>
                      </p:tavLst>
                    </p:anim>
                  </p:childTnLst>
                </p:cTn>
              </p:par>
            </p:tnLst>
          </p:tmpl>
        </p:tmplLst>
      </p:bldP>
      <p:bldP spid="51" grpId="0" animBg="1">
        <p:tmplLst>
          <p:tmpl>
            <p:tnLst>
              <p:par>
                <p:cTn presetID="2" presetClass="entr" presetSubtype="2" decel="100000" fill="hold" nodeType="withEffect">
                  <p:stCondLst>
                    <p:cond delay="1100"/>
                  </p:stCondLst>
                  <p:childTnLst>
                    <p:set>
                      <p:cBhvr>
                        <p:cTn dur="1" fill="hold">
                          <p:stCondLst>
                            <p:cond delay="0"/>
                          </p:stCondLst>
                        </p:cTn>
                        <p:tgtEl>
                          <p:spTgt spid="51"/>
                        </p:tgtEl>
                        <p:attrNameLst>
                          <p:attrName>style.visibility</p:attrName>
                        </p:attrNameLst>
                      </p:cBhvr>
                      <p:to>
                        <p:strVal val="visible"/>
                      </p:to>
                    </p:set>
                    <p:anim calcmode="lin" valueType="num">
                      <p:cBhvr additive="base">
                        <p:cTn dur="500" fill="hold"/>
                        <p:tgtEl>
                          <p:spTgt spid="51"/>
                        </p:tgtEl>
                        <p:attrNameLst>
                          <p:attrName>ppt_x</p:attrName>
                        </p:attrNameLst>
                      </p:cBhvr>
                      <p:tavLst>
                        <p:tav tm="0">
                          <p:val>
                            <p:strVal val="1+#ppt_w/2"/>
                          </p:val>
                        </p:tav>
                        <p:tav tm="100000">
                          <p:val>
                            <p:strVal val="#ppt_x"/>
                          </p:val>
                        </p:tav>
                      </p:tavLst>
                    </p:anim>
                    <p:anim calcmode="lin" valueType="num">
                      <p:cBhvr additive="base">
                        <p:cTn dur="500" fill="hold"/>
                        <p:tgtEl>
                          <p:spTgt spid="51"/>
                        </p:tgtEl>
                        <p:attrNameLst>
                          <p:attrName>ppt_y</p:attrName>
                        </p:attrNameLst>
                      </p:cBhvr>
                      <p:tavLst>
                        <p:tav tm="0">
                          <p:val>
                            <p:strVal val="#ppt_y"/>
                          </p:val>
                        </p:tav>
                        <p:tav tm="100000">
                          <p:val>
                            <p:strVal val="#ppt_y"/>
                          </p:val>
                        </p:tav>
                      </p:tavLst>
                    </p:anim>
                  </p:childTnLst>
                </p:cTn>
              </p:par>
            </p:tnLst>
          </p:tmpl>
        </p:tmplLst>
      </p:bldP>
      <p:bldP spid="52" grpId="0" animBg="1">
        <p:tmplLst>
          <p:tmpl>
            <p:tnLst>
              <p:par>
                <p:cTn presetID="2" presetClass="entr" presetSubtype="2" decel="100000" fill="hold" nodeType="withEffect">
                  <p:stCondLst>
                    <p:cond delay="1300"/>
                  </p:stCondLst>
                  <p:childTnLst>
                    <p:set>
                      <p:cBhvr>
                        <p:cTn dur="1" fill="hold">
                          <p:stCondLst>
                            <p:cond delay="0"/>
                          </p:stCondLst>
                        </p:cTn>
                        <p:tgtEl>
                          <p:spTgt spid="52"/>
                        </p:tgtEl>
                        <p:attrNameLst>
                          <p:attrName>style.visibility</p:attrName>
                        </p:attrNameLst>
                      </p:cBhvr>
                      <p:to>
                        <p:strVal val="visible"/>
                      </p:to>
                    </p:set>
                    <p:anim calcmode="lin" valueType="num">
                      <p:cBhvr additive="base">
                        <p:cTn dur="500" fill="hold"/>
                        <p:tgtEl>
                          <p:spTgt spid="52"/>
                        </p:tgtEl>
                        <p:attrNameLst>
                          <p:attrName>ppt_x</p:attrName>
                        </p:attrNameLst>
                      </p:cBhvr>
                      <p:tavLst>
                        <p:tav tm="0">
                          <p:val>
                            <p:strVal val="1+#ppt_w/2"/>
                          </p:val>
                        </p:tav>
                        <p:tav tm="100000">
                          <p:val>
                            <p:strVal val="#ppt_x"/>
                          </p:val>
                        </p:tav>
                      </p:tavLst>
                    </p:anim>
                    <p:anim calcmode="lin" valueType="num">
                      <p:cBhvr additive="base">
                        <p:cTn dur="500" fill="hold"/>
                        <p:tgtEl>
                          <p:spTgt spid="52"/>
                        </p:tgtEl>
                        <p:attrNameLst>
                          <p:attrName>ppt_y</p:attrName>
                        </p:attrNameLst>
                      </p:cBhvr>
                      <p:tavLst>
                        <p:tav tm="0">
                          <p:val>
                            <p:strVal val="#ppt_y"/>
                          </p:val>
                        </p:tav>
                        <p:tav tm="100000">
                          <p:val>
                            <p:strVal val="#ppt_y"/>
                          </p:val>
                        </p:tav>
                      </p:tavLst>
                    </p:anim>
                  </p:childTnLst>
                </p:cTn>
              </p:par>
            </p:tnLst>
          </p:tmpl>
        </p:tmplLst>
      </p:bldP>
      <p:bldP spid="53" grpId="0" animBg="1">
        <p:tmplLst>
          <p:tmpl>
            <p:tnLst>
              <p:par>
                <p:cTn presetID="2" presetClass="entr" presetSubtype="2" decel="100000" fill="hold" nodeType="withEffect">
                  <p:stCondLst>
                    <p:cond delay="1500"/>
                  </p:stCondLst>
                  <p:childTnLst>
                    <p:set>
                      <p:cBhvr>
                        <p:cTn dur="1" fill="hold">
                          <p:stCondLst>
                            <p:cond delay="0"/>
                          </p:stCondLst>
                        </p:cTn>
                        <p:tgtEl>
                          <p:spTgt spid="53"/>
                        </p:tgtEl>
                        <p:attrNameLst>
                          <p:attrName>style.visibility</p:attrName>
                        </p:attrNameLst>
                      </p:cBhvr>
                      <p:to>
                        <p:strVal val="visible"/>
                      </p:to>
                    </p:set>
                    <p:anim calcmode="lin" valueType="num">
                      <p:cBhvr additive="base">
                        <p:cTn dur="500" fill="hold"/>
                        <p:tgtEl>
                          <p:spTgt spid="53"/>
                        </p:tgtEl>
                        <p:attrNameLst>
                          <p:attrName>ppt_x</p:attrName>
                        </p:attrNameLst>
                      </p:cBhvr>
                      <p:tavLst>
                        <p:tav tm="0">
                          <p:val>
                            <p:strVal val="1+#ppt_w/2"/>
                          </p:val>
                        </p:tav>
                        <p:tav tm="100000">
                          <p:val>
                            <p:strVal val="#ppt_x"/>
                          </p:val>
                        </p:tav>
                      </p:tavLst>
                    </p:anim>
                    <p:anim calcmode="lin" valueType="num">
                      <p:cBhvr additive="base">
                        <p:cTn dur="500" fill="hold"/>
                        <p:tgtEl>
                          <p:spTgt spid="53"/>
                        </p:tgtEl>
                        <p:attrNameLst>
                          <p:attrName>ppt_y</p:attrName>
                        </p:attrNameLst>
                      </p:cBhvr>
                      <p:tavLst>
                        <p:tav tm="0">
                          <p:val>
                            <p:strVal val="#ppt_y"/>
                          </p:val>
                        </p:tav>
                        <p:tav tm="100000">
                          <p:val>
                            <p:strVal val="#ppt_y"/>
                          </p:val>
                        </p:tav>
                      </p:tavLst>
                    </p:anim>
                  </p:childTnLst>
                </p:cTn>
              </p:par>
            </p:tnLst>
          </p:tmpl>
        </p:tmplLst>
      </p:bldP>
      <p:bldP spid="54" grpId="0" animBg="1">
        <p:tmplLst>
          <p:tmpl>
            <p:tnLst>
              <p:par>
                <p:cTn presetID="2" presetClass="entr" presetSubtype="2" decel="100000" fill="hold" nodeType="withEffect">
                  <p:stCondLst>
                    <p:cond delay="1700"/>
                  </p:stCondLst>
                  <p:childTnLst>
                    <p:set>
                      <p:cBhvr>
                        <p:cTn dur="1" fill="hold">
                          <p:stCondLst>
                            <p:cond delay="0"/>
                          </p:stCondLst>
                        </p:cTn>
                        <p:tgtEl>
                          <p:spTgt spid="54"/>
                        </p:tgtEl>
                        <p:attrNameLst>
                          <p:attrName>style.visibility</p:attrName>
                        </p:attrNameLst>
                      </p:cBhvr>
                      <p:to>
                        <p:strVal val="visible"/>
                      </p:to>
                    </p:set>
                    <p:anim calcmode="lin" valueType="num">
                      <p:cBhvr additive="base">
                        <p:cTn dur="500" fill="hold"/>
                        <p:tgtEl>
                          <p:spTgt spid="54"/>
                        </p:tgtEl>
                        <p:attrNameLst>
                          <p:attrName>ppt_x</p:attrName>
                        </p:attrNameLst>
                      </p:cBhvr>
                      <p:tavLst>
                        <p:tav tm="0">
                          <p:val>
                            <p:strVal val="1+#ppt_w/2"/>
                          </p:val>
                        </p:tav>
                        <p:tav tm="100000">
                          <p:val>
                            <p:strVal val="#ppt_x"/>
                          </p:val>
                        </p:tav>
                      </p:tavLst>
                    </p:anim>
                    <p:anim calcmode="lin" valueType="num">
                      <p:cBhvr additive="base">
                        <p:cTn dur="500" fill="hold"/>
                        <p:tgtEl>
                          <p:spTgt spid="54"/>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Sub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6D5A5-FE3E-2160-684A-E6A98F62E9AC}"/>
              </a:ext>
            </a:extLst>
          </p:cNvPr>
          <p:cNvSpPr>
            <a:spLocks noGrp="1"/>
          </p:cNvSpPr>
          <p:nvPr>
            <p:ph type="title" hasCustomPrompt="1"/>
          </p:nvPr>
        </p:nvSpPr>
        <p:spPr>
          <a:xfrm>
            <a:off x="546100" y="365125"/>
            <a:ext cx="10495943" cy="777875"/>
          </a:xfrm>
        </p:spPr>
        <p:txBody>
          <a:bodyPr vert="horz" lIns="0" tIns="176400" rIns="0" bIns="0" rtlCol="0" anchor="t">
            <a:normAutofit/>
          </a:bodyPr>
          <a:lstStyle>
            <a:lvl1pPr>
              <a:defRPr lang="en-US" dirty="0"/>
            </a:lvl1pPr>
          </a:lstStyle>
          <a:p>
            <a:pPr lvl="0"/>
            <a:r>
              <a:rPr lang="en-US"/>
              <a:t>Click to Add Title, Use Font Size 28, Title Case</a:t>
            </a:r>
          </a:p>
        </p:txBody>
      </p:sp>
      <p:sp>
        <p:nvSpPr>
          <p:cNvPr id="11" name="Text Placeholder 10">
            <a:extLst>
              <a:ext uri="{FF2B5EF4-FFF2-40B4-BE49-F238E27FC236}">
                <a16:creationId xmlns:a16="http://schemas.microsoft.com/office/drawing/2014/main" id="{54D0CE95-89EC-95E6-2690-5F3F08272459}"/>
              </a:ext>
            </a:extLst>
          </p:cNvPr>
          <p:cNvSpPr>
            <a:spLocks noGrp="1"/>
          </p:cNvSpPr>
          <p:nvPr>
            <p:ph type="body" sz="quarter" idx="13" hasCustomPrompt="1"/>
          </p:nvPr>
        </p:nvSpPr>
        <p:spPr>
          <a:xfrm>
            <a:off x="546100" y="1143000"/>
            <a:ext cx="11099800" cy="381000"/>
          </a:xfrm>
        </p:spPr>
        <p:txBody>
          <a:bodyPr anchor="ctr">
            <a:normAutofit/>
          </a:bodyPr>
          <a:lstStyle>
            <a:lvl1pPr marL="0" indent="0">
              <a:buFontTx/>
              <a:buNone/>
              <a:defRPr sz="1800">
                <a:latin typeface="+mj-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add subtitle, use font size 18, sentence case</a:t>
            </a:r>
          </a:p>
        </p:txBody>
      </p:sp>
      <p:sp>
        <p:nvSpPr>
          <p:cNvPr id="4" name="Footer Placeholder 3">
            <a:extLst>
              <a:ext uri="{FF2B5EF4-FFF2-40B4-BE49-F238E27FC236}">
                <a16:creationId xmlns:a16="http://schemas.microsoft.com/office/drawing/2014/main" id="{A1322ED0-34DB-2CAB-894B-1E7907C3DE44}"/>
              </a:ext>
            </a:extLst>
          </p:cNvPr>
          <p:cNvSpPr>
            <a:spLocks noGrp="1"/>
          </p:cNvSpPr>
          <p:nvPr>
            <p:ph type="ftr" sz="quarter" idx="11"/>
          </p:nvPr>
        </p:nvSpPr>
        <p:spPr/>
        <p:txBody>
          <a:bodyPr/>
          <a:lstStyle/>
          <a:p>
            <a:pPr>
              <a:buClr>
                <a:schemeClr val="tx2"/>
              </a:buClr>
              <a:buSzPct val="120000"/>
              <a:buFont typeface="Verdana" panose="020F0502020204030204" pitchFamily="34" charset="0"/>
              <a:buNone/>
            </a:pPr>
            <a:endParaRPr lang="en-US"/>
          </a:p>
        </p:txBody>
      </p:sp>
      <p:sp>
        <p:nvSpPr>
          <p:cNvPr id="3" name="Date Placeholder 2">
            <a:extLst>
              <a:ext uri="{FF2B5EF4-FFF2-40B4-BE49-F238E27FC236}">
                <a16:creationId xmlns:a16="http://schemas.microsoft.com/office/drawing/2014/main" id="{9A538976-C93B-4F0C-AE4A-3BD284E76E3F}"/>
              </a:ext>
            </a:extLst>
          </p:cNvPr>
          <p:cNvSpPr>
            <a:spLocks noGrp="1"/>
          </p:cNvSpPr>
          <p:nvPr>
            <p:ph type="dt" sz="half" idx="10"/>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5" name="Slide Number Placeholder 4">
            <a:extLst>
              <a:ext uri="{FF2B5EF4-FFF2-40B4-BE49-F238E27FC236}">
                <a16:creationId xmlns:a16="http://schemas.microsoft.com/office/drawing/2014/main" id="{A9707CFC-F38E-4EE4-C6AD-B62650FA9507}"/>
              </a:ext>
            </a:extLst>
          </p:cNvPr>
          <p:cNvSpPr>
            <a:spLocks noGrp="1"/>
          </p:cNvSpPr>
          <p:nvPr>
            <p:ph type="sldNum" sz="quarter" idx="12"/>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6" name="Rectangle 5">
            <a:extLst>
              <a:ext uri="{FF2B5EF4-FFF2-40B4-BE49-F238E27FC236}">
                <a16:creationId xmlns:a16="http://schemas.microsoft.com/office/drawing/2014/main" id="{DE73C39A-6FB2-626C-B711-F96FEBBB53F5}"/>
              </a:ext>
              <a:ext uri="{C183D7F6-B498-43B3-948B-1728B52AA6E4}">
                <adec:decorative xmlns:adec="http://schemas.microsoft.com/office/drawing/2017/decorative" val="1"/>
              </a:ext>
            </a:extLst>
          </p:cNvPr>
          <p:cNvSpPr/>
          <p:nvPr userDrawn="1"/>
        </p:nvSpPr>
        <p:spPr>
          <a:xfrm>
            <a:off x="0" y="-1"/>
            <a:ext cx="46800" cy="6858001"/>
          </a:xfrm>
          <a:prstGeom prst="rect">
            <a:avLst/>
          </a:prstGeom>
          <a:gradFill flip="none" rotWithShape="1">
            <a:gsLst>
              <a:gs pos="100000">
                <a:srgbClr val="2F2A95"/>
              </a:gs>
              <a:gs pos="0">
                <a:srgbClr val="00B2A9"/>
              </a:gs>
            </a:gsLst>
            <a:lin ang="5400000" scaled="1"/>
            <a:tileRect/>
          </a:gradFill>
          <a:ln w="12700" cap="flat" cmpd="sng" algn="ctr">
            <a:noFill/>
            <a:prstDash val="solid"/>
            <a:miter lim="800000"/>
          </a:ln>
          <a:effectLst/>
        </p:spPr>
        <p:txBody>
          <a:bodyPr tIns="90000" bIns="90000" rtlCol="0" anchor="t"/>
          <a:lstStyle/>
          <a:p>
            <a:pPr marL="0" marR="0" lvl="0" indent="0" defTabSz="914400" eaLnBrk="1" fontAlgn="auto" latinLnBrk="0" hangingPunct="1">
              <a:lnSpc>
                <a:spcPct val="100000"/>
              </a:lnSpc>
              <a:spcBef>
                <a:spcPts val="0"/>
              </a:spcBef>
              <a:spcAft>
                <a:spcPts val="0"/>
              </a:spcAft>
              <a:buClr>
                <a:srgbClr val="2F2A95"/>
              </a:buClr>
              <a:buSzTx/>
              <a:buFontTx/>
              <a:buNone/>
              <a:tabLst/>
              <a:defRPr/>
            </a:pPr>
            <a:endParaRPr kumimoji="0" lang="en-US" sz="1800" b="0" i="0" u="none" strike="noStrike" kern="0" cap="none" spc="0" normalizeH="0" baseline="0" noProof="0">
              <a:ln>
                <a:noFill/>
              </a:ln>
              <a:solidFill>
                <a:srgbClr val="000000"/>
              </a:solidFill>
              <a:effectLst/>
              <a:uLnTx/>
              <a:uFillTx/>
              <a:latin typeface="Verdana"/>
              <a:ea typeface="+mn-ea"/>
              <a:cs typeface="+mn-cs"/>
            </a:endParaRPr>
          </a:p>
        </p:txBody>
      </p:sp>
      <p:grpSp>
        <p:nvGrpSpPr>
          <p:cNvPr id="7" name="Group 4">
            <a:extLst>
              <a:ext uri="{FF2B5EF4-FFF2-40B4-BE49-F238E27FC236}">
                <a16:creationId xmlns:a16="http://schemas.microsoft.com/office/drawing/2014/main" id="{51B58981-2159-1AA1-695E-8F8B9C3449FC}"/>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p:grpSpPr>
        <p:sp>
          <p:nvSpPr>
            <p:cNvPr id="8" name="Freeform 5">
              <a:extLst>
                <a:ext uri="{FF2B5EF4-FFF2-40B4-BE49-F238E27FC236}">
                  <a16:creationId xmlns:a16="http://schemas.microsoft.com/office/drawing/2014/main" id="{FE0A70A1-BEE8-1F7B-C7FC-1C7514692CF1}"/>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solidFill>
              <a:srgbClr val="2F2A9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sp>
          <p:nvSpPr>
            <p:cNvPr id="9" name="Freeform 6">
              <a:extLst>
                <a:ext uri="{FF2B5EF4-FFF2-40B4-BE49-F238E27FC236}">
                  <a16:creationId xmlns:a16="http://schemas.microsoft.com/office/drawing/2014/main" id="{B130AAC8-DE99-DA56-70EF-5233EC260C3B}"/>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solidFill>
              <a:srgbClr val="00B2A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grpSp>
    </p:spTree>
    <p:extLst>
      <p:ext uri="{BB962C8B-B14F-4D97-AF65-F5344CB8AC3E}">
        <p14:creationId xmlns:p14="http://schemas.microsoft.com/office/powerpoint/2010/main" val="4029990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A8432-F17A-0891-B39D-2FCAF0312B31}"/>
              </a:ext>
            </a:extLst>
          </p:cNvPr>
          <p:cNvSpPr>
            <a:spLocks noGrp="1"/>
          </p:cNvSpPr>
          <p:nvPr>
            <p:ph type="title" hasCustomPrompt="1"/>
          </p:nvPr>
        </p:nvSpPr>
        <p:spPr>
          <a:xfrm>
            <a:off x="546100" y="365125"/>
            <a:ext cx="10495943" cy="777875"/>
          </a:xfrm>
        </p:spPr>
        <p:txBody>
          <a:bodyPr/>
          <a:lstStyle/>
          <a:p>
            <a:r>
              <a:rPr lang="en-US"/>
              <a:t>Click to Add Title, Use Font Size 28, Title Case</a:t>
            </a:r>
          </a:p>
        </p:txBody>
      </p:sp>
      <p:sp>
        <p:nvSpPr>
          <p:cNvPr id="9" name="Text Placeholder 15">
            <a:extLst>
              <a:ext uri="{FF2B5EF4-FFF2-40B4-BE49-F238E27FC236}">
                <a16:creationId xmlns:a16="http://schemas.microsoft.com/office/drawing/2014/main" id="{108F7DFD-C55A-7C50-49C1-18FEBAA61E16}"/>
              </a:ext>
            </a:extLst>
          </p:cNvPr>
          <p:cNvSpPr>
            <a:spLocks noGrp="1"/>
          </p:cNvSpPr>
          <p:nvPr>
            <p:ph type="body" sz="quarter" idx="17" hasCustomPrompt="1"/>
          </p:nvPr>
        </p:nvSpPr>
        <p:spPr>
          <a:xfrm>
            <a:off x="546100" y="1143000"/>
            <a:ext cx="11099799" cy="381001"/>
          </a:xfrm>
        </p:spPr>
        <p:txBody>
          <a:bodyPr anchor="ctr">
            <a:normAutofit/>
          </a:bodyPr>
          <a:lstStyle>
            <a:lvl1pPr marL="0" indent="0">
              <a:buFontTx/>
              <a:buNone/>
              <a:defRPr sz="1800">
                <a:latin typeface="+mj-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marL="0" lvl="0" indent="0">
              <a:buFontTx/>
              <a:buNone/>
            </a:pPr>
            <a:r>
              <a:rPr lang="en-US"/>
              <a:t>Click to add subtitle, use font size 18, sentence case</a:t>
            </a:r>
          </a:p>
        </p:txBody>
      </p:sp>
      <p:sp>
        <p:nvSpPr>
          <p:cNvPr id="45" name="Content Placeholder 2">
            <a:extLst>
              <a:ext uri="{FF2B5EF4-FFF2-40B4-BE49-F238E27FC236}">
                <a16:creationId xmlns:a16="http://schemas.microsoft.com/office/drawing/2014/main" id="{5EB5D1D4-76C4-135C-702C-458E7E26FECC}"/>
              </a:ext>
            </a:extLst>
          </p:cNvPr>
          <p:cNvSpPr>
            <a:spLocks noGrp="1"/>
          </p:cNvSpPr>
          <p:nvPr>
            <p:ph sz="half" idx="10" hasCustomPrompt="1"/>
          </p:nvPr>
        </p:nvSpPr>
        <p:spPr>
          <a:xfrm>
            <a:off x="546100" y="1649413"/>
            <a:ext cx="2679700" cy="4637087"/>
          </a:xfrm>
        </p:spPr>
        <p:txBody>
          <a:bodyPr lIns="0" tIns="0" rIns="0" bIns="0">
            <a:normAutofit/>
          </a:bodyPr>
          <a:lstStyle>
            <a:lvl1pPr>
              <a:defRPr sz="1800"/>
            </a:lvl1pPr>
            <a:lvl2pPr>
              <a:defRPr sz="1400"/>
            </a:lvl2pPr>
            <a:lvl3pPr>
              <a:defRPr sz="1200"/>
            </a:lvl3pPr>
            <a:lvl4pPr>
              <a:defRPr sz="1100"/>
            </a:lvl4pPr>
            <a:lvl5pPr>
              <a:defRPr sz="1100"/>
            </a:lvl5pPr>
          </a:lstStyle>
          <a:p>
            <a:pPr lvl="0"/>
            <a:r>
              <a:rPr lang="en-US"/>
              <a:t>Click to add content. If you’re pasting from another location, please right-click and </a:t>
            </a:r>
            <a:br>
              <a:rPr lang="en-US"/>
            </a:br>
            <a:r>
              <a:rPr lang="en-US"/>
              <a:t>select the ‘Keep </a:t>
            </a:r>
            <a:br>
              <a:rPr lang="en-US"/>
            </a:br>
            <a:r>
              <a:rPr lang="en-US"/>
              <a:t>Text Only’ option.</a:t>
            </a:r>
          </a:p>
        </p:txBody>
      </p:sp>
      <p:sp>
        <p:nvSpPr>
          <p:cNvPr id="46" name="Content Placeholder 2">
            <a:extLst>
              <a:ext uri="{FF2B5EF4-FFF2-40B4-BE49-F238E27FC236}">
                <a16:creationId xmlns:a16="http://schemas.microsoft.com/office/drawing/2014/main" id="{0DC19C9A-F6D3-FF60-7DFA-8F060BA40F1D}"/>
              </a:ext>
            </a:extLst>
          </p:cNvPr>
          <p:cNvSpPr>
            <a:spLocks noGrp="1"/>
          </p:cNvSpPr>
          <p:nvPr>
            <p:ph sz="half" idx="11" hasCustomPrompt="1"/>
          </p:nvPr>
        </p:nvSpPr>
        <p:spPr>
          <a:xfrm>
            <a:off x="3352800" y="1649413"/>
            <a:ext cx="2679700" cy="4637087"/>
          </a:xfrm>
        </p:spPr>
        <p:txBody>
          <a:bodyPr lIns="0" tIns="0" rIns="0" bIns="0">
            <a:normAutofit/>
          </a:bodyPr>
          <a:lstStyle>
            <a:lvl1pPr>
              <a:defRPr sz="1800"/>
            </a:lvl1pPr>
            <a:lvl2pPr>
              <a:defRPr sz="1400"/>
            </a:lvl2pPr>
            <a:lvl3pPr>
              <a:defRPr sz="1200"/>
            </a:lvl3pPr>
            <a:lvl4pPr>
              <a:defRPr sz="1100"/>
            </a:lvl4pPr>
            <a:lvl5pPr>
              <a:defRPr sz="1100"/>
            </a:lvl5pPr>
          </a:lstStyle>
          <a:p>
            <a:pPr lvl="0"/>
            <a:r>
              <a:rPr lang="en-US"/>
              <a:t>Click to add content. If you’re pasting from another location, please right-click and </a:t>
            </a:r>
            <a:br>
              <a:rPr lang="en-US"/>
            </a:br>
            <a:r>
              <a:rPr lang="en-US"/>
              <a:t>select the ‘Keep </a:t>
            </a:r>
            <a:br>
              <a:rPr lang="en-US"/>
            </a:br>
            <a:r>
              <a:rPr lang="en-US"/>
              <a:t>Text Only’ option.</a:t>
            </a:r>
          </a:p>
        </p:txBody>
      </p:sp>
      <p:sp>
        <p:nvSpPr>
          <p:cNvPr id="47" name="Content Placeholder 3">
            <a:extLst>
              <a:ext uri="{FF2B5EF4-FFF2-40B4-BE49-F238E27FC236}">
                <a16:creationId xmlns:a16="http://schemas.microsoft.com/office/drawing/2014/main" id="{CDA20B33-282D-E1A8-107F-F67672993C71}"/>
              </a:ext>
            </a:extLst>
          </p:cNvPr>
          <p:cNvSpPr>
            <a:spLocks noGrp="1"/>
          </p:cNvSpPr>
          <p:nvPr>
            <p:ph sz="half" idx="12" hasCustomPrompt="1"/>
          </p:nvPr>
        </p:nvSpPr>
        <p:spPr>
          <a:xfrm>
            <a:off x="6159500" y="1649413"/>
            <a:ext cx="2679700" cy="4637087"/>
          </a:xfrm>
        </p:spPr>
        <p:txBody>
          <a:bodyPr lIns="0" tIns="0" rIns="0" bIns="0">
            <a:normAutofit/>
          </a:bodyPr>
          <a:lstStyle>
            <a:lvl1pPr>
              <a:defRPr sz="1800"/>
            </a:lvl1pPr>
            <a:lvl2pPr>
              <a:defRPr sz="1400"/>
            </a:lvl2pPr>
            <a:lvl3pPr>
              <a:defRPr sz="1200"/>
            </a:lvl3pPr>
            <a:lvl4pPr>
              <a:defRPr sz="1100"/>
            </a:lvl4pPr>
            <a:lvl5pPr>
              <a:defRPr sz="1100"/>
            </a:lvl5pPr>
          </a:lstStyle>
          <a:p>
            <a:pPr lvl="0"/>
            <a:r>
              <a:rPr lang="en-US"/>
              <a:t>Click to add content. If you’re pasting from another location, please right-click and </a:t>
            </a:r>
            <a:br>
              <a:rPr lang="en-US"/>
            </a:br>
            <a:r>
              <a:rPr lang="en-US"/>
              <a:t>select the ‘Keep </a:t>
            </a:r>
            <a:br>
              <a:rPr lang="en-US"/>
            </a:br>
            <a:r>
              <a:rPr lang="en-US"/>
              <a:t>Text Only’ option.</a:t>
            </a:r>
          </a:p>
        </p:txBody>
      </p:sp>
      <p:sp>
        <p:nvSpPr>
          <p:cNvPr id="48" name="Content Placeholder 3">
            <a:extLst>
              <a:ext uri="{FF2B5EF4-FFF2-40B4-BE49-F238E27FC236}">
                <a16:creationId xmlns:a16="http://schemas.microsoft.com/office/drawing/2014/main" id="{53C791ED-08CF-B7DA-7F4A-53CB1BEB2BF7}"/>
              </a:ext>
            </a:extLst>
          </p:cNvPr>
          <p:cNvSpPr>
            <a:spLocks noGrp="1"/>
          </p:cNvSpPr>
          <p:nvPr>
            <p:ph sz="half" idx="13" hasCustomPrompt="1"/>
          </p:nvPr>
        </p:nvSpPr>
        <p:spPr>
          <a:xfrm>
            <a:off x="8966199" y="1649413"/>
            <a:ext cx="2679701" cy="4637087"/>
          </a:xfrm>
        </p:spPr>
        <p:txBody>
          <a:bodyPr lIns="0" tIns="0" rIns="0" bIns="0">
            <a:normAutofit/>
          </a:bodyPr>
          <a:lstStyle>
            <a:lvl1pPr>
              <a:defRPr sz="1800"/>
            </a:lvl1pPr>
            <a:lvl2pPr>
              <a:defRPr sz="1400"/>
            </a:lvl2pPr>
            <a:lvl3pPr>
              <a:defRPr sz="1200"/>
            </a:lvl3pPr>
            <a:lvl4pPr>
              <a:defRPr sz="1100"/>
            </a:lvl4pPr>
            <a:lvl5pPr>
              <a:defRPr sz="1100"/>
            </a:lvl5pPr>
          </a:lstStyle>
          <a:p>
            <a:pPr lvl="0"/>
            <a:r>
              <a:rPr lang="en-US"/>
              <a:t>Click to add content. If you’re pasting from another location, please right-click and </a:t>
            </a:r>
            <a:br>
              <a:rPr lang="en-US"/>
            </a:br>
            <a:r>
              <a:rPr lang="en-US"/>
              <a:t>select the ‘Keep </a:t>
            </a:r>
            <a:br>
              <a:rPr lang="en-US"/>
            </a:br>
            <a:r>
              <a:rPr lang="en-US"/>
              <a:t>Text Only’ option.</a:t>
            </a:r>
          </a:p>
        </p:txBody>
      </p:sp>
      <p:sp>
        <p:nvSpPr>
          <p:cNvPr id="4" name="Footer Placeholder 3">
            <a:extLst>
              <a:ext uri="{FF2B5EF4-FFF2-40B4-BE49-F238E27FC236}">
                <a16:creationId xmlns:a16="http://schemas.microsoft.com/office/drawing/2014/main" id="{712884DE-4818-51FE-42F0-5E3E0E26CC93}"/>
              </a:ext>
            </a:extLst>
          </p:cNvPr>
          <p:cNvSpPr>
            <a:spLocks noGrp="1"/>
          </p:cNvSpPr>
          <p:nvPr>
            <p:ph type="ftr" sz="quarter" idx="15"/>
          </p:nvPr>
        </p:nvSpPr>
        <p:spPr/>
        <p:txBody>
          <a:bodyPr/>
          <a:lstStyle/>
          <a:p>
            <a:pPr>
              <a:buClr>
                <a:schemeClr val="tx2"/>
              </a:buClr>
              <a:buSzPct val="120000"/>
              <a:buFont typeface="Verdana" panose="020F0502020204030204" pitchFamily="34" charset="0"/>
              <a:buNone/>
            </a:pPr>
            <a:endParaRPr lang="en-US"/>
          </a:p>
        </p:txBody>
      </p:sp>
      <p:sp>
        <p:nvSpPr>
          <p:cNvPr id="3" name="Date Placeholder 2">
            <a:extLst>
              <a:ext uri="{FF2B5EF4-FFF2-40B4-BE49-F238E27FC236}">
                <a16:creationId xmlns:a16="http://schemas.microsoft.com/office/drawing/2014/main" id="{D09F33CA-E4C6-74FC-102E-3E7170DCB4CF}"/>
              </a:ext>
            </a:extLst>
          </p:cNvPr>
          <p:cNvSpPr>
            <a:spLocks noGrp="1"/>
          </p:cNvSpPr>
          <p:nvPr>
            <p:ph type="dt" sz="half" idx="14"/>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8" name="Slide Number Placeholder 7">
            <a:extLst>
              <a:ext uri="{FF2B5EF4-FFF2-40B4-BE49-F238E27FC236}">
                <a16:creationId xmlns:a16="http://schemas.microsoft.com/office/drawing/2014/main" id="{C8984476-DB18-6EFC-CFFF-7DC3D02F44B9}"/>
              </a:ext>
            </a:extLst>
          </p:cNvPr>
          <p:cNvSpPr>
            <a:spLocks noGrp="1"/>
          </p:cNvSpPr>
          <p:nvPr>
            <p:ph type="sldNum" sz="quarter" idx="16"/>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10" name="Rectangle 9">
            <a:extLst>
              <a:ext uri="{FF2B5EF4-FFF2-40B4-BE49-F238E27FC236}">
                <a16:creationId xmlns:a16="http://schemas.microsoft.com/office/drawing/2014/main" id="{7DFCCF9C-82BF-1A94-97B0-C29C75275EDC}"/>
              </a:ext>
              <a:ext uri="{C183D7F6-B498-43B3-948B-1728B52AA6E4}">
                <adec:decorative xmlns:adec="http://schemas.microsoft.com/office/drawing/2017/decorative" val="1"/>
              </a:ext>
            </a:extLst>
          </p:cNvPr>
          <p:cNvSpPr/>
          <p:nvPr userDrawn="1"/>
        </p:nvSpPr>
        <p:spPr>
          <a:xfrm>
            <a:off x="0" y="-1"/>
            <a:ext cx="46800" cy="6858001"/>
          </a:xfrm>
          <a:prstGeom prst="rect">
            <a:avLst/>
          </a:prstGeom>
          <a:gradFill flip="none" rotWithShape="1">
            <a:gsLst>
              <a:gs pos="100000">
                <a:srgbClr val="2F2A95"/>
              </a:gs>
              <a:gs pos="0">
                <a:srgbClr val="00B2A9"/>
              </a:gs>
            </a:gsLst>
            <a:lin ang="5400000" scaled="1"/>
            <a:tileRect/>
          </a:gradFill>
          <a:ln w="12700" cap="flat" cmpd="sng" algn="ctr">
            <a:noFill/>
            <a:prstDash val="solid"/>
            <a:miter lim="800000"/>
          </a:ln>
          <a:effectLst/>
        </p:spPr>
        <p:txBody>
          <a:bodyPr tIns="90000" bIns="90000" rtlCol="0" anchor="t"/>
          <a:lstStyle/>
          <a:p>
            <a:pPr marL="0" marR="0" lvl="0" indent="0" defTabSz="914400" eaLnBrk="1" fontAlgn="auto" latinLnBrk="0" hangingPunct="1">
              <a:lnSpc>
                <a:spcPct val="100000"/>
              </a:lnSpc>
              <a:spcBef>
                <a:spcPts val="0"/>
              </a:spcBef>
              <a:spcAft>
                <a:spcPts val="0"/>
              </a:spcAft>
              <a:buClr>
                <a:srgbClr val="2F2A95"/>
              </a:buClr>
              <a:buSzTx/>
              <a:buFontTx/>
              <a:buNone/>
              <a:tabLst/>
              <a:defRPr/>
            </a:pPr>
            <a:endParaRPr kumimoji="0" lang="en-US" sz="1800" b="0" i="0" u="none" strike="noStrike" kern="0" cap="none" spc="0" normalizeH="0" baseline="0" noProof="0">
              <a:ln>
                <a:noFill/>
              </a:ln>
              <a:solidFill>
                <a:srgbClr val="000000"/>
              </a:solidFill>
              <a:effectLst/>
              <a:uLnTx/>
              <a:uFillTx/>
              <a:latin typeface="Verdana"/>
              <a:ea typeface="+mn-ea"/>
              <a:cs typeface="+mn-cs"/>
            </a:endParaRPr>
          </a:p>
        </p:txBody>
      </p:sp>
      <p:grpSp>
        <p:nvGrpSpPr>
          <p:cNvPr id="13" name="Group 4">
            <a:extLst>
              <a:ext uri="{FF2B5EF4-FFF2-40B4-BE49-F238E27FC236}">
                <a16:creationId xmlns:a16="http://schemas.microsoft.com/office/drawing/2014/main" id="{9C48FC81-BD1A-E7A9-ADDC-30F81F6EF840}"/>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p:grpSpPr>
        <p:sp>
          <p:nvSpPr>
            <p:cNvPr id="14" name="Freeform 5">
              <a:extLst>
                <a:ext uri="{FF2B5EF4-FFF2-40B4-BE49-F238E27FC236}">
                  <a16:creationId xmlns:a16="http://schemas.microsoft.com/office/drawing/2014/main" id="{9DF34A2E-B7C5-B6F6-58AA-7500F28EBF48}"/>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solidFill>
              <a:srgbClr val="2F2A9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sp>
          <p:nvSpPr>
            <p:cNvPr id="15" name="Freeform 6">
              <a:extLst>
                <a:ext uri="{FF2B5EF4-FFF2-40B4-BE49-F238E27FC236}">
                  <a16:creationId xmlns:a16="http://schemas.microsoft.com/office/drawing/2014/main" id="{FAF0446C-7498-8B5D-2C7E-3CF348395CF4}"/>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solidFill>
              <a:srgbClr val="00B2A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grpSp>
    </p:spTree>
    <p:extLst>
      <p:ext uri="{BB962C8B-B14F-4D97-AF65-F5344CB8AC3E}">
        <p14:creationId xmlns:p14="http://schemas.microsoft.com/office/powerpoint/2010/main" val="993376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310410E3-2E05-8E15-231D-2E0A556225DD}"/>
              </a:ext>
            </a:extLst>
          </p:cNvPr>
          <p:cNvSpPr>
            <a:spLocks noGrp="1"/>
          </p:cNvSpPr>
          <p:nvPr>
            <p:ph type="body" sz="quarter" idx="28" hasCustomPrompt="1"/>
          </p:nvPr>
        </p:nvSpPr>
        <p:spPr>
          <a:xfrm>
            <a:off x="546100" y="1535054"/>
            <a:ext cx="5486400" cy="2306696"/>
          </a:xfrm>
        </p:spPr>
        <p:txBody>
          <a:bodyPr anchor="b">
            <a:normAutofit/>
          </a:bodyPr>
          <a:lstStyle>
            <a:lvl1pPr marL="0" indent="0">
              <a:buFontTx/>
              <a:buNone/>
              <a:defRPr sz="2000" b="1">
                <a:solidFill>
                  <a:schemeClr val="accent4"/>
                </a:solidFill>
                <a:latin typeface="+mj-lt"/>
              </a:defRPr>
            </a:lvl1pPr>
            <a:lvl2pPr marL="457200" indent="0">
              <a:buFontTx/>
              <a:buNone/>
              <a:defRPr>
                <a:solidFill>
                  <a:schemeClr val="accent2"/>
                </a:solidFill>
                <a:latin typeface="+mj-lt"/>
              </a:defRPr>
            </a:lvl2pPr>
            <a:lvl3pPr marL="914400" indent="0">
              <a:buFontTx/>
              <a:buNone/>
              <a:defRPr>
                <a:solidFill>
                  <a:schemeClr val="accent2"/>
                </a:solidFill>
                <a:latin typeface="+mj-lt"/>
              </a:defRPr>
            </a:lvl3pPr>
            <a:lvl4pPr marL="1371600" indent="0">
              <a:buFontTx/>
              <a:buNone/>
              <a:defRPr>
                <a:solidFill>
                  <a:schemeClr val="accent2"/>
                </a:solidFill>
                <a:latin typeface="+mj-lt"/>
              </a:defRPr>
            </a:lvl4pPr>
            <a:lvl5pPr marL="1828800" indent="0">
              <a:buFontTx/>
              <a:buNone/>
              <a:defRPr>
                <a:solidFill>
                  <a:schemeClr val="accent2"/>
                </a:solidFill>
                <a:latin typeface="+mj-lt"/>
              </a:defRPr>
            </a:lvl5pPr>
          </a:lstStyle>
          <a:p>
            <a:pPr lvl="0"/>
            <a:r>
              <a:rPr lang="en-US"/>
              <a:t>Click to add quote, use font size 20, sentence case</a:t>
            </a:r>
          </a:p>
        </p:txBody>
      </p:sp>
      <p:sp>
        <p:nvSpPr>
          <p:cNvPr id="13" name="Text Placeholder 13">
            <a:extLst>
              <a:ext uri="{FF2B5EF4-FFF2-40B4-BE49-F238E27FC236}">
                <a16:creationId xmlns:a16="http://schemas.microsoft.com/office/drawing/2014/main" id="{D9F86920-BC32-7706-32FF-8247600998B1}"/>
              </a:ext>
            </a:extLst>
          </p:cNvPr>
          <p:cNvSpPr>
            <a:spLocks noGrp="1"/>
          </p:cNvSpPr>
          <p:nvPr>
            <p:ph type="body" sz="quarter" idx="17" hasCustomPrompt="1"/>
          </p:nvPr>
        </p:nvSpPr>
        <p:spPr>
          <a:xfrm>
            <a:off x="546100" y="3967163"/>
            <a:ext cx="5486400" cy="383864"/>
          </a:xfrm>
        </p:spPr>
        <p:txBody>
          <a:bodyPr lIns="0" rIns="0" bIns="0" anchor="t" anchorCtr="0">
            <a:normAutofit/>
          </a:bodyPr>
          <a:lstStyle>
            <a:lvl1pPr marL="0" indent="0">
              <a:lnSpc>
                <a:spcPct val="100000"/>
              </a:lnSpc>
              <a:spcBef>
                <a:spcPts val="0"/>
              </a:spcBef>
              <a:buFont typeface="Verdana" panose="020B0602030504020204" pitchFamily="34" charset="0"/>
              <a:buNone/>
              <a:defRPr sz="2000" b="1">
                <a:solidFill>
                  <a:schemeClr val="tx1"/>
                </a:solidFill>
                <a:latin typeface="+mj-lt"/>
              </a:defRPr>
            </a:lvl1pPr>
            <a:lvl2pPr>
              <a:defRPr/>
            </a:lvl2pPr>
          </a:lstStyle>
          <a:p>
            <a:pPr lvl="0"/>
            <a:r>
              <a:rPr lang="en-US"/>
              <a:t>Add name here, Use Font Size 20</a:t>
            </a:r>
          </a:p>
        </p:txBody>
      </p:sp>
      <p:sp>
        <p:nvSpPr>
          <p:cNvPr id="20" name="Text Placeholder 19">
            <a:extLst>
              <a:ext uri="{FF2B5EF4-FFF2-40B4-BE49-F238E27FC236}">
                <a16:creationId xmlns:a16="http://schemas.microsoft.com/office/drawing/2014/main" id="{7EDF5267-6EC5-2B94-99C9-E08682F0328B}"/>
              </a:ext>
            </a:extLst>
          </p:cNvPr>
          <p:cNvSpPr>
            <a:spLocks noGrp="1"/>
          </p:cNvSpPr>
          <p:nvPr>
            <p:ph type="body" sz="quarter" idx="29" hasCustomPrompt="1"/>
          </p:nvPr>
        </p:nvSpPr>
        <p:spPr>
          <a:xfrm>
            <a:off x="546101" y="4477027"/>
            <a:ext cx="5486400" cy="1809474"/>
          </a:xfrm>
        </p:spPr>
        <p:txBody>
          <a:bodyPr>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Add Job Title Here, Use Font Size 16, Title Case</a:t>
            </a:r>
          </a:p>
        </p:txBody>
      </p:sp>
      <p:sp>
        <p:nvSpPr>
          <p:cNvPr id="15" name="Freeform: Shape 14">
            <a:extLst>
              <a:ext uri="{FF2B5EF4-FFF2-40B4-BE49-F238E27FC236}">
                <a16:creationId xmlns:a16="http://schemas.microsoft.com/office/drawing/2014/main" id="{3264C483-C645-5E7F-EFF5-992777882E9C}"/>
              </a:ext>
              <a:ext uri="{C183D7F6-B498-43B3-948B-1728B52AA6E4}">
                <adec:decorative xmlns:adec="http://schemas.microsoft.com/office/drawing/2017/decorative" val="1"/>
              </a:ext>
            </a:extLst>
          </p:cNvPr>
          <p:cNvSpPr>
            <a:spLocks noChangeAspect="1"/>
          </p:cNvSpPr>
          <p:nvPr userDrawn="1"/>
        </p:nvSpPr>
        <p:spPr>
          <a:xfrm>
            <a:off x="8842666" y="3266987"/>
            <a:ext cx="1152358" cy="2913134"/>
          </a:xfrm>
          <a:custGeom>
            <a:avLst/>
            <a:gdLst>
              <a:gd name="connsiteX0" fmla="*/ 0 w 1152358"/>
              <a:gd name="connsiteY0" fmla="*/ 0 h 2913134"/>
              <a:gd name="connsiteX1" fmla="*/ 1152358 w 1152358"/>
              <a:gd name="connsiteY1" fmla="*/ 571804 h 2913134"/>
              <a:gd name="connsiteX2" fmla="*/ 1152358 w 1152358"/>
              <a:gd name="connsiteY2" fmla="*/ 1450229 h 2913134"/>
              <a:gd name="connsiteX3" fmla="*/ 1152358 w 1152358"/>
              <a:gd name="connsiteY3" fmla="*/ 2913134 h 2913134"/>
              <a:gd name="connsiteX4" fmla="*/ 0 w 1152358"/>
              <a:gd name="connsiteY4" fmla="*/ 2341330 h 2913134"/>
              <a:gd name="connsiteX5" fmla="*/ 0 w 1152358"/>
              <a:gd name="connsiteY5" fmla="*/ 878425 h 291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2358" h="2913134">
                <a:moveTo>
                  <a:pt x="0" y="0"/>
                </a:moveTo>
                <a:lnTo>
                  <a:pt x="1152358" y="571804"/>
                </a:lnTo>
                <a:lnTo>
                  <a:pt x="1152358" y="1450229"/>
                </a:lnTo>
                <a:lnTo>
                  <a:pt x="1152358" y="2913134"/>
                </a:lnTo>
                <a:lnTo>
                  <a:pt x="0" y="2341330"/>
                </a:lnTo>
                <a:lnTo>
                  <a:pt x="0" y="878425"/>
                </a:lnTo>
                <a:close/>
              </a:path>
            </a:pathLst>
          </a:custGeom>
          <a:noFill/>
          <a:ln w="19050" cap="flat">
            <a:gradFill flip="none" rotWithShape="1">
              <a:gsLst>
                <a:gs pos="0">
                  <a:schemeClr val="accent4">
                    <a:alpha val="30000"/>
                  </a:schemeClr>
                </a:gs>
                <a:gs pos="100000">
                  <a:schemeClr val="accent4"/>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100000"/>
              </a:lnSpc>
              <a:spcBef>
                <a:spcPts val="2918"/>
              </a:spcBef>
              <a:spcAft>
                <a:spcPts val="0"/>
              </a:spcAft>
              <a:buClr>
                <a:srgbClr val="F2F2F2"/>
              </a:buClr>
              <a:buSzTx/>
              <a:buFontTx/>
              <a:tabLst/>
            </a:pPr>
            <a:endParaRPr kumimoji="0" lang="en-US" sz="9457" b="0" i="0" u="none" strike="noStrike" kern="0" cap="none" spc="0" normalizeH="0" baseline="0" noProof="0">
              <a:ln>
                <a:noFill/>
              </a:ln>
              <a:solidFill>
                <a:srgbClr val="FFFFFF"/>
              </a:solidFill>
              <a:effectLst/>
              <a:uLnTx/>
              <a:uFillTx/>
            </a:endParaRPr>
          </a:p>
        </p:txBody>
      </p:sp>
      <p:sp>
        <p:nvSpPr>
          <p:cNvPr id="17" name="Freeform: Shape 16">
            <a:extLst>
              <a:ext uri="{FF2B5EF4-FFF2-40B4-BE49-F238E27FC236}">
                <a16:creationId xmlns:a16="http://schemas.microsoft.com/office/drawing/2014/main" id="{4CEE7642-7909-D90B-8143-34DAC95C223B}"/>
              </a:ext>
              <a:ext uri="{C183D7F6-B498-43B3-948B-1728B52AA6E4}">
                <adec:decorative xmlns:adec="http://schemas.microsoft.com/office/drawing/2017/decorative" val="1"/>
              </a:ext>
            </a:extLst>
          </p:cNvPr>
          <p:cNvSpPr/>
          <p:nvPr userDrawn="1"/>
        </p:nvSpPr>
        <p:spPr>
          <a:xfrm>
            <a:off x="10848618" y="1540541"/>
            <a:ext cx="792518" cy="2477701"/>
          </a:xfrm>
          <a:custGeom>
            <a:avLst/>
            <a:gdLst>
              <a:gd name="connsiteX0" fmla="*/ 0 w 792518"/>
              <a:gd name="connsiteY0" fmla="*/ 0 h 2477701"/>
              <a:gd name="connsiteX1" fmla="*/ 792518 w 792518"/>
              <a:gd name="connsiteY1" fmla="*/ 393250 h 2477701"/>
              <a:gd name="connsiteX2" fmla="*/ 792518 w 792518"/>
              <a:gd name="connsiteY2" fmla="*/ 2477701 h 2477701"/>
              <a:gd name="connsiteX3" fmla="*/ 0 w 792518"/>
              <a:gd name="connsiteY3" fmla="*/ 2084451 h 2477701"/>
            </a:gdLst>
            <a:ahLst/>
            <a:cxnLst>
              <a:cxn ang="0">
                <a:pos x="connsiteX0" y="connsiteY0"/>
              </a:cxn>
              <a:cxn ang="0">
                <a:pos x="connsiteX1" y="connsiteY1"/>
              </a:cxn>
              <a:cxn ang="0">
                <a:pos x="connsiteX2" y="connsiteY2"/>
              </a:cxn>
              <a:cxn ang="0">
                <a:pos x="connsiteX3" y="connsiteY3"/>
              </a:cxn>
            </a:cxnLst>
            <a:rect l="l" t="t" r="r" b="b"/>
            <a:pathLst>
              <a:path w="792518" h="2477701">
                <a:moveTo>
                  <a:pt x="0" y="0"/>
                </a:moveTo>
                <a:lnTo>
                  <a:pt x="792518" y="393250"/>
                </a:lnTo>
                <a:lnTo>
                  <a:pt x="792518" y="2477701"/>
                </a:lnTo>
                <a:lnTo>
                  <a:pt x="0" y="2084451"/>
                </a:lnTo>
                <a:close/>
              </a:path>
            </a:pathLst>
          </a:custGeom>
          <a:gradFill>
            <a:gsLst>
              <a:gs pos="100000">
                <a:srgbClr val="2F2A95">
                  <a:lumMod val="96000"/>
                  <a:alpha val="90000"/>
                </a:srgbClr>
              </a:gs>
              <a:gs pos="0">
                <a:srgbClr val="92C0E9"/>
              </a:gs>
            </a:gsLst>
            <a:lin ang="6900000" scaled="0"/>
          </a:gradFill>
          <a:ln w="19050" cap="flat">
            <a:gradFill flip="none" rotWithShape="1">
              <a:gsLst>
                <a:gs pos="0">
                  <a:srgbClr val="92C0E9"/>
                </a:gs>
                <a:gs pos="100000">
                  <a:srgbClr val="2F2A95"/>
                </a:gs>
              </a:gsLst>
              <a:lin ang="5400000" scaled="1"/>
              <a:tileRect/>
            </a:gradFill>
            <a:prstDash val="solid"/>
            <a:miter/>
          </a:ln>
          <a:effectLst>
            <a:outerShdw blurRad="190500" algn="ctr" rotWithShape="0">
              <a:prstClr val="black">
                <a:alpha val="25000"/>
              </a:prstClr>
            </a:outerShdw>
          </a:effectLst>
        </p:spPr>
        <p:txBody>
          <a:bodyPr rtlCol="0" anchor="ctr"/>
          <a:lstStyle/>
          <a:p>
            <a:pPr marR="0" lvl="0" indent="0" defTabSz="2665918" fontAlgn="auto">
              <a:lnSpc>
                <a:spcPct val="100000"/>
              </a:lnSpc>
              <a:spcBef>
                <a:spcPts val="2918"/>
              </a:spcBef>
              <a:spcAft>
                <a:spcPts val="0"/>
              </a:spcAft>
              <a:buClr>
                <a:srgbClr val="F2F2F2"/>
              </a:buClr>
              <a:buSzTx/>
              <a:buFontTx/>
              <a:tabLst/>
            </a:pPr>
            <a:endParaRPr kumimoji="0" lang="en-US" sz="100" b="0" i="0" u="none" strike="noStrike" kern="0" cap="none" spc="0" normalizeH="0" baseline="0" noProof="0">
              <a:ln>
                <a:noFill/>
              </a:ln>
              <a:solidFill>
                <a:srgbClr val="FFFFFF"/>
              </a:solidFill>
              <a:effectLst/>
              <a:uLnTx/>
              <a:uFillTx/>
            </a:endParaRPr>
          </a:p>
        </p:txBody>
      </p:sp>
      <p:sp>
        <p:nvSpPr>
          <p:cNvPr id="4" name="Freeform: Shape 3">
            <a:extLst>
              <a:ext uri="{FF2B5EF4-FFF2-40B4-BE49-F238E27FC236}">
                <a16:creationId xmlns:a16="http://schemas.microsoft.com/office/drawing/2014/main" id="{CD96B6EE-7991-F35C-13AF-6C1E27A6CF0A}"/>
              </a:ext>
              <a:ext uri="{C183D7F6-B498-43B3-948B-1728B52AA6E4}">
                <adec:decorative xmlns:adec="http://schemas.microsoft.com/office/drawing/2017/decorative" val="1"/>
              </a:ext>
            </a:extLst>
          </p:cNvPr>
          <p:cNvSpPr>
            <a:spLocks noChangeAspect="1"/>
          </p:cNvSpPr>
          <p:nvPr userDrawn="1"/>
        </p:nvSpPr>
        <p:spPr>
          <a:xfrm>
            <a:off x="9489573" y="863906"/>
            <a:ext cx="1152358" cy="2913134"/>
          </a:xfrm>
          <a:custGeom>
            <a:avLst/>
            <a:gdLst>
              <a:gd name="connsiteX0" fmla="*/ 0 w 1152358"/>
              <a:gd name="connsiteY0" fmla="*/ 0 h 2913134"/>
              <a:gd name="connsiteX1" fmla="*/ 1152358 w 1152358"/>
              <a:gd name="connsiteY1" fmla="*/ 571804 h 2913134"/>
              <a:gd name="connsiteX2" fmla="*/ 1152358 w 1152358"/>
              <a:gd name="connsiteY2" fmla="*/ 1450229 h 2913134"/>
              <a:gd name="connsiteX3" fmla="*/ 1152358 w 1152358"/>
              <a:gd name="connsiteY3" fmla="*/ 2913134 h 2913134"/>
              <a:gd name="connsiteX4" fmla="*/ 0 w 1152358"/>
              <a:gd name="connsiteY4" fmla="*/ 2341330 h 2913134"/>
              <a:gd name="connsiteX5" fmla="*/ 0 w 1152358"/>
              <a:gd name="connsiteY5" fmla="*/ 878425 h 291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2358" h="2913134">
                <a:moveTo>
                  <a:pt x="0" y="0"/>
                </a:moveTo>
                <a:lnTo>
                  <a:pt x="1152358" y="571804"/>
                </a:lnTo>
                <a:lnTo>
                  <a:pt x="1152358" y="1450229"/>
                </a:lnTo>
                <a:lnTo>
                  <a:pt x="1152358" y="2913134"/>
                </a:lnTo>
                <a:lnTo>
                  <a:pt x="0" y="2341330"/>
                </a:lnTo>
                <a:lnTo>
                  <a:pt x="0" y="878425"/>
                </a:lnTo>
                <a:close/>
              </a:path>
            </a:pathLst>
          </a:custGeom>
          <a:noFill/>
          <a:ln w="19050" cap="flat">
            <a:gradFill flip="none" rotWithShape="1">
              <a:gsLst>
                <a:gs pos="0">
                  <a:schemeClr val="accent4">
                    <a:alpha val="30000"/>
                  </a:schemeClr>
                </a:gs>
                <a:gs pos="100000">
                  <a:schemeClr val="accent4"/>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100000"/>
              </a:lnSpc>
              <a:spcBef>
                <a:spcPts val="2918"/>
              </a:spcBef>
              <a:spcAft>
                <a:spcPts val="0"/>
              </a:spcAft>
              <a:buClr>
                <a:srgbClr val="F2F2F2"/>
              </a:buClr>
              <a:buSzTx/>
              <a:buFontTx/>
              <a:tabLst/>
            </a:pPr>
            <a:endParaRPr kumimoji="0" lang="en-US" sz="9457" b="0" i="0" u="none" strike="noStrike" kern="0" cap="none" spc="0" normalizeH="0" baseline="0" noProof="0">
              <a:ln>
                <a:noFill/>
              </a:ln>
              <a:solidFill>
                <a:srgbClr val="FFFFFF"/>
              </a:solidFill>
              <a:effectLst/>
              <a:uLnTx/>
              <a:uFillTx/>
            </a:endParaRPr>
          </a:p>
        </p:txBody>
      </p:sp>
      <p:sp>
        <p:nvSpPr>
          <p:cNvPr id="6" name="Freeform: Shape 5">
            <a:extLst>
              <a:ext uri="{FF2B5EF4-FFF2-40B4-BE49-F238E27FC236}">
                <a16:creationId xmlns:a16="http://schemas.microsoft.com/office/drawing/2014/main" id="{B3B1E8CF-D9BE-4C10-89CD-694F1CB68760}"/>
              </a:ext>
              <a:ext uri="{C183D7F6-B498-43B3-948B-1728B52AA6E4}">
                <adec:decorative xmlns:adec="http://schemas.microsoft.com/office/drawing/2017/decorative" val="1"/>
              </a:ext>
            </a:extLst>
          </p:cNvPr>
          <p:cNvSpPr>
            <a:spLocks noChangeAspect="1"/>
          </p:cNvSpPr>
          <p:nvPr userDrawn="1"/>
        </p:nvSpPr>
        <p:spPr>
          <a:xfrm>
            <a:off x="7055203" y="1894579"/>
            <a:ext cx="594266" cy="2252051"/>
          </a:xfrm>
          <a:custGeom>
            <a:avLst/>
            <a:gdLst>
              <a:gd name="connsiteX0" fmla="*/ 0 w 594266"/>
              <a:gd name="connsiteY0" fmla="*/ 0 h 2252051"/>
              <a:gd name="connsiteX1" fmla="*/ 594266 w 594266"/>
              <a:gd name="connsiteY1" fmla="*/ 294877 h 2252051"/>
              <a:gd name="connsiteX2" fmla="*/ 594266 w 594266"/>
              <a:gd name="connsiteY2" fmla="*/ 747877 h 2252051"/>
              <a:gd name="connsiteX3" fmla="*/ 594266 w 594266"/>
              <a:gd name="connsiteY3" fmla="*/ 1799051 h 2252051"/>
              <a:gd name="connsiteX4" fmla="*/ 594266 w 594266"/>
              <a:gd name="connsiteY4" fmla="*/ 2252051 h 2252051"/>
              <a:gd name="connsiteX5" fmla="*/ 0 w 594266"/>
              <a:gd name="connsiteY5" fmla="*/ 1957174 h 2252051"/>
              <a:gd name="connsiteX6" fmla="*/ 0 w 594266"/>
              <a:gd name="connsiteY6" fmla="*/ 1504174 h 2252051"/>
              <a:gd name="connsiteX7" fmla="*/ 0 w 594266"/>
              <a:gd name="connsiteY7" fmla="*/ 453000 h 2252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4266" h="2252051">
                <a:moveTo>
                  <a:pt x="0" y="0"/>
                </a:moveTo>
                <a:lnTo>
                  <a:pt x="594266" y="294877"/>
                </a:lnTo>
                <a:lnTo>
                  <a:pt x="594266" y="747877"/>
                </a:lnTo>
                <a:lnTo>
                  <a:pt x="594266" y="1799051"/>
                </a:lnTo>
                <a:lnTo>
                  <a:pt x="594266" y="2252051"/>
                </a:lnTo>
                <a:lnTo>
                  <a:pt x="0" y="1957174"/>
                </a:lnTo>
                <a:lnTo>
                  <a:pt x="0" y="1504174"/>
                </a:lnTo>
                <a:lnTo>
                  <a:pt x="0" y="453000"/>
                </a:lnTo>
                <a:close/>
              </a:path>
            </a:pathLst>
          </a:custGeom>
          <a:noFill/>
          <a:ln w="19050" cap="flat">
            <a:gradFill flip="none" rotWithShape="1">
              <a:gsLst>
                <a:gs pos="0">
                  <a:schemeClr val="accent4">
                    <a:alpha val="30000"/>
                  </a:schemeClr>
                </a:gs>
                <a:gs pos="100000">
                  <a:schemeClr val="accent4"/>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100000"/>
              </a:lnSpc>
              <a:spcBef>
                <a:spcPts val="2918"/>
              </a:spcBef>
              <a:spcAft>
                <a:spcPts val="0"/>
              </a:spcAft>
              <a:buClr>
                <a:srgbClr val="F2F2F2"/>
              </a:buClr>
              <a:buSzTx/>
              <a:buFontTx/>
              <a:tabLst/>
            </a:pPr>
            <a:endParaRPr kumimoji="0" lang="en-US" sz="9457" b="0" i="0" u="none" strike="noStrike" kern="0" cap="none" spc="0" normalizeH="0" baseline="0" noProof="0">
              <a:ln>
                <a:noFill/>
              </a:ln>
              <a:solidFill>
                <a:srgbClr val="FFFFFF"/>
              </a:solidFill>
              <a:effectLst/>
              <a:uLnTx/>
              <a:uFillTx/>
            </a:endParaRPr>
          </a:p>
        </p:txBody>
      </p:sp>
      <p:sp>
        <p:nvSpPr>
          <p:cNvPr id="16" name="Freeform: Shape 15">
            <a:extLst>
              <a:ext uri="{FF2B5EF4-FFF2-40B4-BE49-F238E27FC236}">
                <a16:creationId xmlns:a16="http://schemas.microsoft.com/office/drawing/2014/main" id="{11D382A5-D297-2172-10D7-B3211F5D2DCB}"/>
              </a:ext>
              <a:ext uri="{C183D7F6-B498-43B3-948B-1728B52AA6E4}">
                <adec:decorative xmlns:adec="http://schemas.microsoft.com/office/drawing/2017/decorative" val="1"/>
              </a:ext>
            </a:extLst>
          </p:cNvPr>
          <p:cNvSpPr>
            <a:spLocks noChangeAspect="1"/>
          </p:cNvSpPr>
          <p:nvPr userDrawn="1"/>
        </p:nvSpPr>
        <p:spPr>
          <a:xfrm>
            <a:off x="6566109" y="3282189"/>
            <a:ext cx="280587" cy="1063324"/>
          </a:xfrm>
          <a:custGeom>
            <a:avLst/>
            <a:gdLst>
              <a:gd name="connsiteX0" fmla="*/ 0 w 594266"/>
              <a:gd name="connsiteY0" fmla="*/ 0 h 2252051"/>
              <a:gd name="connsiteX1" fmla="*/ 594266 w 594266"/>
              <a:gd name="connsiteY1" fmla="*/ 294877 h 2252051"/>
              <a:gd name="connsiteX2" fmla="*/ 594266 w 594266"/>
              <a:gd name="connsiteY2" fmla="*/ 747877 h 2252051"/>
              <a:gd name="connsiteX3" fmla="*/ 594266 w 594266"/>
              <a:gd name="connsiteY3" fmla="*/ 1799051 h 2252051"/>
              <a:gd name="connsiteX4" fmla="*/ 594266 w 594266"/>
              <a:gd name="connsiteY4" fmla="*/ 2252051 h 2252051"/>
              <a:gd name="connsiteX5" fmla="*/ 0 w 594266"/>
              <a:gd name="connsiteY5" fmla="*/ 1957174 h 2252051"/>
              <a:gd name="connsiteX6" fmla="*/ 0 w 594266"/>
              <a:gd name="connsiteY6" fmla="*/ 1504174 h 2252051"/>
              <a:gd name="connsiteX7" fmla="*/ 0 w 594266"/>
              <a:gd name="connsiteY7" fmla="*/ 453000 h 2252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4266" h="2252051">
                <a:moveTo>
                  <a:pt x="0" y="0"/>
                </a:moveTo>
                <a:lnTo>
                  <a:pt x="594266" y="294877"/>
                </a:lnTo>
                <a:lnTo>
                  <a:pt x="594266" y="747877"/>
                </a:lnTo>
                <a:lnTo>
                  <a:pt x="594266" y="1799051"/>
                </a:lnTo>
                <a:lnTo>
                  <a:pt x="594266" y="2252051"/>
                </a:lnTo>
                <a:lnTo>
                  <a:pt x="0" y="1957174"/>
                </a:lnTo>
                <a:lnTo>
                  <a:pt x="0" y="1504174"/>
                </a:lnTo>
                <a:lnTo>
                  <a:pt x="0" y="453000"/>
                </a:lnTo>
                <a:close/>
              </a:path>
            </a:pathLst>
          </a:custGeom>
          <a:noFill/>
          <a:ln w="19050" cap="flat">
            <a:gradFill flip="none" rotWithShape="1">
              <a:gsLst>
                <a:gs pos="0">
                  <a:schemeClr val="accent4">
                    <a:alpha val="30000"/>
                  </a:schemeClr>
                </a:gs>
                <a:gs pos="100000">
                  <a:schemeClr val="accent4"/>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100000"/>
              </a:lnSpc>
              <a:spcBef>
                <a:spcPts val="2918"/>
              </a:spcBef>
              <a:spcAft>
                <a:spcPts val="0"/>
              </a:spcAft>
              <a:buClr>
                <a:srgbClr val="F2F2F2"/>
              </a:buClr>
              <a:buSzTx/>
              <a:buFontTx/>
              <a:tabLst/>
            </a:pPr>
            <a:endParaRPr kumimoji="0" lang="en-US" sz="9457" b="0" i="0" u="none" strike="noStrike" kern="0" cap="none" spc="0" normalizeH="0" baseline="0" noProof="0">
              <a:ln>
                <a:noFill/>
              </a:ln>
              <a:solidFill>
                <a:srgbClr val="FFFFFF"/>
              </a:solidFill>
              <a:effectLst/>
              <a:uLnTx/>
              <a:uFillTx/>
            </a:endParaRPr>
          </a:p>
        </p:txBody>
      </p:sp>
      <p:sp>
        <p:nvSpPr>
          <p:cNvPr id="22" name="Picture Placeholder 21">
            <a:extLst>
              <a:ext uri="{FF2B5EF4-FFF2-40B4-BE49-F238E27FC236}">
                <a16:creationId xmlns:a16="http://schemas.microsoft.com/office/drawing/2014/main" id="{A2F6D961-F6BB-6F53-6225-FC3F5E6FEE81}"/>
              </a:ext>
            </a:extLst>
          </p:cNvPr>
          <p:cNvSpPr>
            <a:spLocks noGrp="1"/>
          </p:cNvSpPr>
          <p:nvPr>
            <p:ph type="pic" sz="quarter" idx="30" hasCustomPrompt="1"/>
          </p:nvPr>
        </p:nvSpPr>
        <p:spPr>
          <a:xfrm>
            <a:off x="8105039" y="1915436"/>
            <a:ext cx="3005021" cy="3027128"/>
          </a:xfrm>
          <a:prstGeom prst="ellipse">
            <a:avLst/>
          </a:prstGeom>
          <a:solidFill>
            <a:schemeClr val="bg2"/>
          </a:solidFill>
          <a:effectLst>
            <a:outerShdw blurRad="254000" algn="ctr" rotWithShape="0">
              <a:prstClr val="black">
                <a:alpha val="20000"/>
              </a:prstClr>
            </a:outerShdw>
          </a:effectLst>
        </p:spPr>
        <p:txBody>
          <a:bodyPr lIns="108000" rIns="72000" anchor="ctr">
            <a:normAutofit/>
          </a:bodyPr>
          <a:lstStyle>
            <a:lvl1pPr marL="0" indent="0" algn="ctr">
              <a:buFontTx/>
              <a:buNone/>
              <a:defRPr sz="1200"/>
            </a:lvl1pPr>
          </a:lstStyle>
          <a:p>
            <a:r>
              <a:rPr lang="en-US"/>
              <a:t>Click the icon to add an image. To scale or reposition the image in the frame, use the ‘Crop’</a:t>
            </a:r>
            <a:br>
              <a:rPr lang="en-US"/>
            </a:br>
            <a:br>
              <a:rPr lang="en-US"/>
            </a:br>
            <a:br>
              <a:rPr lang="en-US"/>
            </a:br>
            <a:br>
              <a:rPr lang="en-US"/>
            </a:br>
            <a:r>
              <a:rPr lang="en-US"/>
              <a:t> options in the ‘Picture Format’ tab. Right-click on image to add or edit alt text.</a:t>
            </a:r>
          </a:p>
          <a:p>
            <a:endParaRPr lang="en-US"/>
          </a:p>
        </p:txBody>
      </p:sp>
      <p:sp>
        <p:nvSpPr>
          <p:cNvPr id="31" name="Freeform: Shape 30">
            <a:extLst>
              <a:ext uri="{FF2B5EF4-FFF2-40B4-BE49-F238E27FC236}">
                <a16:creationId xmlns:a16="http://schemas.microsoft.com/office/drawing/2014/main" id="{BD6EEFFD-7435-4311-196A-430BFF7DA7DF}"/>
              </a:ext>
              <a:ext uri="{C183D7F6-B498-43B3-948B-1728B52AA6E4}">
                <adec:decorative xmlns:adec="http://schemas.microsoft.com/office/drawing/2017/decorative" val="1"/>
              </a:ext>
            </a:extLst>
          </p:cNvPr>
          <p:cNvSpPr/>
          <p:nvPr userDrawn="1"/>
        </p:nvSpPr>
        <p:spPr>
          <a:xfrm>
            <a:off x="550863" y="387350"/>
            <a:ext cx="594266" cy="1470543"/>
          </a:xfrm>
          <a:custGeom>
            <a:avLst/>
            <a:gdLst>
              <a:gd name="connsiteX0" fmla="*/ 0 w 594266"/>
              <a:gd name="connsiteY0" fmla="*/ 0 h 1470543"/>
              <a:gd name="connsiteX1" fmla="*/ 594266 w 594266"/>
              <a:gd name="connsiteY1" fmla="*/ 294877 h 1470543"/>
              <a:gd name="connsiteX2" fmla="*/ 594266 w 594266"/>
              <a:gd name="connsiteY2" fmla="*/ 1470543 h 1470543"/>
              <a:gd name="connsiteX3" fmla="*/ 0 w 594266"/>
              <a:gd name="connsiteY3" fmla="*/ 1175666 h 1470543"/>
            </a:gdLst>
            <a:ahLst/>
            <a:cxnLst>
              <a:cxn ang="0">
                <a:pos x="connsiteX0" y="connsiteY0"/>
              </a:cxn>
              <a:cxn ang="0">
                <a:pos x="connsiteX1" y="connsiteY1"/>
              </a:cxn>
              <a:cxn ang="0">
                <a:pos x="connsiteX2" y="connsiteY2"/>
              </a:cxn>
              <a:cxn ang="0">
                <a:pos x="connsiteX3" y="connsiteY3"/>
              </a:cxn>
            </a:cxnLst>
            <a:rect l="l" t="t" r="r" b="b"/>
            <a:pathLst>
              <a:path w="594266" h="1470543">
                <a:moveTo>
                  <a:pt x="0" y="0"/>
                </a:moveTo>
                <a:lnTo>
                  <a:pt x="594266" y="294877"/>
                </a:lnTo>
                <a:lnTo>
                  <a:pt x="594266" y="1470543"/>
                </a:lnTo>
                <a:lnTo>
                  <a:pt x="0" y="1175666"/>
                </a:lnTo>
                <a:close/>
              </a:path>
            </a:pathLst>
          </a:custGeom>
          <a:noFill/>
          <a:ln w="19050" cap="flat">
            <a:gradFill flip="none" rotWithShape="1">
              <a:gsLst>
                <a:gs pos="0">
                  <a:schemeClr val="accent4"/>
                </a:gs>
                <a:gs pos="100000">
                  <a:srgbClr val="2F2A95"/>
                </a:gs>
              </a:gsLst>
              <a:lin ang="5400000" scaled="1"/>
              <a:tileRect/>
            </a:gradFill>
            <a:prstDash val="solid"/>
            <a:miter/>
          </a:ln>
          <a:effectLst>
            <a:outerShdw blurRad="190500" algn="ctr" rotWithShape="0">
              <a:prstClr val="black">
                <a:alpha val="25000"/>
              </a:prstClr>
            </a:outerShdw>
          </a:effectLst>
        </p:spPr>
        <p:txBody>
          <a:bodyPr rtlCol="0" anchor="ctr"/>
          <a:lstStyle/>
          <a:p>
            <a:pPr marR="0" lvl="0" indent="0" defTabSz="2665918" fontAlgn="auto">
              <a:lnSpc>
                <a:spcPct val="100000"/>
              </a:lnSpc>
              <a:spcBef>
                <a:spcPts val="2918"/>
              </a:spcBef>
              <a:spcAft>
                <a:spcPts val="0"/>
              </a:spcAft>
              <a:buClr>
                <a:srgbClr val="F2F2F2"/>
              </a:buClr>
              <a:buSzTx/>
              <a:buFontTx/>
              <a:tabLst/>
            </a:pPr>
            <a:endParaRPr kumimoji="0" lang="en-US" sz="9457" b="0" i="0" u="none" strike="noStrike" kern="0" cap="none" spc="0" normalizeH="0" baseline="0" noProof="0">
              <a:ln>
                <a:noFill/>
              </a:ln>
              <a:solidFill>
                <a:srgbClr val="FFFFFF"/>
              </a:solidFill>
              <a:effectLst/>
              <a:uLnTx/>
              <a:uFillTx/>
            </a:endParaRPr>
          </a:p>
        </p:txBody>
      </p:sp>
      <p:sp>
        <p:nvSpPr>
          <p:cNvPr id="30" name="Freeform: Shape 29">
            <a:extLst>
              <a:ext uri="{FF2B5EF4-FFF2-40B4-BE49-F238E27FC236}">
                <a16:creationId xmlns:a16="http://schemas.microsoft.com/office/drawing/2014/main" id="{825A9052-56DE-4C67-C703-CF35646503B9}"/>
              </a:ext>
              <a:ext uri="{C183D7F6-B498-43B3-948B-1728B52AA6E4}">
                <adec:decorative xmlns:adec="http://schemas.microsoft.com/office/drawing/2017/decorative" val="1"/>
              </a:ext>
            </a:extLst>
          </p:cNvPr>
          <p:cNvSpPr/>
          <p:nvPr userDrawn="1"/>
        </p:nvSpPr>
        <p:spPr>
          <a:xfrm>
            <a:off x="1312863" y="387350"/>
            <a:ext cx="594266" cy="1470543"/>
          </a:xfrm>
          <a:custGeom>
            <a:avLst/>
            <a:gdLst>
              <a:gd name="connsiteX0" fmla="*/ 0 w 594266"/>
              <a:gd name="connsiteY0" fmla="*/ 0 h 1470543"/>
              <a:gd name="connsiteX1" fmla="*/ 594266 w 594266"/>
              <a:gd name="connsiteY1" fmla="*/ 294877 h 1470543"/>
              <a:gd name="connsiteX2" fmla="*/ 594266 w 594266"/>
              <a:gd name="connsiteY2" fmla="*/ 1470543 h 1470543"/>
              <a:gd name="connsiteX3" fmla="*/ 0 w 594266"/>
              <a:gd name="connsiteY3" fmla="*/ 1175666 h 1470543"/>
            </a:gdLst>
            <a:ahLst/>
            <a:cxnLst>
              <a:cxn ang="0">
                <a:pos x="connsiteX0" y="connsiteY0"/>
              </a:cxn>
              <a:cxn ang="0">
                <a:pos x="connsiteX1" y="connsiteY1"/>
              </a:cxn>
              <a:cxn ang="0">
                <a:pos x="connsiteX2" y="connsiteY2"/>
              </a:cxn>
              <a:cxn ang="0">
                <a:pos x="connsiteX3" y="connsiteY3"/>
              </a:cxn>
            </a:cxnLst>
            <a:rect l="l" t="t" r="r" b="b"/>
            <a:pathLst>
              <a:path w="594266" h="1470543">
                <a:moveTo>
                  <a:pt x="0" y="0"/>
                </a:moveTo>
                <a:lnTo>
                  <a:pt x="594266" y="294877"/>
                </a:lnTo>
                <a:lnTo>
                  <a:pt x="594266" y="1470543"/>
                </a:lnTo>
                <a:lnTo>
                  <a:pt x="0" y="1175666"/>
                </a:lnTo>
                <a:close/>
              </a:path>
            </a:pathLst>
          </a:custGeom>
          <a:noFill/>
          <a:ln w="19050" cap="flat">
            <a:gradFill flip="none" rotWithShape="1">
              <a:gsLst>
                <a:gs pos="0">
                  <a:schemeClr val="accent4"/>
                </a:gs>
                <a:gs pos="100000">
                  <a:srgbClr val="2F2A95"/>
                </a:gs>
              </a:gsLst>
              <a:lin ang="5400000" scaled="1"/>
              <a:tileRect/>
            </a:gradFill>
            <a:prstDash val="solid"/>
            <a:miter/>
          </a:ln>
          <a:effectLst>
            <a:outerShdw blurRad="190500" algn="ctr" rotWithShape="0">
              <a:prstClr val="black">
                <a:alpha val="25000"/>
              </a:prstClr>
            </a:outerShdw>
          </a:effectLst>
        </p:spPr>
        <p:txBody>
          <a:bodyPr rtlCol="0" anchor="ctr"/>
          <a:lstStyle/>
          <a:p>
            <a:pPr marR="0" lvl="0" indent="0" defTabSz="2665918" fontAlgn="auto">
              <a:lnSpc>
                <a:spcPct val="100000"/>
              </a:lnSpc>
              <a:spcBef>
                <a:spcPts val="2918"/>
              </a:spcBef>
              <a:spcAft>
                <a:spcPts val="0"/>
              </a:spcAft>
              <a:buClr>
                <a:srgbClr val="F2F2F2"/>
              </a:buClr>
              <a:buSzTx/>
              <a:buFontTx/>
              <a:tabLst/>
            </a:pPr>
            <a:endParaRPr kumimoji="0" lang="en-US" sz="9457" b="0" i="0" u="none" strike="noStrike" kern="0" cap="none" spc="0" normalizeH="0" baseline="0" noProof="0">
              <a:ln>
                <a:noFill/>
              </a:ln>
              <a:solidFill>
                <a:srgbClr val="FFFFFF"/>
              </a:solidFill>
              <a:effectLst/>
              <a:uLnTx/>
              <a:uFillTx/>
            </a:endParaRPr>
          </a:p>
        </p:txBody>
      </p:sp>
      <p:sp>
        <p:nvSpPr>
          <p:cNvPr id="5" name="Text Placeholder 4">
            <a:extLst>
              <a:ext uri="{FF2B5EF4-FFF2-40B4-BE49-F238E27FC236}">
                <a16:creationId xmlns:a16="http://schemas.microsoft.com/office/drawing/2014/main" id="{091277C5-B8F9-C666-5D6D-A5A7C28FD83F}"/>
              </a:ext>
              <a:ext uri="{C183D7F6-B498-43B3-948B-1728B52AA6E4}">
                <adec:decorative xmlns:adec="http://schemas.microsoft.com/office/drawing/2017/decorative" val="1"/>
              </a:ext>
            </a:extLst>
          </p:cNvPr>
          <p:cNvSpPr>
            <a:spLocks noGrp="1"/>
          </p:cNvSpPr>
          <p:nvPr>
            <p:ph type="body" sz="quarter" idx="23" hasCustomPrompt="1"/>
          </p:nvPr>
        </p:nvSpPr>
        <p:spPr>
          <a:xfrm>
            <a:off x="7841641" y="2997378"/>
            <a:ext cx="794338" cy="2505291"/>
          </a:xfrm>
          <a:custGeom>
            <a:avLst/>
            <a:gdLst>
              <a:gd name="connsiteX0" fmla="*/ 0 w 794338"/>
              <a:gd name="connsiteY0" fmla="*/ 0 h 2505291"/>
              <a:gd name="connsiteX1" fmla="*/ 794338 w 794338"/>
              <a:gd name="connsiteY1" fmla="*/ 394153 h 2505291"/>
              <a:gd name="connsiteX2" fmla="*/ 794338 w 794338"/>
              <a:gd name="connsiteY2" fmla="*/ 2505291 h 2505291"/>
              <a:gd name="connsiteX3" fmla="*/ 0 w 794338"/>
              <a:gd name="connsiteY3" fmla="*/ 2111138 h 2505291"/>
            </a:gdLst>
            <a:ahLst/>
            <a:cxnLst>
              <a:cxn ang="0">
                <a:pos x="connsiteX0" y="connsiteY0"/>
              </a:cxn>
              <a:cxn ang="0">
                <a:pos x="connsiteX1" y="connsiteY1"/>
              </a:cxn>
              <a:cxn ang="0">
                <a:pos x="connsiteX2" y="connsiteY2"/>
              </a:cxn>
              <a:cxn ang="0">
                <a:pos x="connsiteX3" y="connsiteY3"/>
              </a:cxn>
            </a:cxnLst>
            <a:rect l="l" t="t" r="r" b="b"/>
            <a:pathLst>
              <a:path w="794338" h="2505291">
                <a:moveTo>
                  <a:pt x="0" y="0"/>
                </a:moveTo>
                <a:lnTo>
                  <a:pt x="794338" y="394153"/>
                </a:lnTo>
                <a:lnTo>
                  <a:pt x="794338" y="2505291"/>
                </a:lnTo>
                <a:lnTo>
                  <a:pt x="0" y="2111138"/>
                </a:lnTo>
                <a:close/>
              </a:path>
            </a:pathLst>
          </a:custGeom>
          <a:gradFill flip="none" rotWithShape="1">
            <a:gsLst>
              <a:gs pos="0">
                <a:srgbClr val="78E3DE"/>
              </a:gs>
              <a:gs pos="100000">
                <a:srgbClr val="00B2A9">
                  <a:alpha val="90000"/>
                </a:srgbClr>
              </a:gs>
            </a:gsLst>
            <a:lin ang="6900000" scaled="0"/>
            <a:tileRect/>
          </a:gradFill>
          <a:ln w="19050" cap="flat">
            <a:gradFill>
              <a:gsLst>
                <a:gs pos="0">
                  <a:srgbClr val="00B2A9"/>
                </a:gs>
                <a:gs pos="100000">
                  <a:srgbClr val="00B2A9">
                    <a:lumMod val="50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lvl1pPr>
              <a:defRPr kumimoji="0" lang="en-US" sz="100" b="0" i="0" u="none" strike="noStrike" kern="0" cap="none" spc="0" normalizeH="0" baseline="0" dirty="0">
                <a:ln>
                  <a:noFill/>
                </a:ln>
                <a:solidFill>
                  <a:srgbClr val="FFFFFF">
                    <a:alpha val="0"/>
                  </a:srgbClr>
                </a:solidFill>
                <a:effectLst/>
                <a:uLnTx/>
                <a:uFillTx/>
              </a:defRPr>
            </a:lvl1pPr>
          </a:lstStyle>
          <a:p>
            <a:pPr marL="0" marR="0" lvl="0" indent="0" defTabSz="2665918" fontAlgn="auto">
              <a:spcBef>
                <a:spcPts val="2918"/>
              </a:spcBef>
              <a:spcAft>
                <a:spcPts val="0"/>
              </a:spcAft>
              <a:buClr>
                <a:srgbClr val="F2F2F2"/>
              </a:buClr>
              <a:buSzTx/>
              <a:buFontTx/>
              <a:buNone/>
              <a:tabLst/>
            </a:pPr>
            <a:r>
              <a:rPr lang="en-US"/>
              <a:t>cc</a:t>
            </a:r>
          </a:p>
        </p:txBody>
      </p:sp>
      <p:sp>
        <p:nvSpPr>
          <p:cNvPr id="10" name="Footer Placeholder 9">
            <a:extLst>
              <a:ext uri="{FF2B5EF4-FFF2-40B4-BE49-F238E27FC236}">
                <a16:creationId xmlns:a16="http://schemas.microsoft.com/office/drawing/2014/main" id="{E073E30D-1AE7-4F81-1DDA-772C67B40AE5}"/>
              </a:ext>
            </a:extLst>
          </p:cNvPr>
          <p:cNvSpPr>
            <a:spLocks noGrp="1"/>
          </p:cNvSpPr>
          <p:nvPr>
            <p:ph type="ftr" sz="quarter" idx="26"/>
          </p:nvPr>
        </p:nvSpPr>
        <p:spPr/>
        <p:txBody>
          <a:bodyPr/>
          <a:lstStyle/>
          <a:p>
            <a:pPr>
              <a:buClr>
                <a:schemeClr val="tx2"/>
              </a:buClr>
              <a:buSzPct val="120000"/>
              <a:buFont typeface="Verdana" panose="020F0502020204030204" pitchFamily="34" charset="0"/>
              <a:buNone/>
            </a:pPr>
            <a:endParaRPr lang="en-US"/>
          </a:p>
        </p:txBody>
      </p:sp>
      <p:sp>
        <p:nvSpPr>
          <p:cNvPr id="2" name="Date Placeholder 1">
            <a:extLst>
              <a:ext uri="{FF2B5EF4-FFF2-40B4-BE49-F238E27FC236}">
                <a16:creationId xmlns:a16="http://schemas.microsoft.com/office/drawing/2014/main" id="{C2A9A9BC-90C2-C963-3FC8-FA400A67F5A4}"/>
              </a:ext>
            </a:extLst>
          </p:cNvPr>
          <p:cNvSpPr>
            <a:spLocks noGrp="1"/>
          </p:cNvSpPr>
          <p:nvPr>
            <p:ph type="dt" sz="half" idx="25"/>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11" name="Slide Number Placeholder 10">
            <a:extLst>
              <a:ext uri="{FF2B5EF4-FFF2-40B4-BE49-F238E27FC236}">
                <a16:creationId xmlns:a16="http://schemas.microsoft.com/office/drawing/2014/main" id="{70F3AFE1-A6C1-1C01-9BE5-A5158F44EB8E}"/>
              </a:ext>
            </a:extLst>
          </p:cNvPr>
          <p:cNvSpPr>
            <a:spLocks noGrp="1"/>
          </p:cNvSpPr>
          <p:nvPr>
            <p:ph type="sldNum" sz="quarter" idx="27"/>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9" name="Rectangle 8">
            <a:extLst>
              <a:ext uri="{FF2B5EF4-FFF2-40B4-BE49-F238E27FC236}">
                <a16:creationId xmlns:a16="http://schemas.microsoft.com/office/drawing/2014/main" id="{EE0D9CC4-82C6-9AA2-D20C-7D1313C9A46D}"/>
              </a:ext>
              <a:ext uri="{C183D7F6-B498-43B3-948B-1728B52AA6E4}">
                <adec:decorative xmlns:adec="http://schemas.microsoft.com/office/drawing/2017/decorative" val="1"/>
              </a:ext>
            </a:extLst>
          </p:cNvPr>
          <p:cNvSpPr/>
          <p:nvPr userDrawn="1"/>
        </p:nvSpPr>
        <p:spPr>
          <a:xfrm>
            <a:off x="0" y="-1"/>
            <a:ext cx="46800" cy="6858001"/>
          </a:xfrm>
          <a:prstGeom prst="rect">
            <a:avLst/>
          </a:prstGeom>
          <a:gradFill flip="none" rotWithShape="1">
            <a:gsLst>
              <a:gs pos="100000">
                <a:srgbClr val="2F2A95"/>
              </a:gs>
              <a:gs pos="0">
                <a:srgbClr val="00B2A9"/>
              </a:gs>
            </a:gsLst>
            <a:lin ang="5400000" scaled="1"/>
            <a:tileRect/>
          </a:gradFill>
          <a:ln w="12700" cap="flat" cmpd="sng" algn="ctr">
            <a:noFill/>
            <a:prstDash val="solid"/>
            <a:miter lim="800000"/>
          </a:ln>
          <a:effectLst/>
        </p:spPr>
        <p:txBody>
          <a:bodyPr tIns="90000" bIns="90000" rtlCol="0" anchor="t"/>
          <a:lstStyle/>
          <a:p>
            <a:pPr marL="0" marR="0" lvl="0" indent="0" defTabSz="914400" eaLnBrk="1" fontAlgn="auto" latinLnBrk="0" hangingPunct="1">
              <a:lnSpc>
                <a:spcPct val="100000"/>
              </a:lnSpc>
              <a:spcBef>
                <a:spcPts val="0"/>
              </a:spcBef>
              <a:spcAft>
                <a:spcPts val="0"/>
              </a:spcAft>
              <a:buClr>
                <a:srgbClr val="2F2A95"/>
              </a:buClr>
              <a:buSzTx/>
              <a:buFontTx/>
              <a:buNone/>
              <a:tabLst/>
              <a:defRPr/>
            </a:pPr>
            <a:endParaRPr kumimoji="0" lang="en-US" sz="1800" b="0" i="0" u="none" strike="noStrike" kern="0" cap="none" spc="0" normalizeH="0" baseline="0" noProof="0">
              <a:ln>
                <a:noFill/>
              </a:ln>
              <a:solidFill>
                <a:srgbClr val="000000"/>
              </a:solidFill>
              <a:effectLst/>
              <a:uLnTx/>
              <a:uFillTx/>
              <a:latin typeface="Verdana"/>
              <a:ea typeface="+mn-ea"/>
              <a:cs typeface="+mn-cs"/>
            </a:endParaRPr>
          </a:p>
        </p:txBody>
      </p:sp>
      <p:grpSp>
        <p:nvGrpSpPr>
          <p:cNvPr id="12" name="Group 4">
            <a:extLst>
              <a:ext uri="{FF2B5EF4-FFF2-40B4-BE49-F238E27FC236}">
                <a16:creationId xmlns:a16="http://schemas.microsoft.com/office/drawing/2014/main" id="{DACB0EC8-5048-AC52-95D1-B84BEFF70DAF}"/>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p:grpSpPr>
        <p:sp>
          <p:nvSpPr>
            <p:cNvPr id="14" name="Freeform 5">
              <a:extLst>
                <a:ext uri="{FF2B5EF4-FFF2-40B4-BE49-F238E27FC236}">
                  <a16:creationId xmlns:a16="http://schemas.microsoft.com/office/drawing/2014/main" id="{00F3E7D1-A88C-C8BA-8762-68649917444D}"/>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solidFill>
              <a:srgbClr val="2F2A9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sp>
          <p:nvSpPr>
            <p:cNvPr id="19" name="Freeform 6">
              <a:extLst>
                <a:ext uri="{FF2B5EF4-FFF2-40B4-BE49-F238E27FC236}">
                  <a16:creationId xmlns:a16="http://schemas.microsoft.com/office/drawing/2014/main" id="{AF5885BF-3E7E-BE5F-DB43-41F821AE7C83}"/>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solidFill>
              <a:srgbClr val="00B2A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grpSp>
    </p:spTree>
    <p:extLst>
      <p:ext uri="{BB962C8B-B14F-4D97-AF65-F5344CB8AC3E}">
        <p14:creationId xmlns:p14="http://schemas.microsoft.com/office/powerpoint/2010/main" val="853781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4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40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par>
                                <p:cTn id="21" presetID="2" presetClass="entr" presetSubtype="4" decel="100000" fill="hold" grpId="0" nodeType="withEffect">
                                  <p:stCondLst>
                                    <p:cond delay="600"/>
                                  </p:stCondLst>
                                  <p:childTnLst>
                                    <p:set>
                                      <p:cBhvr>
                                        <p:cTn id="22" dur="1" fill="hold">
                                          <p:stCondLst>
                                            <p:cond delay="0"/>
                                          </p:stCondLst>
                                        </p:cTn>
                                        <p:tgtEl>
                                          <p:spTgt spid="16"/>
                                        </p:tgtEl>
                                        <p:attrNameLst>
                                          <p:attrName>style.visibility</p:attrName>
                                        </p:attrNameLst>
                                      </p:cBhvr>
                                      <p:to>
                                        <p:strVal val="visible"/>
                                      </p:to>
                                    </p:set>
                                    <p:anim calcmode="lin" valueType="num">
                                      <p:cBhvr additive="base">
                                        <p:cTn id="23" dur="500" fill="hold"/>
                                        <p:tgtEl>
                                          <p:spTgt spid="16"/>
                                        </p:tgtEl>
                                        <p:attrNameLst>
                                          <p:attrName>ppt_x</p:attrName>
                                        </p:attrNameLst>
                                      </p:cBhvr>
                                      <p:tavLst>
                                        <p:tav tm="0">
                                          <p:val>
                                            <p:strVal val="#ppt_x"/>
                                          </p:val>
                                        </p:tav>
                                        <p:tav tm="100000">
                                          <p:val>
                                            <p:strVal val="#ppt_x"/>
                                          </p:val>
                                        </p:tav>
                                      </p:tavLst>
                                    </p:anim>
                                    <p:anim calcmode="lin" valueType="num">
                                      <p:cBhvr additive="base">
                                        <p:cTn id="24" dur="500" fill="hold"/>
                                        <p:tgtEl>
                                          <p:spTgt spid="16"/>
                                        </p:tgtEl>
                                        <p:attrNameLst>
                                          <p:attrName>ppt_y</p:attrName>
                                        </p:attrNameLst>
                                      </p:cBhvr>
                                      <p:tavLst>
                                        <p:tav tm="0">
                                          <p:val>
                                            <p:strVal val="1+#ppt_h/2"/>
                                          </p:val>
                                        </p:tav>
                                        <p:tav tm="100000">
                                          <p:val>
                                            <p:strVal val="#ppt_y"/>
                                          </p:val>
                                        </p:tav>
                                      </p:tavLst>
                                    </p:anim>
                                  </p:childTnLst>
                                </p:cTn>
                              </p:par>
                              <p:par>
                                <p:cTn id="25" presetID="2" presetClass="entr" presetSubtype="1" decel="100000" fill="hold" grpId="0" nodeType="withEffect">
                                  <p:stCondLst>
                                    <p:cond delay="400"/>
                                  </p:stCondLst>
                                  <p:childTnLst>
                                    <p:set>
                                      <p:cBhvr>
                                        <p:cTn id="26" dur="1" fill="hold">
                                          <p:stCondLst>
                                            <p:cond delay="0"/>
                                          </p:stCondLst>
                                        </p:cTn>
                                        <p:tgtEl>
                                          <p:spTgt spid="31"/>
                                        </p:tgtEl>
                                        <p:attrNameLst>
                                          <p:attrName>style.visibility</p:attrName>
                                        </p:attrNameLst>
                                      </p:cBhvr>
                                      <p:to>
                                        <p:strVal val="visible"/>
                                      </p:to>
                                    </p:set>
                                    <p:anim calcmode="lin" valueType="num">
                                      <p:cBhvr additive="base">
                                        <p:cTn id="27" dur="500" fill="hold"/>
                                        <p:tgtEl>
                                          <p:spTgt spid="31"/>
                                        </p:tgtEl>
                                        <p:attrNameLst>
                                          <p:attrName>ppt_x</p:attrName>
                                        </p:attrNameLst>
                                      </p:cBhvr>
                                      <p:tavLst>
                                        <p:tav tm="0">
                                          <p:val>
                                            <p:strVal val="#ppt_x"/>
                                          </p:val>
                                        </p:tav>
                                        <p:tav tm="100000">
                                          <p:val>
                                            <p:strVal val="#ppt_x"/>
                                          </p:val>
                                        </p:tav>
                                      </p:tavLst>
                                    </p:anim>
                                    <p:anim calcmode="lin" valueType="num">
                                      <p:cBhvr additive="base">
                                        <p:cTn id="28" dur="500" fill="hold"/>
                                        <p:tgtEl>
                                          <p:spTgt spid="31"/>
                                        </p:tgtEl>
                                        <p:attrNameLst>
                                          <p:attrName>ppt_y</p:attrName>
                                        </p:attrNameLst>
                                      </p:cBhvr>
                                      <p:tavLst>
                                        <p:tav tm="0">
                                          <p:val>
                                            <p:strVal val="0-#ppt_h/2"/>
                                          </p:val>
                                        </p:tav>
                                        <p:tav tm="100000">
                                          <p:val>
                                            <p:strVal val="#ppt_y"/>
                                          </p:val>
                                        </p:tav>
                                      </p:tavLst>
                                    </p:anim>
                                  </p:childTnLst>
                                </p:cTn>
                              </p:par>
                              <p:par>
                                <p:cTn id="29" presetID="2" presetClass="entr" presetSubtype="1" decel="100000" fill="hold" grpId="0" nodeType="withEffect">
                                  <p:stCondLst>
                                    <p:cond delay="400"/>
                                  </p:stCondLst>
                                  <p:childTnLst>
                                    <p:set>
                                      <p:cBhvr>
                                        <p:cTn id="30" dur="1" fill="hold">
                                          <p:stCondLst>
                                            <p:cond delay="0"/>
                                          </p:stCondLst>
                                        </p:cTn>
                                        <p:tgtEl>
                                          <p:spTgt spid="30"/>
                                        </p:tgtEl>
                                        <p:attrNameLst>
                                          <p:attrName>style.visibility</p:attrName>
                                        </p:attrNameLst>
                                      </p:cBhvr>
                                      <p:to>
                                        <p:strVal val="visible"/>
                                      </p:to>
                                    </p:set>
                                    <p:anim calcmode="lin" valueType="num">
                                      <p:cBhvr additive="base">
                                        <p:cTn id="31" dur="500" fill="hold"/>
                                        <p:tgtEl>
                                          <p:spTgt spid="30"/>
                                        </p:tgtEl>
                                        <p:attrNameLst>
                                          <p:attrName>ppt_x</p:attrName>
                                        </p:attrNameLst>
                                      </p:cBhvr>
                                      <p:tavLst>
                                        <p:tav tm="0">
                                          <p:val>
                                            <p:strVal val="#ppt_x"/>
                                          </p:val>
                                        </p:tav>
                                        <p:tav tm="100000">
                                          <p:val>
                                            <p:strVal val="#ppt_x"/>
                                          </p:val>
                                        </p:tav>
                                      </p:tavLst>
                                    </p:anim>
                                    <p:anim calcmode="lin" valueType="num">
                                      <p:cBhvr additive="base">
                                        <p:cTn id="32" dur="500" fill="hold"/>
                                        <p:tgtEl>
                                          <p:spTgt spid="30"/>
                                        </p:tgtEl>
                                        <p:attrNameLst>
                                          <p:attrName>ppt_y</p:attrName>
                                        </p:attrNameLst>
                                      </p:cBhvr>
                                      <p:tavLst>
                                        <p:tav tm="0">
                                          <p:val>
                                            <p:strVal val="0-#ppt_h/2"/>
                                          </p:val>
                                        </p:tav>
                                        <p:tav tm="100000">
                                          <p:val>
                                            <p:strVal val="#ppt_y"/>
                                          </p:val>
                                        </p:tav>
                                      </p:tavLst>
                                    </p:anim>
                                  </p:childTnLst>
                                </p:cTn>
                              </p:par>
                              <p:par>
                                <p:cTn id="33" presetID="2" presetClass="entr" presetSubtype="4" decel="100000" fill="hold" grpId="0" nodeType="withEffect">
                                  <p:stCondLst>
                                    <p:cond delay="200"/>
                                  </p:stCondLst>
                                  <p:childTnLst>
                                    <p:set>
                                      <p:cBhvr>
                                        <p:cTn id="34" dur="1" fill="hold">
                                          <p:stCondLst>
                                            <p:cond delay="0"/>
                                          </p:stCondLst>
                                        </p:cTn>
                                        <p:tgtEl>
                                          <p:spTgt spid="15"/>
                                        </p:tgtEl>
                                        <p:attrNameLst>
                                          <p:attrName>style.visibility</p:attrName>
                                        </p:attrNameLst>
                                      </p:cBhvr>
                                      <p:to>
                                        <p:strVal val="visible"/>
                                      </p:to>
                                    </p:set>
                                    <p:anim calcmode="lin" valueType="num">
                                      <p:cBhvr additive="base">
                                        <p:cTn id="35" dur="500" fill="hold"/>
                                        <p:tgtEl>
                                          <p:spTgt spid="15"/>
                                        </p:tgtEl>
                                        <p:attrNameLst>
                                          <p:attrName>ppt_x</p:attrName>
                                        </p:attrNameLst>
                                      </p:cBhvr>
                                      <p:tavLst>
                                        <p:tav tm="0">
                                          <p:val>
                                            <p:strVal val="#ppt_x"/>
                                          </p:val>
                                        </p:tav>
                                        <p:tav tm="100000">
                                          <p:val>
                                            <p:strVal val="#ppt_x"/>
                                          </p:val>
                                        </p:tav>
                                      </p:tavLst>
                                    </p:anim>
                                    <p:anim calcmode="lin" valueType="num">
                                      <p:cBhvr additive="base">
                                        <p:cTn id="36" dur="500" fill="hold"/>
                                        <p:tgtEl>
                                          <p:spTgt spid="15"/>
                                        </p:tgtEl>
                                        <p:attrNameLst>
                                          <p:attrName>ppt_y</p:attrName>
                                        </p:attrNameLst>
                                      </p:cBhvr>
                                      <p:tavLst>
                                        <p:tav tm="0">
                                          <p:val>
                                            <p:strVal val="1+#ppt_h/2"/>
                                          </p:val>
                                        </p:tav>
                                        <p:tav tm="100000">
                                          <p:val>
                                            <p:strVal val="#ppt_y"/>
                                          </p:val>
                                        </p:tav>
                                      </p:tavLst>
                                    </p:anim>
                                  </p:childTnLst>
                                </p:cTn>
                              </p:par>
                              <p:par>
                                <p:cTn id="37" presetID="10" presetClass="entr" presetSubtype="0" fill="hold" grpId="0" nodeType="withEffect">
                                  <p:stCondLst>
                                    <p:cond delay="50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250"/>
                                        <p:tgtEl>
                                          <p:spTgt spid="18"/>
                                        </p:tgtEl>
                                      </p:cBhvr>
                                    </p:animEffect>
                                  </p:childTnLst>
                                </p:cTn>
                              </p:par>
                              <p:par>
                                <p:cTn id="40" presetID="42" presetClass="path" presetSubtype="0" decel="100000" fill="hold" grpId="1" nodeType="withEffect">
                                  <p:stCondLst>
                                    <p:cond delay="500"/>
                                  </p:stCondLst>
                                  <p:childTnLst>
                                    <p:animMotion origin="layout" path="M 1.25E-6 0.03889 L 1.25E-6 1.85185E-6 " pathEditMode="relative" rAng="0" ptsTypes="AA">
                                      <p:cBhvr>
                                        <p:cTn id="41" dur="500" fill="hold"/>
                                        <p:tgtEl>
                                          <p:spTgt spid="18"/>
                                        </p:tgtEl>
                                        <p:attrNameLst>
                                          <p:attrName>ppt_x</p:attrName>
                                          <p:attrName>ppt_y</p:attrName>
                                        </p:attrNameLst>
                                      </p:cBhvr>
                                      <p:rCtr x="0" y="-1944"/>
                                    </p:animMotion>
                                  </p:childTnLst>
                                </p:cTn>
                              </p:par>
                              <p:par>
                                <p:cTn id="42" presetID="10" presetClass="entr" presetSubtype="0" fill="hold" grpId="0" nodeType="withEffect">
                                  <p:stCondLst>
                                    <p:cond delay="50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250"/>
                                        <p:tgtEl>
                                          <p:spTgt spid="13"/>
                                        </p:tgtEl>
                                      </p:cBhvr>
                                    </p:animEffect>
                                  </p:childTnLst>
                                </p:cTn>
                              </p:par>
                              <p:par>
                                <p:cTn id="45" presetID="42" presetClass="path" presetSubtype="0" decel="100000" fill="hold" grpId="1" nodeType="withEffect">
                                  <p:stCondLst>
                                    <p:cond delay="500"/>
                                  </p:stCondLst>
                                  <p:childTnLst>
                                    <p:animMotion origin="layout" path="M -1.66667E-6 -0.03472 L -1.66667E-6 -1.48148E-6 " pathEditMode="relative" rAng="0" ptsTypes="AA">
                                      <p:cBhvr>
                                        <p:cTn id="46" dur="500" fill="hold"/>
                                        <p:tgtEl>
                                          <p:spTgt spid="13"/>
                                        </p:tgtEl>
                                        <p:attrNameLst>
                                          <p:attrName>ppt_x</p:attrName>
                                          <p:attrName>ppt_y</p:attrName>
                                        </p:attrNameLst>
                                      </p:cBhvr>
                                      <p:rCtr x="0" y="1736"/>
                                    </p:animMotion>
                                  </p:childTnLst>
                                </p:cTn>
                              </p:par>
                              <p:par>
                                <p:cTn id="47" presetID="10" presetClass="entr" presetSubtype="0" fill="hold" grpId="0" nodeType="withEffect">
                                  <p:stCondLst>
                                    <p:cond delay="50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250"/>
                                        <p:tgtEl>
                                          <p:spTgt spid="20"/>
                                        </p:tgtEl>
                                      </p:cBhvr>
                                    </p:animEffect>
                                  </p:childTnLst>
                                </p:cTn>
                              </p:par>
                              <p:par>
                                <p:cTn id="50" presetID="42" presetClass="path" presetSubtype="0" decel="100000" fill="hold" grpId="1" nodeType="withEffect">
                                  <p:stCondLst>
                                    <p:cond delay="500"/>
                                  </p:stCondLst>
                                  <p:childTnLst>
                                    <p:animMotion origin="layout" path="M -1.66667E-6 -0.03472 L -1.66667E-6 -1.48148E-6 " pathEditMode="relative" rAng="0" ptsTypes="AA">
                                      <p:cBhvr>
                                        <p:cTn id="51" dur="500" fill="hold"/>
                                        <p:tgtEl>
                                          <p:spTgt spid="20"/>
                                        </p:tgtEl>
                                        <p:attrNameLst>
                                          <p:attrName>ppt_x</p:attrName>
                                          <p:attrName>ppt_y</p:attrName>
                                        </p:attrNameLst>
                                      </p:cBhvr>
                                      <p:rCtr x="0" y="1736"/>
                                    </p:animMotion>
                                  </p:childTnLst>
                                </p:cTn>
                              </p:par>
                              <p:par>
                                <p:cTn id="52" presetID="53" presetClass="entr" presetSubtype="16" fill="hold" grpId="0" nodeType="withEffect">
                                  <p:stCondLst>
                                    <p:cond delay="0"/>
                                  </p:stCondLst>
                                  <p:childTnLst>
                                    <p:set>
                                      <p:cBhvr>
                                        <p:cTn id="53" dur="1" fill="hold">
                                          <p:stCondLst>
                                            <p:cond delay="0"/>
                                          </p:stCondLst>
                                        </p:cTn>
                                        <p:tgtEl>
                                          <p:spTgt spid="22"/>
                                        </p:tgtEl>
                                        <p:attrNameLst>
                                          <p:attrName>style.visibility</p:attrName>
                                        </p:attrNameLst>
                                      </p:cBhvr>
                                      <p:to>
                                        <p:strVal val="visible"/>
                                      </p:to>
                                    </p:set>
                                    <p:anim calcmode="lin" valueType="num">
                                      <p:cBhvr>
                                        <p:cTn id="54" dur="30" fill="hold"/>
                                        <p:tgtEl>
                                          <p:spTgt spid="22"/>
                                        </p:tgtEl>
                                        <p:attrNameLst>
                                          <p:attrName>ppt_w</p:attrName>
                                        </p:attrNameLst>
                                      </p:cBhvr>
                                      <p:tavLst>
                                        <p:tav tm="0">
                                          <p:val>
                                            <p:fltVal val="0"/>
                                          </p:val>
                                        </p:tav>
                                        <p:tav tm="100000">
                                          <p:val>
                                            <p:strVal val="#ppt_w"/>
                                          </p:val>
                                        </p:tav>
                                      </p:tavLst>
                                    </p:anim>
                                    <p:anim calcmode="lin" valueType="num">
                                      <p:cBhvr>
                                        <p:cTn id="55" dur="30" fill="hold"/>
                                        <p:tgtEl>
                                          <p:spTgt spid="22"/>
                                        </p:tgtEl>
                                        <p:attrNameLst>
                                          <p:attrName>ppt_h</p:attrName>
                                        </p:attrNameLst>
                                      </p:cBhvr>
                                      <p:tavLst>
                                        <p:tav tm="0">
                                          <p:val>
                                            <p:fltVal val="0"/>
                                          </p:val>
                                        </p:tav>
                                        <p:tav tm="100000">
                                          <p:val>
                                            <p:strVal val="#ppt_h"/>
                                          </p:val>
                                        </p:tav>
                                      </p:tavLst>
                                    </p:anim>
                                    <p:animEffect transition="in" filter="fade">
                                      <p:cBhvr>
                                        <p:cTn id="56" dur="30"/>
                                        <p:tgtEl>
                                          <p:spTgt spid="22"/>
                                        </p:tgtEl>
                                      </p:cBhvr>
                                    </p:animEffect>
                                  </p:childTnLst>
                                </p:cTn>
                              </p:par>
                              <p:par>
                                <p:cTn id="57" presetID="6" presetClass="emph" presetSubtype="0" decel="100000" fill="hold" grpId="1" nodeType="withEffect">
                                  <p:stCondLst>
                                    <p:cond delay="0"/>
                                  </p:stCondLst>
                                  <p:childTnLst>
                                    <p:animScale>
                                      <p:cBhvr>
                                        <p:cTn id="58" dur="750" fill="hold"/>
                                        <p:tgtEl>
                                          <p:spTgt spid="22"/>
                                        </p:tgtEl>
                                      </p:cBhvr>
                                      <p:by x="9999000" y="9999000"/>
                                    </p:animScale>
                                  </p:childTnLst>
                                </p:cTn>
                              </p:par>
                              <p:par>
                                <p:cTn id="59" presetID="6" presetClass="emph" presetSubtype="0" fill="hold" grpId="2" nodeType="withEffect">
                                  <p:stCondLst>
                                    <p:cond delay="0"/>
                                  </p:stCondLst>
                                  <p:childTnLst>
                                    <p:animScale>
                                      <p:cBhvr>
                                        <p:cTn id="60" dur="10" fill="hold"/>
                                        <p:tgtEl>
                                          <p:spTgt spid="22"/>
                                        </p:tgtEl>
                                      </p:cBhvr>
                                      <p:by x="1000" y="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tmplLst>
          <p:tmpl>
            <p:tnLst>
              <p:par>
                <p:cTn presetID="10" presetClass="entr" presetSubtype="0" fill="hold" nodeType="withEffect">
                  <p:stCondLst>
                    <p:cond delay="500"/>
                  </p:stCondLst>
                  <p:childTnLst>
                    <p:set>
                      <p:cBhvr>
                        <p:cTn dur="1" fill="hold">
                          <p:stCondLst>
                            <p:cond delay="0"/>
                          </p:stCondLst>
                        </p:cTn>
                        <p:tgtEl>
                          <p:spTgt spid="18"/>
                        </p:tgtEl>
                        <p:attrNameLst>
                          <p:attrName>style.visibility</p:attrName>
                        </p:attrNameLst>
                      </p:cBhvr>
                      <p:to>
                        <p:strVal val="visible"/>
                      </p:to>
                    </p:set>
                    <p:animEffect transition="in" filter="fade">
                      <p:cBhvr>
                        <p:cTn dur="250"/>
                        <p:tgtEl>
                          <p:spTgt spid="18"/>
                        </p:tgtEl>
                      </p:cBhvr>
                    </p:animEffect>
                  </p:childTnLst>
                </p:cTn>
              </p:par>
            </p:tnLst>
          </p:tmpl>
        </p:tmplLst>
      </p:bldP>
      <p:bldP spid="18" grpId="1"/>
      <p:bldP spid="13" grpId="0">
        <p:tmplLst>
          <p:tmpl>
            <p:tnLst>
              <p:par>
                <p:cTn presetID="10" presetClass="entr" presetSubtype="0" fill="hold" nodeType="withEffect">
                  <p:stCondLst>
                    <p:cond delay="500"/>
                  </p:stCondLst>
                  <p:childTnLst>
                    <p:set>
                      <p:cBhvr>
                        <p:cTn dur="1" fill="hold">
                          <p:stCondLst>
                            <p:cond delay="0"/>
                          </p:stCondLst>
                        </p:cTn>
                        <p:tgtEl>
                          <p:spTgt spid="13"/>
                        </p:tgtEl>
                        <p:attrNameLst>
                          <p:attrName>style.visibility</p:attrName>
                        </p:attrNameLst>
                      </p:cBhvr>
                      <p:to>
                        <p:strVal val="visible"/>
                      </p:to>
                    </p:set>
                    <p:animEffect transition="in" filter="fade">
                      <p:cBhvr>
                        <p:cTn dur="250"/>
                        <p:tgtEl>
                          <p:spTgt spid="13"/>
                        </p:tgtEl>
                      </p:cBhvr>
                    </p:animEffect>
                  </p:childTnLst>
                </p:cTn>
              </p:par>
            </p:tnLst>
          </p:tmpl>
        </p:tmplLst>
      </p:bldP>
      <p:bldP spid="13" grpId="1"/>
      <p:bldP spid="20" grpId="0">
        <p:tmplLst>
          <p:tmpl>
            <p:tnLst>
              <p:par>
                <p:cTn presetID="10" presetClass="entr" presetSubtype="0" fill="hold" nodeType="withEffect">
                  <p:stCondLst>
                    <p:cond delay="500"/>
                  </p:stCondLst>
                  <p:childTnLst>
                    <p:set>
                      <p:cBhvr>
                        <p:cTn dur="1" fill="hold">
                          <p:stCondLst>
                            <p:cond delay="0"/>
                          </p:stCondLst>
                        </p:cTn>
                        <p:tgtEl>
                          <p:spTgt spid="20"/>
                        </p:tgtEl>
                        <p:attrNameLst>
                          <p:attrName>style.visibility</p:attrName>
                        </p:attrNameLst>
                      </p:cBhvr>
                      <p:to>
                        <p:strVal val="visible"/>
                      </p:to>
                    </p:set>
                    <p:animEffect transition="in" filter="fade">
                      <p:cBhvr>
                        <p:cTn dur="250"/>
                        <p:tgtEl>
                          <p:spTgt spid="20"/>
                        </p:tgtEl>
                      </p:cBhvr>
                    </p:animEffect>
                  </p:childTnLst>
                </p:cTn>
              </p:par>
            </p:tnLst>
          </p:tmpl>
        </p:tmplLst>
      </p:bldP>
      <p:bldP spid="20" grpId="1"/>
      <p:bldP spid="15" grpId="0" animBg="1"/>
      <p:bldP spid="17" grpId="0" animBg="1"/>
      <p:bldP spid="4" grpId="0" animBg="1"/>
      <p:bldP spid="6" grpId="0" animBg="1"/>
      <p:bldP spid="16" grpId="0" animBg="1"/>
      <p:bldP spid="22" grpId="0" animBg="1"/>
      <p:bldP spid="22" grpId="1" animBg="1"/>
      <p:bldP spid="22" grpId="2" animBg="1"/>
      <p:bldP spid="31" grpId="0" animBg="1"/>
      <p:bldP spid="30" grpId="0" animBg="1"/>
      <p:bldP spid="5" grpId="0" animBg="1">
        <p:tmplLst>
          <p:tmpl>
            <p:tnLst>
              <p:par>
                <p:cTn presetID="2" presetClass="entr" presetSubtype="4" decel="100000" fill="hold" nodeType="withEffect">
                  <p:stCondLst>
                    <p:cond delay="400"/>
                  </p:stCondLst>
                  <p:childTnLst>
                    <p:set>
                      <p:cBhvr>
                        <p:cTn dur="1" fill="hold">
                          <p:stCondLst>
                            <p:cond delay="0"/>
                          </p:stCondLst>
                        </p:cTn>
                        <p:tgtEl>
                          <p:spTgt spid="5"/>
                        </p:tgtEl>
                        <p:attrNameLst>
                          <p:attrName>style.visibility</p:attrName>
                        </p:attrNameLst>
                      </p:cBhvr>
                      <p:to>
                        <p:strVal val="visible"/>
                      </p:to>
                    </p:set>
                    <p:anim calcmode="lin" valueType="num">
                      <p:cBhvr additive="base">
                        <p:cTn dur="500" fill="hold"/>
                        <p:tgtEl>
                          <p:spTgt spid="5"/>
                        </p:tgtEl>
                        <p:attrNameLst>
                          <p:attrName>ppt_x</p:attrName>
                        </p:attrNameLst>
                      </p:cBhvr>
                      <p:tavLst>
                        <p:tav tm="0">
                          <p:val>
                            <p:strVal val="#ppt_x"/>
                          </p:val>
                        </p:tav>
                        <p:tav tm="100000">
                          <p:val>
                            <p:strVal val="#ppt_x"/>
                          </p:val>
                        </p:tav>
                      </p:tavLst>
                    </p:anim>
                    <p:anim calcmode="lin" valueType="num">
                      <p:cBhvr additive="base">
                        <p:cTn dur="500" fill="hold"/>
                        <p:tgtEl>
                          <p:spTgt spid="5"/>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aptop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E62BD-4213-CC26-037F-124C93A003AB}"/>
              </a:ext>
            </a:extLst>
          </p:cNvPr>
          <p:cNvSpPr>
            <a:spLocks noGrp="1"/>
          </p:cNvSpPr>
          <p:nvPr>
            <p:ph type="title" hasCustomPrompt="1"/>
          </p:nvPr>
        </p:nvSpPr>
        <p:spPr>
          <a:xfrm>
            <a:off x="546100" y="365125"/>
            <a:ext cx="10495943" cy="777875"/>
          </a:xfrm>
        </p:spPr>
        <p:txBody>
          <a:bodyPr vert="horz" lIns="0" tIns="0" rIns="0" bIns="0" rtlCol="0" anchor="ctr">
            <a:normAutofit/>
          </a:bodyPr>
          <a:lstStyle>
            <a:lvl1pPr>
              <a:defRPr lang="en-US"/>
            </a:lvl1pPr>
          </a:lstStyle>
          <a:p>
            <a:pPr marL="0" lvl="0"/>
            <a:r>
              <a:rPr lang="en-US"/>
              <a:t>Click to Add Title, Use Font Size 28, Title Case</a:t>
            </a:r>
          </a:p>
        </p:txBody>
      </p:sp>
      <p:sp>
        <p:nvSpPr>
          <p:cNvPr id="16" name="Text Placeholder 15">
            <a:extLst>
              <a:ext uri="{FF2B5EF4-FFF2-40B4-BE49-F238E27FC236}">
                <a16:creationId xmlns:a16="http://schemas.microsoft.com/office/drawing/2014/main" id="{1E1EC7D8-1702-47D3-3E76-6073B3B80BC9}"/>
              </a:ext>
            </a:extLst>
          </p:cNvPr>
          <p:cNvSpPr>
            <a:spLocks noGrp="1"/>
          </p:cNvSpPr>
          <p:nvPr>
            <p:ph type="body" sz="quarter" idx="17" hasCustomPrompt="1"/>
          </p:nvPr>
        </p:nvSpPr>
        <p:spPr>
          <a:xfrm>
            <a:off x="546100" y="1143000"/>
            <a:ext cx="11099799" cy="381001"/>
          </a:xfrm>
        </p:spPr>
        <p:txBody>
          <a:bodyPr anchor="ctr">
            <a:normAutofit/>
          </a:bodyPr>
          <a:lstStyle>
            <a:lvl1pPr marL="0" indent="0">
              <a:buFontTx/>
              <a:buNone/>
              <a:defRPr sz="1800">
                <a:latin typeface="+mj-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marL="0" lvl="0" indent="0">
              <a:buFontTx/>
              <a:buNone/>
            </a:pPr>
            <a:r>
              <a:rPr lang="en-US"/>
              <a:t>Click to add subtitle, use font size 18, sentence case</a:t>
            </a:r>
          </a:p>
        </p:txBody>
      </p:sp>
      <p:sp>
        <p:nvSpPr>
          <p:cNvPr id="14" name="Text Placeholder 13">
            <a:extLst>
              <a:ext uri="{FF2B5EF4-FFF2-40B4-BE49-F238E27FC236}">
                <a16:creationId xmlns:a16="http://schemas.microsoft.com/office/drawing/2014/main" id="{AB93B37E-EF0B-F4D7-8555-765DDCEEA5BC}"/>
              </a:ext>
            </a:extLst>
          </p:cNvPr>
          <p:cNvSpPr>
            <a:spLocks noGrp="1"/>
          </p:cNvSpPr>
          <p:nvPr>
            <p:ph type="body" sz="quarter" idx="11" hasCustomPrompt="1"/>
          </p:nvPr>
        </p:nvSpPr>
        <p:spPr>
          <a:xfrm>
            <a:off x="546100" y="1649413"/>
            <a:ext cx="4076700" cy="4637087"/>
          </a:xfrm>
        </p:spPr>
        <p:txBody>
          <a:bodyPr lIns="0" tIns="0" rIns="0" bIns="0">
            <a:normAutofit/>
          </a:bodyPr>
          <a:lstStyle>
            <a:lvl1pPr>
              <a:defRPr sz="1800"/>
            </a:lvl1pPr>
            <a:lvl2pPr>
              <a:defRPr sz="1400"/>
            </a:lvl2pPr>
            <a:lvl3pPr>
              <a:defRPr sz="1200"/>
            </a:lvl3pPr>
            <a:lvl4pPr>
              <a:defRPr sz="1100"/>
            </a:lvl4pPr>
            <a:lvl5pPr>
              <a:defRPr sz="1100"/>
            </a:lvl5pPr>
          </a:lstStyle>
          <a:p>
            <a:pPr lvl="0"/>
            <a:r>
              <a:rPr lang="en-US"/>
              <a:t>Click to add text. Please </a:t>
            </a:r>
            <a:br>
              <a:rPr lang="en-US"/>
            </a:br>
            <a:r>
              <a:rPr lang="en-US"/>
              <a:t>ensure content remains within the text box. Placeholder text will not show in presentations unless edited.</a:t>
            </a:r>
          </a:p>
        </p:txBody>
      </p:sp>
      <p:pic>
        <p:nvPicPr>
          <p:cNvPr id="6" name="Picture 5">
            <a:extLst>
              <a:ext uri="{FF2B5EF4-FFF2-40B4-BE49-F238E27FC236}">
                <a16:creationId xmlns:a16="http://schemas.microsoft.com/office/drawing/2014/main" id="{05E2DDAF-9E6F-C6DE-7FEE-4D474689580E}"/>
              </a:ext>
              <a:ext uri="{C183D7F6-B498-43B3-948B-1728B52AA6E4}">
                <adec:decorative xmlns:adec="http://schemas.microsoft.com/office/drawing/2017/decorative" val="1"/>
              </a:ext>
            </a:extLst>
          </p:cNvPr>
          <p:cNvPicPr>
            <a:picLocks noChangeAspect="1"/>
          </p:cNvPicPr>
          <p:nvPr userDrawn="1"/>
        </p:nvPicPr>
        <p:blipFill rotWithShape="1">
          <a:blip r:embed="rId2"/>
          <a:srcRect l="5429" t="8712" r="5429" b="8712"/>
          <a:stretch/>
        </p:blipFill>
        <p:spPr>
          <a:xfrm>
            <a:off x="4715436" y="1753534"/>
            <a:ext cx="6968564" cy="4303432"/>
          </a:xfrm>
          <a:prstGeom prst="rect">
            <a:avLst/>
          </a:prstGeom>
        </p:spPr>
      </p:pic>
      <p:sp>
        <p:nvSpPr>
          <p:cNvPr id="12" name="Picture Placeholder 11">
            <a:extLst>
              <a:ext uri="{FF2B5EF4-FFF2-40B4-BE49-F238E27FC236}">
                <a16:creationId xmlns:a16="http://schemas.microsoft.com/office/drawing/2014/main" id="{60782D8E-80C3-D0D0-9E0D-CEA146D08BD0}"/>
              </a:ext>
            </a:extLst>
          </p:cNvPr>
          <p:cNvSpPr>
            <a:spLocks noGrp="1"/>
          </p:cNvSpPr>
          <p:nvPr>
            <p:ph type="pic" sz="quarter" idx="18" hasCustomPrompt="1"/>
          </p:nvPr>
        </p:nvSpPr>
        <p:spPr>
          <a:xfrm>
            <a:off x="5562600" y="2266950"/>
            <a:ext cx="5295900" cy="3309938"/>
          </a:xfrm>
          <a:prstGeom prst="round2SameRect">
            <a:avLst>
              <a:gd name="adj1" fmla="val 1822"/>
              <a:gd name="adj2" fmla="val 0"/>
            </a:avLst>
          </a:prstGeom>
          <a:solidFill>
            <a:schemeClr val="bg2"/>
          </a:solidFill>
          <a:effectLst>
            <a:outerShdw blurRad="254000" algn="ctr" rotWithShape="0">
              <a:prstClr val="black">
                <a:alpha val="20000"/>
              </a:prstClr>
            </a:outerShdw>
          </a:effectLst>
        </p:spPr>
        <p:txBody>
          <a:bodyPr lIns="360000" tIns="432000" rIns="360000" anchor="t">
            <a:normAutofit/>
          </a:bodyPr>
          <a:lstStyle>
            <a:lvl1pPr marL="0" indent="0" algn="ctr">
              <a:buFontTx/>
              <a:buNone/>
              <a:defRPr sz="1200"/>
            </a:lvl1pPr>
          </a:lstStyle>
          <a:p>
            <a:r>
              <a:rPr lang="en-US"/>
              <a:t>Click the icon to add an image. To scale or reposition the image in the frame, use the ‘Crop’ options in the ‘Picture Format’ tab. Right-click on image to add or edit alt text.</a:t>
            </a:r>
          </a:p>
          <a:p>
            <a:endParaRPr lang="en-US"/>
          </a:p>
        </p:txBody>
      </p:sp>
      <p:sp>
        <p:nvSpPr>
          <p:cNvPr id="8" name="Footer Placeholder 7">
            <a:extLst>
              <a:ext uri="{FF2B5EF4-FFF2-40B4-BE49-F238E27FC236}">
                <a16:creationId xmlns:a16="http://schemas.microsoft.com/office/drawing/2014/main" id="{57E0209E-58FE-65A9-A756-1EFB127AEF89}"/>
              </a:ext>
            </a:extLst>
          </p:cNvPr>
          <p:cNvSpPr>
            <a:spLocks noGrp="1"/>
          </p:cNvSpPr>
          <p:nvPr>
            <p:ph type="ftr" sz="quarter" idx="14"/>
          </p:nvPr>
        </p:nvSpPr>
        <p:spPr/>
        <p:txBody>
          <a:bodyPr/>
          <a:lstStyle/>
          <a:p>
            <a:pPr>
              <a:buClr>
                <a:schemeClr val="tx2"/>
              </a:buClr>
              <a:buSzPct val="120000"/>
              <a:buFont typeface="Verdana" panose="020F0502020204030204" pitchFamily="34" charset="0"/>
              <a:buNone/>
            </a:pPr>
            <a:endParaRPr lang="en-US"/>
          </a:p>
        </p:txBody>
      </p:sp>
      <p:sp>
        <p:nvSpPr>
          <p:cNvPr id="4" name="Date Placeholder 3">
            <a:extLst>
              <a:ext uri="{FF2B5EF4-FFF2-40B4-BE49-F238E27FC236}">
                <a16:creationId xmlns:a16="http://schemas.microsoft.com/office/drawing/2014/main" id="{7F201A56-91AC-E9BB-5AC3-0E78DD8A2D0D}"/>
              </a:ext>
            </a:extLst>
          </p:cNvPr>
          <p:cNvSpPr>
            <a:spLocks noGrp="1"/>
          </p:cNvSpPr>
          <p:nvPr>
            <p:ph type="dt" sz="half" idx="13"/>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9" name="Slide Number Placeholder 8">
            <a:extLst>
              <a:ext uri="{FF2B5EF4-FFF2-40B4-BE49-F238E27FC236}">
                <a16:creationId xmlns:a16="http://schemas.microsoft.com/office/drawing/2014/main" id="{5A78B26E-FDE5-346C-3B2D-042F602F4C79}"/>
              </a:ext>
            </a:extLst>
          </p:cNvPr>
          <p:cNvSpPr>
            <a:spLocks noGrp="1"/>
          </p:cNvSpPr>
          <p:nvPr>
            <p:ph type="sldNum" sz="quarter" idx="15"/>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
        <p:nvSpPr>
          <p:cNvPr id="11" name="Rectangle 10">
            <a:extLst>
              <a:ext uri="{FF2B5EF4-FFF2-40B4-BE49-F238E27FC236}">
                <a16:creationId xmlns:a16="http://schemas.microsoft.com/office/drawing/2014/main" id="{19603D19-966B-2800-94F2-6C8AC58B4CD8}"/>
              </a:ext>
              <a:ext uri="{C183D7F6-B498-43B3-948B-1728B52AA6E4}">
                <adec:decorative xmlns:adec="http://schemas.microsoft.com/office/drawing/2017/decorative" val="1"/>
              </a:ext>
            </a:extLst>
          </p:cNvPr>
          <p:cNvSpPr/>
          <p:nvPr userDrawn="1"/>
        </p:nvSpPr>
        <p:spPr>
          <a:xfrm>
            <a:off x="0" y="-1"/>
            <a:ext cx="46800" cy="6858001"/>
          </a:xfrm>
          <a:prstGeom prst="rect">
            <a:avLst/>
          </a:prstGeom>
          <a:gradFill flip="none" rotWithShape="1">
            <a:gsLst>
              <a:gs pos="100000">
                <a:srgbClr val="2F2A95"/>
              </a:gs>
              <a:gs pos="0">
                <a:srgbClr val="00B2A9"/>
              </a:gs>
            </a:gsLst>
            <a:lin ang="5400000" scaled="1"/>
            <a:tileRect/>
          </a:gradFill>
          <a:ln w="12700" cap="flat" cmpd="sng" algn="ctr">
            <a:noFill/>
            <a:prstDash val="solid"/>
            <a:miter lim="800000"/>
          </a:ln>
          <a:effectLst/>
        </p:spPr>
        <p:txBody>
          <a:bodyPr tIns="90000" bIns="90000" rtlCol="0" anchor="t"/>
          <a:lstStyle/>
          <a:p>
            <a:pPr marL="0" marR="0" lvl="0" indent="0" defTabSz="914400" eaLnBrk="1" fontAlgn="auto" latinLnBrk="0" hangingPunct="1">
              <a:lnSpc>
                <a:spcPct val="100000"/>
              </a:lnSpc>
              <a:spcBef>
                <a:spcPts val="0"/>
              </a:spcBef>
              <a:spcAft>
                <a:spcPts val="0"/>
              </a:spcAft>
              <a:buClr>
                <a:srgbClr val="2F2A95"/>
              </a:buClr>
              <a:buSzTx/>
              <a:buFontTx/>
              <a:buNone/>
              <a:tabLst/>
              <a:defRPr/>
            </a:pPr>
            <a:endParaRPr kumimoji="0" lang="en-US" sz="1800" b="0" i="0" u="none" strike="noStrike" kern="0" cap="none" spc="0" normalizeH="0" baseline="0" noProof="0">
              <a:ln>
                <a:noFill/>
              </a:ln>
              <a:solidFill>
                <a:srgbClr val="000000"/>
              </a:solidFill>
              <a:effectLst/>
              <a:uLnTx/>
              <a:uFillTx/>
              <a:latin typeface="Verdana"/>
              <a:ea typeface="+mn-ea"/>
              <a:cs typeface="+mn-cs"/>
            </a:endParaRPr>
          </a:p>
        </p:txBody>
      </p:sp>
      <p:grpSp>
        <p:nvGrpSpPr>
          <p:cNvPr id="10" name="Group 4">
            <a:extLst>
              <a:ext uri="{FF2B5EF4-FFF2-40B4-BE49-F238E27FC236}">
                <a16:creationId xmlns:a16="http://schemas.microsoft.com/office/drawing/2014/main" id="{535E36B6-542A-1CFD-7F14-45C52D87D7CD}"/>
              </a:ext>
              <a:ext uri="{C183D7F6-B498-43B3-948B-1728B52AA6E4}">
                <adec:decorative xmlns:adec="http://schemas.microsoft.com/office/drawing/2017/decorative" val="1"/>
              </a:ext>
            </a:extLst>
          </p:cNvPr>
          <p:cNvGrpSpPr>
            <a:grpSpLocks noChangeAspect="1"/>
          </p:cNvGrpSpPr>
          <p:nvPr userDrawn="1"/>
        </p:nvGrpSpPr>
        <p:grpSpPr bwMode="auto">
          <a:xfrm>
            <a:off x="11430001" y="476250"/>
            <a:ext cx="213430" cy="571500"/>
            <a:chOff x="4249" y="1683"/>
            <a:chExt cx="695" cy="1861"/>
          </a:xfrm>
        </p:grpSpPr>
        <p:sp>
          <p:nvSpPr>
            <p:cNvPr id="13" name="Freeform 5">
              <a:extLst>
                <a:ext uri="{FF2B5EF4-FFF2-40B4-BE49-F238E27FC236}">
                  <a16:creationId xmlns:a16="http://schemas.microsoft.com/office/drawing/2014/main" id="{624810DE-AD98-85B8-4CD6-1EDC729A15F1}"/>
                </a:ext>
              </a:extLst>
            </p:cNvPr>
            <p:cNvSpPr>
              <a:spLocks/>
            </p:cNvSpPr>
            <p:nvPr userDrawn="1"/>
          </p:nvSpPr>
          <p:spPr bwMode="auto">
            <a:xfrm>
              <a:off x="4249" y="1824"/>
              <a:ext cx="463" cy="1720"/>
            </a:xfrm>
            <a:custGeom>
              <a:avLst/>
              <a:gdLst>
                <a:gd name="T0" fmla="*/ 232 w 463"/>
                <a:gd name="T1" fmla="*/ 116 h 1720"/>
                <a:gd name="T2" fmla="*/ 0 w 463"/>
                <a:gd name="T3" fmla="*/ 0 h 1720"/>
                <a:gd name="T4" fmla="*/ 0 w 463"/>
                <a:gd name="T5" fmla="*/ 1487 h 1720"/>
                <a:gd name="T6" fmla="*/ 463 w 463"/>
                <a:gd name="T7" fmla="*/ 1720 h 1720"/>
                <a:gd name="T8" fmla="*/ 463 w 463"/>
                <a:gd name="T9" fmla="*/ 1463 h 1720"/>
                <a:gd name="T10" fmla="*/ 232 w 463"/>
                <a:gd name="T11" fmla="*/ 1346 h 1720"/>
                <a:gd name="T12" fmla="*/ 232 w 463"/>
                <a:gd name="T13" fmla="*/ 116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2" y="116"/>
                  </a:moveTo>
                  <a:lnTo>
                    <a:pt x="0" y="0"/>
                  </a:lnTo>
                  <a:lnTo>
                    <a:pt x="0" y="1487"/>
                  </a:lnTo>
                  <a:lnTo>
                    <a:pt x="463" y="1720"/>
                  </a:lnTo>
                  <a:lnTo>
                    <a:pt x="463" y="1463"/>
                  </a:lnTo>
                  <a:lnTo>
                    <a:pt x="232" y="1346"/>
                  </a:lnTo>
                  <a:lnTo>
                    <a:pt x="232" y="116"/>
                  </a:lnTo>
                  <a:close/>
                </a:path>
              </a:pathLst>
            </a:custGeom>
            <a:solidFill>
              <a:srgbClr val="2F2A9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sp>
          <p:nvSpPr>
            <p:cNvPr id="15" name="Freeform 6">
              <a:extLst>
                <a:ext uri="{FF2B5EF4-FFF2-40B4-BE49-F238E27FC236}">
                  <a16:creationId xmlns:a16="http://schemas.microsoft.com/office/drawing/2014/main" id="{E0A57F4B-28EC-BAA9-C8B9-030B341858D2}"/>
                </a:ext>
              </a:extLst>
            </p:cNvPr>
            <p:cNvSpPr>
              <a:spLocks/>
            </p:cNvSpPr>
            <p:nvPr userDrawn="1"/>
          </p:nvSpPr>
          <p:spPr bwMode="auto">
            <a:xfrm>
              <a:off x="4481" y="1683"/>
              <a:ext cx="463" cy="1720"/>
            </a:xfrm>
            <a:custGeom>
              <a:avLst/>
              <a:gdLst>
                <a:gd name="T0" fmla="*/ 231 w 463"/>
                <a:gd name="T1" fmla="*/ 1604 h 1720"/>
                <a:gd name="T2" fmla="*/ 463 w 463"/>
                <a:gd name="T3" fmla="*/ 1720 h 1720"/>
                <a:gd name="T4" fmla="*/ 463 w 463"/>
                <a:gd name="T5" fmla="*/ 233 h 1720"/>
                <a:gd name="T6" fmla="*/ 0 w 463"/>
                <a:gd name="T7" fmla="*/ 0 h 1720"/>
                <a:gd name="T8" fmla="*/ 0 w 463"/>
                <a:gd name="T9" fmla="*/ 257 h 1720"/>
                <a:gd name="T10" fmla="*/ 231 w 463"/>
                <a:gd name="T11" fmla="*/ 374 h 1720"/>
                <a:gd name="T12" fmla="*/ 231 w 463"/>
                <a:gd name="T13" fmla="*/ 1604 h 1720"/>
              </a:gdLst>
              <a:ahLst/>
              <a:cxnLst>
                <a:cxn ang="0">
                  <a:pos x="T0" y="T1"/>
                </a:cxn>
                <a:cxn ang="0">
                  <a:pos x="T2" y="T3"/>
                </a:cxn>
                <a:cxn ang="0">
                  <a:pos x="T4" y="T5"/>
                </a:cxn>
                <a:cxn ang="0">
                  <a:pos x="T6" y="T7"/>
                </a:cxn>
                <a:cxn ang="0">
                  <a:pos x="T8" y="T9"/>
                </a:cxn>
                <a:cxn ang="0">
                  <a:pos x="T10" y="T11"/>
                </a:cxn>
                <a:cxn ang="0">
                  <a:pos x="T12" y="T13"/>
                </a:cxn>
              </a:cxnLst>
              <a:rect l="0" t="0" r="r" b="b"/>
              <a:pathLst>
                <a:path w="463" h="1720">
                  <a:moveTo>
                    <a:pt x="231" y="1604"/>
                  </a:moveTo>
                  <a:lnTo>
                    <a:pt x="463" y="1720"/>
                  </a:lnTo>
                  <a:lnTo>
                    <a:pt x="463" y="233"/>
                  </a:lnTo>
                  <a:lnTo>
                    <a:pt x="0" y="0"/>
                  </a:lnTo>
                  <a:lnTo>
                    <a:pt x="0" y="257"/>
                  </a:lnTo>
                  <a:lnTo>
                    <a:pt x="231" y="374"/>
                  </a:lnTo>
                  <a:lnTo>
                    <a:pt x="231" y="1604"/>
                  </a:lnTo>
                  <a:close/>
                </a:path>
              </a:pathLst>
            </a:custGeom>
            <a:solidFill>
              <a:srgbClr val="00B2A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F3541"/>
                </a:solidFill>
                <a:effectLst/>
                <a:uLnTx/>
                <a:uFillTx/>
                <a:latin typeface="Verdana"/>
                <a:ea typeface="+mn-ea"/>
                <a:cs typeface="+mn-cs"/>
              </a:endParaRPr>
            </a:p>
          </p:txBody>
        </p:sp>
      </p:grpSp>
    </p:spTree>
    <p:extLst>
      <p:ext uri="{BB962C8B-B14F-4D97-AF65-F5344CB8AC3E}">
        <p14:creationId xmlns:p14="http://schemas.microsoft.com/office/powerpoint/2010/main" val="3943834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hank You (Pictur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BAC482D-C226-150D-F9ED-296CB65EBBC9}"/>
              </a:ext>
            </a:extLst>
          </p:cNvPr>
          <p:cNvSpPr>
            <a:spLocks noGrp="1"/>
          </p:cNvSpPr>
          <p:nvPr>
            <p:ph type="title" hasCustomPrompt="1"/>
          </p:nvPr>
        </p:nvSpPr>
        <p:spPr>
          <a:xfrm>
            <a:off x="546100" y="1524001"/>
            <a:ext cx="5486400" cy="2317750"/>
          </a:xfrm>
        </p:spPr>
        <p:txBody>
          <a:bodyPr tIns="0" anchor="b" anchorCtr="0">
            <a:normAutofit/>
          </a:bodyPr>
          <a:lstStyle>
            <a:lvl1pPr>
              <a:defRPr sz="4400">
                <a:solidFill>
                  <a:schemeClr val="accent4"/>
                </a:solidFill>
              </a:defRPr>
            </a:lvl1pPr>
          </a:lstStyle>
          <a:p>
            <a:r>
              <a:rPr lang="en-US"/>
              <a:t>Thank You</a:t>
            </a:r>
          </a:p>
        </p:txBody>
      </p:sp>
      <p:sp>
        <p:nvSpPr>
          <p:cNvPr id="24" name="Text Placeholder 23">
            <a:extLst>
              <a:ext uri="{FF2B5EF4-FFF2-40B4-BE49-F238E27FC236}">
                <a16:creationId xmlns:a16="http://schemas.microsoft.com/office/drawing/2014/main" id="{1B428791-4878-48B9-0BCA-757F793DFFBB}"/>
              </a:ext>
            </a:extLst>
          </p:cNvPr>
          <p:cNvSpPr>
            <a:spLocks noGrp="1"/>
          </p:cNvSpPr>
          <p:nvPr userDrawn="1">
            <p:ph type="body" sz="quarter" idx="18" hasCustomPrompt="1"/>
          </p:nvPr>
        </p:nvSpPr>
        <p:spPr>
          <a:xfrm>
            <a:off x="546100" y="3967163"/>
            <a:ext cx="5486400" cy="1222375"/>
          </a:xfrm>
        </p:spPr>
        <p:txBody>
          <a:bodyPr lIns="0" tIns="0" rIns="0" bIns="0" anchor="t">
            <a:normAutofit/>
          </a:bodyPr>
          <a:lstStyle>
            <a:lvl1pPr marL="0" indent="0" algn="l" defTabSz="914400" rtl="0" eaLnBrk="1" latinLnBrk="0" hangingPunct="1">
              <a:lnSpc>
                <a:spcPct val="100000"/>
              </a:lnSpc>
              <a:spcBef>
                <a:spcPts val="0"/>
              </a:spcBef>
              <a:buClr>
                <a:schemeClr val="tx2"/>
              </a:buClr>
              <a:buSzPct val="120000"/>
              <a:buFont typeface="Verdana" panose="020B0602030504020204" pitchFamily="34" charset="0"/>
              <a:buNone/>
              <a:defRPr sz="1800">
                <a:solidFill>
                  <a:schemeClr val="tx1"/>
                </a:solidFill>
              </a:defRPr>
            </a:lvl1pPr>
            <a:lvl2pPr marL="457200" indent="0">
              <a:buNone/>
              <a:defRPr/>
            </a:lvl2pPr>
            <a:lvl3pPr marL="914400" indent="0">
              <a:buNone/>
              <a:defRPr/>
            </a:lvl3pPr>
            <a:lvl4pPr marL="1371600" indent="0">
              <a:buNone/>
              <a:defRPr/>
            </a:lvl4pPr>
            <a:lvl5pPr marL="1828800" indent="0">
              <a:buFont typeface="Verdana" panose="020B0604020202020204" pitchFamily="34" charset="0"/>
              <a:buNone/>
              <a:defRPr/>
            </a:lvl5pPr>
          </a:lstStyle>
          <a:p>
            <a:pPr marL="0" lvl="0" indent="0" algn="l" defTabSz="914400" rtl="0" eaLnBrk="1" latinLnBrk="0" hangingPunct="1">
              <a:lnSpc>
                <a:spcPct val="90000"/>
              </a:lnSpc>
              <a:spcBef>
                <a:spcPts val="1000"/>
              </a:spcBef>
              <a:buClr>
                <a:schemeClr val="tx2"/>
              </a:buClr>
              <a:buSzPct val="120000"/>
              <a:buFont typeface="Verdana" panose="020B0602030504020204" pitchFamily="34" charset="0"/>
              <a:buNone/>
            </a:pPr>
            <a:r>
              <a:rPr lang="en-US"/>
              <a:t>Click to add subtitle, use font size 18, </a:t>
            </a:r>
            <a:br>
              <a:rPr lang="en-US"/>
            </a:br>
            <a:r>
              <a:rPr lang="en-US"/>
              <a:t>sentence case</a:t>
            </a:r>
          </a:p>
        </p:txBody>
      </p:sp>
      <p:sp>
        <p:nvSpPr>
          <p:cNvPr id="9" name="Picture Placeholder 8">
            <a:extLst>
              <a:ext uri="{FF2B5EF4-FFF2-40B4-BE49-F238E27FC236}">
                <a16:creationId xmlns:a16="http://schemas.microsoft.com/office/drawing/2014/main" id="{F20F6BA9-3F42-B62D-4399-F81E1CEF2A04}"/>
              </a:ext>
            </a:extLst>
          </p:cNvPr>
          <p:cNvSpPr>
            <a:spLocks noGrp="1"/>
          </p:cNvSpPr>
          <p:nvPr>
            <p:ph type="pic" sz="quarter" idx="28" hasCustomPrompt="1"/>
          </p:nvPr>
        </p:nvSpPr>
        <p:spPr>
          <a:xfrm>
            <a:off x="7051072" y="-507998"/>
            <a:ext cx="3576255" cy="8052777"/>
          </a:xfrm>
          <a:custGeom>
            <a:avLst/>
            <a:gdLst>
              <a:gd name="connsiteX0" fmla="*/ 0 w 3576255"/>
              <a:gd name="connsiteY0" fmla="*/ 0 h 8052777"/>
              <a:gd name="connsiteX1" fmla="*/ 3576255 w 3576255"/>
              <a:gd name="connsiteY1" fmla="*/ 1774552 h 8052777"/>
              <a:gd name="connsiteX2" fmla="*/ 3576255 w 3576255"/>
              <a:gd name="connsiteY2" fmla="*/ 8052777 h 8052777"/>
              <a:gd name="connsiteX3" fmla="*/ 0 w 3576255"/>
              <a:gd name="connsiteY3" fmla="*/ 6278225 h 8052777"/>
            </a:gdLst>
            <a:ahLst/>
            <a:cxnLst>
              <a:cxn ang="0">
                <a:pos x="connsiteX0" y="connsiteY0"/>
              </a:cxn>
              <a:cxn ang="0">
                <a:pos x="connsiteX1" y="connsiteY1"/>
              </a:cxn>
              <a:cxn ang="0">
                <a:pos x="connsiteX2" y="connsiteY2"/>
              </a:cxn>
              <a:cxn ang="0">
                <a:pos x="connsiteX3" y="connsiteY3"/>
              </a:cxn>
            </a:cxnLst>
            <a:rect l="l" t="t" r="r" b="b"/>
            <a:pathLst>
              <a:path w="3576255" h="8052777">
                <a:moveTo>
                  <a:pt x="0" y="0"/>
                </a:moveTo>
                <a:lnTo>
                  <a:pt x="3576255" y="1774552"/>
                </a:lnTo>
                <a:lnTo>
                  <a:pt x="3576255" y="8052777"/>
                </a:lnTo>
                <a:lnTo>
                  <a:pt x="0" y="6278225"/>
                </a:lnTo>
                <a:close/>
              </a:path>
            </a:pathLst>
          </a:custGeom>
          <a:solidFill>
            <a:schemeClr val="bg2"/>
          </a:solidFill>
          <a:effectLst>
            <a:outerShdw blurRad="254000" algn="ctr" rotWithShape="0">
              <a:prstClr val="black">
                <a:alpha val="20000"/>
              </a:prstClr>
            </a:outerShdw>
          </a:effectLst>
        </p:spPr>
        <p:txBody>
          <a:bodyPr wrap="square" lIns="360000" tIns="2556000" rIns="360000">
            <a:noAutofit/>
          </a:bodyPr>
          <a:lstStyle>
            <a:lvl1pPr marL="0" indent="0" algn="ctr">
              <a:buFontTx/>
              <a:buNone/>
              <a:defRPr sz="12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Click the icon to add an image. To scale or reposition the image in the frame, use the ‘Crop’ options in the ‘Picture Format’ tab. Right-click on image to add or edit alt text.</a:t>
            </a:r>
          </a:p>
          <a:p>
            <a:endParaRPr lang="en-US"/>
          </a:p>
        </p:txBody>
      </p:sp>
      <p:sp>
        <p:nvSpPr>
          <p:cNvPr id="18" name="Freeform: Shape 17">
            <a:extLst>
              <a:ext uri="{FF2B5EF4-FFF2-40B4-BE49-F238E27FC236}">
                <a16:creationId xmlns:a16="http://schemas.microsoft.com/office/drawing/2014/main" id="{BB97B7E6-79FF-1035-79D6-97D4BA11311C}"/>
              </a:ext>
              <a:ext uri="{C183D7F6-B498-43B3-948B-1728B52AA6E4}">
                <adec:decorative xmlns:adec="http://schemas.microsoft.com/office/drawing/2017/decorative" val="1"/>
              </a:ext>
            </a:extLst>
          </p:cNvPr>
          <p:cNvSpPr/>
          <p:nvPr userDrawn="1"/>
        </p:nvSpPr>
        <p:spPr>
          <a:xfrm>
            <a:off x="6170353" y="4635500"/>
            <a:ext cx="557347" cy="1651000"/>
          </a:xfrm>
          <a:custGeom>
            <a:avLst/>
            <a:gdLst>
              <a:gd name="connsiteX0" fmla="*/ 0 w 3030784"/>
              <a:gd name="connsiteY0" fmla="*/ 0 h 8977922"/>
              <a:gd name="connsiteX1" fmla="*/ 3030784 w 3030784"/>
              <a:gd name="connsiteY1" fmla="*/ 1503885 h 8977922"/>
              <a:gd name="connsiteX2" fmla="*/ 3030784 w 3030784"/>
              <a:gd name="connsiteY2" fmla="*/ 8977922 h 8977922"/>
              <a:gd name="connsiteX3" fmla="*/ 0 w 3030784"/>
              <a:gd name="connsiteY3" fmla="*/ 7474037 h 8977922"/>
            </a:gdLst>
            <a:ahLst/>
            <a:cxnLst>
              <a:cxn ang="0">
                <a:pos x="connsiteX0" y="connsiteY0"/>
              </a:cxn>
              <a:cxn ang="0">
                <a:pos x="connsiteX1" y="connsiteY1"/>
              </a:cxn>
              <a:cxn ang="0">
                <a:pos x="connsiteX2" y="connsiteY2"/>
              </a:cxn>
              <a:cxn ang="0">
                <a:pos x="connsiteX3" y="connsiteY3"/>
              </a:cxn>
            </a:cxnLst>
            <a:rect l="l" t="t" r="r" b="b"/>
            <a:pathLst>
              <a:path w="3030784" h="8977922">
                <a:moveTo>
                  <a:pt x="0" y="0"/>
                </a:moveTo>
                <a:lnTo>
                  <a:pt x="3030784" y="1503885"/>
                </a:lnTo>
                <a:lnTo>
                  <a:pt x="3030784" y="8977922"/>
                </a:lnTo>
                <a:lnTo>
                  <a:pt x="0" y="7474037"/>
                </a:lnTo>
                <a:close/>
              </a:path>
            </a:pathLst>
          </a:custGeom>
          <a:noFill/>
          <a:ln w="19050" cap="flat">
            <a:gradFill flip="none" rotWithShape="1">
              <a:gsLst>
                <a:gs pos="0">
                  <a:schemeClr val="accent4"/>
                </a:gs>
                <a:gs pos="100000">
                  <a:srgbClr val="2F2A95"/>
                </a:gs>
              </a:gsLst>
              <a:lin ang="5400000" scaled="1"/>
              <a:tileRect/>
            </a:gradFill>
            <a:prstDash val="solid"/>
            <a:miter/>
          </a:ln>
          <a:effectLst>
            <a:outerShdw blurRad="190500" algn="ctr" rotWithShape="0">
              <a:prstClr val="black">
                <a:alpha val="25000"/>
              </a:prstClr>
            </a:outerShdw>
          </a:effectLst>
        </p:spPr>
        <p:txBody>
          <a:bodyPr rtlCol="0" anchor="ctr"/>
          <a:lstStyle/>
          <a:p>
            <a:pPr marR="0" lvl="0" indent="0" defTabSz="2665918" fontAlgn="auto">
              <a:lnSpc>
                <a:spcPct val="100000"/>
              </a:lnSpc>
              <a:spcBef>
                <a:spcPts val="2918"/>
              </a:spcBef>
              <a:spcAft>
                <a:spcPts val="0"/>
              </a:spcAft>
              <a:buClr>
                <a:srgbClr val="F2F2F2"/>
              </a:buClr>
              <a:buSzTx/>
              <a:buFontTx/>
              <a:tabLst/>
            </a:pPr>
            <a:endParaRPr kumimoji="0" lang="en-US" sz="9457" b="0" i="0" u="none" strike="noStrike" kern="0" cap="none" spc="0" normalizeH="0" baseline="0" noProof="0">
              <a:ln>
                <a:noFill/>
              </a:ln>
              <a:solidFill>
                <a:srgbClr val="FFFFFF"/>
              </a:solidFill>
              <a:effectLst/>
              <a:uLnTx/>
              <a:uFillTx/>
            </a:endParaRPr>
          </a:p>
        </p:txBody>
      </p:sp>
      <p:sp>
        <p:nvSpPr>
          <p:cNvPr id="19" name="Freeform: Shape 18">
            <a:extLst>
              <a:ext uri="{FF2B5EF4-FFF2-40B4-BE49-F238E27FC236}">
                <a16:creationId xmlns:a16="http://schemas.microsoft.com/office/drawing/2014/main" id="{F09BB291-4B51-DA63-86CC-144EE928470D}"/>
              </a:ext>
              <a:ext uri="{C183D7F6-B498-43B3-948B-1728B52AA6E4}">
                <adec:decorative xmlns:adec="http://schemas.microsoft.com/office/drawing/2017/decorative" val="1"/>
              </a:ext>
            </a:extLst>
          </p:cNvPr>
          <p:cNvSpPr/>
          <p:nvPr userDrawn="1"/>
        </p:nvSpPr>
        <p:spPr>
          <a:xfrm>
            <a:off x="11106220" y="4470400"/>
            <a:ext cx="539680" cy="1816100"/>
          </a:xfrm>
          <a:custGeom>
            <a:avLst/>
            <a:gdLst>
              <a:gd name="connsiteX0" fmla="*/ 0 w 701962"/>
              <a:gd name="connsiteY0" fmla="*/ 0 h 2362201"/>
              <a:gd name="connsiteX1" fmla="*/ 701962 w 701962"/>
              <a:gd name="connsiteY1" fmla="*/ 348316 h 2362201"/>
              <a:gd name="connsiteX2" fmla="*/ 701962 w 701962"/>
              <a:gd name="connsiteY2" fmla="*/ 780116 h 2362201"/>
              <a:gd name="connsiteX3" fmla="*/ 701962 w 701962"/>
              <a:gd name="connsiteY3" fmla="*/ 1930401 h 2362201"/>
              <a:gd name="connsiteX4" fmla="*/ 701962 w 701962"/>
              <a:gd name="connsiteY4" fmla="*/ 2362201 h 2362201"/>
              <a:gd name="connsiteX5" fmla="*/ 0 w 701962"/>
              <a:gd name="connsiteY5" fmla="*/ 2013886 h 2362201"/>
              <a:gd name="connsiteX6" fmla="*/ 0 w 701962"/>
              <a:gd name="connsiteY6" fmla="*/ 1582086 h 2362201"/>
              <a:gd name="connsiteX7" fmla="*/ 0 w 701962"/>
              <a:gd name="connsiteY7" fmla="*/ 431800 h 2362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1962" h="2362201">
                <a:moveTo>
                  <a:pt x="0" y="0"/>
                </a:moveTo>
                <a:lnTo>
                  <a:pt x="701962" y="348316"/>
                </a:lnTo>
                <a:lnTo>
                  <a:pt x="701962" y="780116"/>
                </a:lnTo>
                <a:lnTo>
                  <a:pt x="701962" y="1930401"/>
                </a:lnTo>
                <a:lnTo>
                  <a:pt x="701962" y="2362201"/>
                </a:lnTo>
                <a:lnTo>
                  <a:pt x="0" y="2013886"/>
                </a:lnTo>
                <a:lnTo>
                  <a:pt x="0" y="1582086"/>
                </a:lnTo>
                <a:lnTo>
                  <a:pt x="0" y="431800"/>
                </a:lnTo>
                <a:close/>
              </a:path>
            </a:pathLst>
          </a:custGeom>
          <a:gradFill flip="none" rotWithShape="1">
            <a:gsLst>
              <a:gs pos="0">
                <a:srgbClr val="78E3DE"/>
              </a:gs>
              <a:gs pos="100000">
                <a:srgbClr val="00B2A9">
                  <a:alpha val="90000"/>
                </a:srgbClr>
              </a:gs>
            </a:gsLst>
            <a:lin ang="6900000" scaled="0"/>
            <a:tileRect/>
          </a:gradFill>
          <a:ln w="19050" cap="flat">
            <a:gradFill>
              <a:gsLst>
                <a:gs pos="0">
                  <a:srgbClr val="00B2A9"/>
                </a:gs>
                <a:gs pos="100000">
                  <a:srgbClr val="00B2A9">
                    <a:lumMod val="50000"/>
                  </a:srgbClr>
                </a:gs>
              </a:gsLst>
              <a:lin ang="5400000" scaled="1"/>
            </a:gradFill>
            <a:prstDash val="solid"/>
            <a:miter/>
          </a:ln>
          <a:effectLst>
            <a:outerShdw blurRad="190500" algn="ctr" rotWithShape="0">
              <a:prstClr val="black">
                <a:alpha val="25000"/>
              </a:prstClr>
            </a:outerShdw>
          </a:effectLst>
        </p:spPr>
        <p:txBody>
          <a:bodyPr vert="horz" wrap="square" lIns="91440" tIns="45720" rIns="91440" bIns="45720"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1200" b="0" i="0" u="none" strike="noStrike" kern="0" cap="none" spc="0" normalizeH="0" baseline="0" noProof="0">
              <a:ln>
                <a:noFill/>
              </a:ln>
              <a:solidFill>
                <a:srgbClr val="FFFFFF">
                  <a:alpha val="0"/>
                </a:srgbClr>
              </a:solidFill>
              <a:effectLst/>
              <a:uLnTx/>
              <a:uFillTx/>
            </a:endParaRPr>
          </a:p>
        </p:txBody>
      </p:sp>
      <p:sp>
        <p:nvSpPr>
          <p:cNvPr id="34" name="Text Placeholder 33">
            <a:extLst>
              <a:ext uri="{FF2B5EF4-FFF2-40B4-BE49-F238E27FC236}">
                <a16:creationId xmlns:a16="http://schemas.microsoft.com/office/drawing/2014/main" id="{4DB4D9DB-D366-2538-B48B-36DCBB688E84}"/>
              </a:ext>
              <a:ext uri="{C183D7F6-B498-43B3-948B-1728B52AA6E4}">
                <adec:decorative xmlns:adec="http://schemas.microsoft.com/office/drawing/2017/decorative" val="1"/>
              </a:ext>
            </a:extLst>
          </p:cNvPr>
          <p:cNvSpPr>
            <a:spLocks noGrp="1"/>
          </p:cNvSpPr>
          <p:nvPr>
            <p:ph type="body" sz="quarter" idx="24"/>
          </p:nvPr>
        </p:nvSpPr>
        <p:spPr>
          <a:xfrm>
            <a:off x="10375900" y="698500"/>
            <a:ext cx="557347" cy="1651000"/>
          </a:xfrm>
          <a:custGeom>
            <a:avLst/>
            <a:gdLst>
              <a:gd name="connsiteX0" fmla="*/ 0 w 557347"/>
              <a:gd name="connsiteY0" fmla="*/ 0 h 1651000"/>
              <a:gd name="connsiteX1" fmla="*/ 557347 w 557347"/>
              <a:gd name="connsiteY1" fmla="*/ 276558 h 1651000"/>
              <a:gd name="connsiteX2" fmla="*/ 557347 w 557347"/>
              <a:gd name="connsiteY2" fmla="*/ 1651000 h 1651000"/>
              <a:gd name="connsiteX3" fmla="*/ 0 w 557347"/>
              <a:gd name="connsiteY3" fmla="*/ 1374442 h 1651000"/>
            </a:gdLst>
            <a:ahLst/>
            <a:cxnLst>
              <a:cxn ang="0">
                <a:pos x="connsiteX0" y="connsiteY0"/>
              </a:cxn>
              <a:cxn ang="0">
                <a:pos x="connsiteX1" y="connsiteY1"/>
              </a:cxn>
              <a:cxn ang="0">
                <a:pos x="connsiteX2" y="connsiteY2"/>
              </a:cxn>
              <a:cxn ang="0">
                <a:pos x="connsiteX3" y="connsiteY3"/>
              </a:cxn>
            </a:cxnLst>
            <a:rect l="l" t="t" r="r" b="b"/>
            <a:pathLst>
              <a:path w="557347" h="1651000">
                <a:moveTo>
                  <a:pt x="0" y="0"/>
                </a:moveTo>
                <a:lnTo>
                  <a:pt x="557347" y="276558"/>
                </a:lnTo>
                <a:lnTo>
                  <a:pt x="557347" y="1651000"/>
                </a:lnTo>
                <a:lnTo>
                  <a:pt x="0" y="1374442"/>
                </a:lnTo>
                <a:close/>
              </a:path>
            </a:pathLst>
          </a:custGeom>
          <a:noFill/>
          <a:ln w="19050" cap="flat">
            <a:gradFill flip="none" rotWithShape="1">
              <a:gsLst>
                <a:gs pos="21000">
                  <a:schemeClr val="tx2"/>
                </a:gs>
                <a:gs pos="100000">
                  <a:schemeClr val="accent2"/>
                </a:gs>
              </a:gsLst>
              <a:lin ang="5400000" scaled="1"/>
              <a:tileRect/>
            </a:gradFill>
            <a:prstDash val="solid"/>
            <a:miter/>
          </a:ln>
          <a:effectLst>
            <a:outerShdw blurRad="1270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lvl1pPr>
              <a:buFontTx/>
              <a:buNone/>
              <a:defRPr kumimoji="0" lang="en-US" sz="100" b="0" i="0" u="none" strike="noStrike" cap="none" spc="0" normalizeH="0" baseline="0" dirty="0">
                <a:ln>
                  <a:noFill/>
                </a:ln>
                <a:solidFill>
                  <a:srgbClr val="FFFFFF">
                    <a:alpha val="0"/>
                  </a:srgbClr>
                </a:solidFill>
                <a:effectLst/>
                <a:uLnTx/>
                <a:uFillTx/>
                <a:latin typeface="Verdana"/>
              </a:defRPr>
            </a:lvl1pPr>
          </a:lstStyle>
          <a:p>
            <a:pPr marL="0" marR="0" lvl="0" indent="0" defTabSz="2665918" fontAlgn="auto">
              <a:spcBef>
                <a:spcPts val="2918"/>
              </a:spcBef>
              <a:spcAft>
                <a:spcPts val="0"/>
              </a:spcAft>
              <a:buClr>
                <a:srgbClr val="F2F2F2"/>
              </a:buClr>
              <a:tabLst/>
            </a:pPr>
            <a:r>
              <a:rPr lang="en-GB"/>
              <a:t>Click to edit Master text styles</a:t>
            </a:r>
          </a:p>
        </p:txBody>
      </p:sp>
      <p:sp>
        <p:nvSpPr>
          <p:cNvPr id="28" name="Text Placeholder 27">
            <a:extLst>
              <a:ext uri="{FF2B5EF4-FFF2-40B4-BE49-F238E27FC236}">
                <a16:creationId xmlns:a16="http://schemas.microsoft.com/office/drawing/2014/main" id="{E8005CB4-E4F8-2AB3-56A2-7D9C9C29295E}"/>
              </a:ext>
              <a:ext uri="{C183D7F6-B498-43B3-948B-1728B52AA6E4}">
                <adec:decorative xmlns:adec="http://schemas.microsoft.com/office/drawing/2017/decorative" val="1"/>
              </a:ext>
            </a:extLst>
          </p:cNvPr>
          <p:cNvSpPr>
            <a:spLocks noGrp="1"/>
          </p:cNvSpPr>
          <p:nvPr>
            <p:ph type="body" sz="quarter" idx="23" hasCustomPrompt="1"/>
          </p:nvPr>
        </p:nvSpPr>
        <p:spPr>
          <a:xfrm>
            <a:off x="6819332" y="2298700"/>
            <a:ext cx="539680" cy="1816100"/>
          </a:xfrm>
          <a:custGeom>
            <a:avLst/>
            <a:gdLst>
              <a:gd name="connsiteX0" fmla="*/ 0 w 539680"/>
              <a:gd name="connsiteY0" fmla="*/ 0 h 1816100"/>
              <a:gd name="connsiteX1" fmla="*/ 539680 w 539680"/>
              <a:gd name="connsiteY1" fmla="*/ 267791 h 1816100"/>
              <a:gd name="connsiteX2" fmla="*/ 539680 w 539680"/>
              <a:gd name="connsiteY2" fmla="*/ 599767 h 1816100"/>
              <a:gd name="connsiteX3" fmla="*/ 539680 w 539680"/>
              <a:gd name="connsiteY3" fmla="*/ 1484125 h 1816100"/>
              <a:gd name="connsiteX4" fmla="*/ 539680 w 539680"/>
              <a:gd name="connsiteY4" fmla="*/ 1816100 h 1816100"/>
              <a:gd name="connsiteX5" fmla="*/ 0 w 539680"/>
              <a:gd name="connsiteY5" fmla="*/ 1548310 h 1816100"/>
              <a:gd name="connsiteX6" fmla="*/ 0 w 539680"/>
              <a:gd name="connsiteY6" fmla="*/ 1216335 h 1816100"/>
              <a:gd name="connsiteX7" fmla="*/ 0 w 539680"/>
              <a:gd name="connsiteY7" fmla="*/ 331975 h 1816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9680" h="1816100">
                <a:moveTo>
                  <a:pt x="0" y="0"/>
                </a:moveTo>
                <a:lnTo>
                  <a:pt x="539680" y="267791"/>
                </a:lnTo>
                <a:lnTo>
                  <a:pt x="539680" y="599767"/>
                </a:lnTo>
                <a:lnTo>
                  <a:pt x="539680" y="1484125"/>
                </a:lnTo>
                <a:lnTo>
                  <a:pt x="539680" y="1816100"/>
                </a:lnTo>
                <a:lnTo>
                  <a:pt x="0" y="1548310"/>
                </a:lnTo>
                <a:lnTo>
                  <a:pt x="0" y="1216335"/>
                </a:lnTo>
                <a:lnTo>
                  <a:pt x="0" y="331975"/>
                </a:lnTo>
                <a:close/>
              </a:path>
            </a:pathLst>
          </a:custGeom>
          <a:gradFill>
            <a:gsLst>
              <a:gs pos="100000">
                <a:srgbClr val="2F2A95">
                  <a:lumMod val="96000"/>
                  <a:alpha val="90000"/>
                </a:srgbClr>
              </a:gs>
              <a:gs pos="0">
                <a:srgbClr val="92C0E9"/>
              </a:gs>
            </a:gsLst>
            <a:lin ang="6900000" scaled="0"/>
          </a:gradFill>
          <a:ln w="19050" cap="flat">
            <a:gradFill flip="none" rotWithShape="1">
              <a:gsLst>
                <a:gs pos="0">
                  <a:srgbClr val="92C0E9"/>
                </a:gs>
                <a:gs pos="100000">
                  <a:srgbClr val="2F2A95"/>
                </a:gs>
              </a:gsLst>
              <a:lin ang="5400000" scaled="1"/>
              <a:tileRect/>
            </a:gradFill>
            <a:prstDash val="solid"/>
            <a:miter/>
          </a:ln>
          <a:effectLst>
            <a:outerShdw blurRad="190500" algn="ctr" rotWithShape="0">
              <a:prstClr val="black">
                <a:alpha val="25000"/>
              </a:prstClr>
            </a:outerShdw>
          </a:effectLst>
        </p:spPr>
        <p:txBody>
          <a:bodyPr wrap="square" rtlCol="0" anchor="ctr">
            <a:noAutofit/>
          </a:bodyPr>
          <a:lstStyle>
            <a:lvl1pPr>
              <a:buFontTx/>
              <a:buNone/>
              <a:defRPr kumimoji="0" lang="en-US" sz="100" b="0" i="0" u="none" strike="noStrike" kern="0" cap="none" spc="0" normalizeH="0" baseline="0" dirty="0">
                <a:ln>
                  <a:noFill/>
                </a:ln>
                <a:solidFill>
                  <a:srgbClr val="FFFFFF">
                    <a:alpha val="0"/>
                  </a:srgbClr>
                </a:solidFill>
                <a:effectLst/>
                <a:uLnTx/>
                <a:uFillTx/>
              </a:defRPr>
            </a:lvl1pPr>
          </a:lstStyle>
          <a:p>
            <a:pPr marL="0" marR="0" lvl="0" indent="0" defTabSz="2665918" fontAlgn="auto">
              <a:spcBef>
                <a:spcPts val="2918"/>
              </a:spcBef>
              <a:spcAft>
                <a:spcPts val="0"/>
              </a:spcAft>
              <a:buClr>
                <a:srgbClr val="F2F2F2"/>
              </a:buClr>
              <a:buSzTx/>
              <a:buFontTx/>
              <a:tabLst/>
            </a:pPr>
            <a:r>
              <a:rPr lang="en-US"/>
              <a:t>hi</a:t>
            </a:r>
          </a:p>
        </p:txBody>
      </p:sp>
      <p:sp>
        <p:nvSpPr>
          <p:cNvPr id="3" name="Footer Placeholder 2">
            <a:extLst>
              <a:ext uri="{FF2B5EF4-FFF2-40B4-BE49-F238E27FC236}">
                <a16:creationId xmlns:a16="http://schemas.microsoft.com/office/drawing/2014/main" id="{7D544F20-0F5A-DCA7-0A80-A01B2617AE8C}"/>
              </a:ext>
            </a:extLst>
          </p:cNvPr>
          <p:cNvSpPr>
            <a:spLocks noGrp="1"/>
          </p:cNvSpPr>
          <p:nvPr>
            <p:ph type="ftr" sz="quarter" idx="26"/>
          </p:nvPr>
        </p:nvSpPr>
        <p:spPr/>
        <p:txBody>
          <a:bodyPr/>
          <a:lstStyle/>
          <a:p>
            <a:pPr>
              <a:buClr>
                <a:schemeClr val="tx2"/>
              </a:buClr>
              <a:buSzPct val="120000"/>
              <a:buFont typeface="Verdana" panose="020F0502020204030204" pitchFamily="34" charset="0"/>
              <a:buNone/>
            </a:pPr>
            <a:endParaRPr lang="en-US"/>
          </a:p>
        </p:txBody>
      </p:sp>
      <p:sp>
        <p:nvSpPr>
          <p:cNvPr id="2" name="Date Placeholder 1">
            <a:extLst>
              <a:ext uri="{FF2B5EF4-FFF2-40B4-BE49-F238E27FC236}">
                <a16:creationId xmlns:a16="http://schemas.microsoft.com/office/drawing/2014/main" id="{F943DF0C-9FFC-222C-495F-F976BBFD363B}"/>
              </a:ext>
            </a:extLst>
          </p:cNvPr>
          <p:cNvSpPr>
            <a:spLocks noGrp="1"/>
          </p:cNvSpPr>
          <p:nvPr>
            <p:ph type="dt" sz="half" idx="25"/>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4" name="Slide Number Placeholder 3">
            <a:extLst>
              <a:ext uri="{FF2B5EF4-FFF2-40B4-BE49-F238E27FC236}">
                <a16:creationId xmlns:a16="http://schemas.microsoft.com/office/drawing/2014/main" id="{5D77ED08-974B-8751-2821-4721403F57C5}"/>
              </a:ext>
            </a:extLst>
          </p:cNvPr>
          <p:cNvSpPr>
            <a:spLocks noGrp="1"/>
          </p:cNvSpPr>
          <p:nvPr>
            <p:ph type="sldNum" sz="quarter" idx="27"/>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pic>
        <p:nvPicPr>
          <p:cNvPr id="5" name="Graphic 4">
            <a:extLst>
              <a:ext uri="{FF2B5EF4-FFF2-40B4-BE49-F238E27FC236}">
                <a16:creationId xmlns:a16="http://schemas.microsoft.com/office/drawing/2014/main" id="{2356F668-019C-4279-A19C-E4072A98EF0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70977" y="459740"/>
            <a:ext cx="2219325" cy="591820"/>
          </a:xfrm>
          <a:prstGeom prst="rect">
            <a:avLst/>
          </a:prstGeom>
        </p:spPr>
      </p:pic>
    </p:spTree>
    <p:extLst>
      <p:ext uri="{BB962C8B-B14F-4D97-AF65-F5344CB8AC3E}">
        <p14:creationId xmlns:p14="http://schemas.microsoft.com/office/powerpoint/2010/main" val="4090351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par>
                                <p:cTn id="8" presetID="42" presetClass="path" presetSubtype="0" decel="100000" fill="hold" grpId="1" nodeType="withEffect">
                                  <p:stCondLst>
                                    <p:cond delay="500"/>
                                  </p:stCondLst>
                                  <p:childTnLst>
                                    <p:animMotion origin="layout" path="M -1.66667E-6 0.03889 L -1.66667E-6 -3.7037E-6 " pathEditMode="relative" rAng="0" ptsTypes="AA">
                                      <p:cBhvr>
                                        <p:cTn id="9" dur="500" fill="hold"/>
                                        <p:tgtEl>
                                          <p:spTgt spid="6"/>
                                        </p:tgtEl>
                                        <p:attrNameLst>
                                          <p:attrName>ppt_x</p:attrName>
                                          <p:attrName>ppt_y</p:attrName>
                                        </p:attrNameLst>
                                      </p:cBhvr>
                                      <p:rCtr x="0" y="-1944"/>
                                    </p:animMotion>
                                  </p:childTnLst>
                                </p:cTn>
                              </p:par>
                              <p:par>
                                <p:cTn id="10" presetID="10" presetClass="entr" presetSubtype="0" fill="hold" grpId="0" nodeType="withEffect">
                                  <p:stCondLst>
                                    <p:cond delay="50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250"/>
                                        <p:tgtEl>
                                          <p:spTgt spid="24"/>
                                        </p:tgtEl>
                                      </p:cBhvr>
                                    </p:animEffect>
                                  </p:childTnLst>
                                </p:cTn>
                              </p:par>
                              <p:par>
                                <p:cTn id="13" presetID="42" presetClass="path" presetSubtype="0" decel="100000" fill="hold" grpId="1" nodeType="withEffect">
                                  <p:stCondLst>
                                    <p:cond delay="500"/>
                                  </p:stCondLst>
                                  <p:childTnLst>
                                    <p:animMotion origin="layout" path="M -1.66667E-6 -0.03472 L -1.66667E-6 -2.59259E-6 " pathEditMode="relative" rAng="0" ptsTypes="AA">
                                      <p:cBhvr>
                                        <p:cTn id="14" dur="500" fill="hold"/>
                                        <p:tgtEl>
                                          <p:spTgt spid="24"/>
                                        </p:tgtEl>
                                        <p:attrNameLst>
                                          <p:attrName>ppt_x</p:attrName>
                                          <p:attrName>ppt_y</p:attrName>
                                        </p:attrNameLst>
                                      </p:cBhvr>
                                      <p:rCtr x="0" y="1736"/>
                                    </p:animMotion>
                                  </p:childTnLst>
                                </p:cTn>
                              </p:par>
                              <p:par>
                                <p:cTn id="15" presetID="2" presetClass="entr" presetSubtype="4" decel="10000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1000" fill="hold"/>
                                        <p:tgtEl>
                                          <p:spTgt spid="18"/>
                                        </p:tgtEl>
                                        <p:attrNameLst>
                                          <p:attrName>ppt_x</p:attrName>
                                        </p:attrNameLst>
                                      </p:cBhvr>
                                      <p:tavLst>
                                        <p:tav tm="0">
                                          <p:val>
                                            <p:strVal val="#ppt_x"/>
                                          </p:val>
                                        </p:tav>
                                        <p:tav tm="100000">
                                          <p:val>
                                            <p:strVal val="#ppt_x"/>
                                          </p:val>
                                        </p:tav>
                                      </p:tavLst>
                                    </p:anim>
                                    <p:anim calcmode="lin" valueType="num">
                                      <p:cBhvr additive="base">
                                        <p:cTn id="18" dur="1000" fill="hold"/>
                                        <p:tgtEl>
                                          <p:spTgt spid="18"/>
                                        </p:tgtEl>
                                        <p:attrNameLst>
                                          <p:attrName>ppt_y</p:attrName>
                                        </p:attrNameLst>
                                      </p:cBhvr>
                                      <p:tavLst>
                                        <p:tav tm="0">
                                          <p:val>
                                            <p:strVal val="1+#ppt_h/2"/>
                                          </p:val>
                                        </p:tav>
                                        <p:tav tm="100000">
                                          <p:val>
                                            <p:strVal val="#ppt_y"/>
                                          </p:val>
                                        </p:tav>
                                      </p:tavLst>
                                    </p:anim>
                                  </p:childTnLst>
                                </p:cTn>
                              </p:par>
                              <p:par>
                                <p:cTn id="19" presetID="2" presetClass="entr" presetSubtype="4" decel="100000" fill="hold" grpId="0" nodeType="withEffect">
                                  <p:stCondLst>
                                    <p:cond delay="300"/>
                                  </p:stCondLst>
                                  <p:childTnLst>
                                    <p:set>
                                      <p:cBhvr>
                                        <p:cTn id="20" dur="1" fill="hold">
                                          <p:stCondLst>
                                            <p:cond delay="0"/>
                                          </p:stCondLst>
                                        </p:cTn>
                                        <p:tgtEl>
                                          <p:spTgt spid="19"/>
                                        </p:tgtEl>
                                        <p:attrNameLst>
                                          <p:attrName>style.visibility</p:attrName>
                                        </p:attrNameLst>
                                      </p:cBhvr>
                                      <p:to>
                                        <p:strVal val="visible"/>
                                      </p:to>
                                    </p:set>
                                    <p:anim calcmode="lin" valueType="num">
                                      <p:cBhvr additive="base">
                                        <p:cTn id="21" dur="1000" fill="hold"/>
                                        <p:tgtEl>
                                          <p:spTgt spid="19"/>
                                        </p:tgtEl>
                                        <p:attrNameLst>
                                          <p:attrName>ppt_x</p:attrName>
                                        </p:attrNameLst>
                                      </p:cBhvr>
                                      <p:tavLst>
                                        <p:tav tm="0">
                                          <p:val>
                                            <p:strVal val="#ppt_x"/>
                                          </p:val>
                                        </p:tav>
                                        <p:tav tm="100000">
                                          <p:val>
                                            <p:strVal val="#ppt_x"/>
                                          </p:val>
                                        </p:tav>
                                      </p:tavLst>
                                    </p:anim>
                                    <p:anim calcmode="lin" valueType="num">
                                      <p:cBhvr additive="base">
                                        <p:cTn id="22" dur="1000" fill="hold"/>
                                        <p:tgtEl>
                                          <p:spTgt spid="19"/>
                                        </p:tgtEl>
                                        <p:attrNameLst>
                                          <p:attrName>ppt_y</p:attrName>
                                        </p:attrNameLst>
                                      </p:cBhvr>
                                      <p:tavLst>
                                        <p:tav tm="0">
                                          <p:val>
                                            <p:strVal val="1+#ppt_h/2"/>
                                          </p:val>
                                        </p:tav>
                                        <p:tav tm="100000">
                                          <p:val>
                                            <p:strVal val="#ppt_y"/>
                                          </p:val>
                                        </p:tav>
                                      </p:tavLst>
                                    </p:anim>
                                  </p:childTnLst>
                                </p:cTn>
                              </p:par>
                              <p:par>
                                <p:cTn id="23" presetID="2" presetClass="entr" presetSubtype="4" decel="100000"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anim calcmode="lin" valueType="num">
                                      <p:cBhvr additive="base">
                                        <p:cTn id="25" dur="1000" fill="hold"/>
                                        <p:tgtEl>
                                          <p:spTgt spid="34"/>
                                        </p:tgtEl>
                                        <p:attrNameLst>
                                          <p:attrName>ppt_x</p:attrName>
                                        </p:attrNameLst>
                                      </p:cBhvr>
                                      <p:tavLst>
                                        <p:tav tm="0">
                                          <p:val>
                                            <p:strVal val="#ppt_x"/>
                                          </p:val>
                                        </p:tav>
                                        <p:tav tm="100000">
                                          <p:val>
                                            <p:strVal val="#ppt_x"/>
                                          </p:val>
                                        </p:tav>
                                      </p:tavLst>
                                    </p:anim>
                                    <p:anim calcmode="lin" valueType="num">
                                      <p:cBhvr additive="base">
                                        <p:cTn id="26" dur="1000" fill="hold"/>
                                        <p:tgtEl>
                                          <p:spTgt spid="34"/>
                                        </p:tgtEl>
                                        <p:attrNameLst>
                                          <p:attrName>ppt_y</p:attrName>
                                        </p:attrNameLst>
                                      </p:cBhvr>
                                      <p:tavLst>
                                        <p:tav tm="0">
                                          <p:val>
                                            <p:strVal val="1+#ppt_h/2"/>
                                          </p:val>
                                        </p:tav>
                                        <p:tav tm="100000">
                                          <p:val>
                                            <p:strVal val="#ppt_y"/>
                                          </p:val>
                                        </p:tav>
                                      </p:tavLst>
                                    </p:anim>
                                  </p:childTnLst>
                                </p:cTn>
                              </p:par>
                              <p:par>
                                <p:cTn id="27" presetID="2" presetClass="entr" presetSubtype="4" decel="100000" fill="hold" grpId="0" nodeType="withEffect">
                                  <p:stCondLst>
                                    <p:cond delay="400"/>
                                  </p:stCondLst>
                                  <p:childTnLst>
                                    <p:set>
                                      <p:cBhvr>
                                        <p:cTn id="28" dur="1" fill="hold">
                                          <p:stCondLst>
                                            <p:cond delay="0"/>
                                          </p:stCondLst>
                                        </p:cTn>
                                        <p:tgtEl>
                                          <p:spTgt spid="28"/>
                                        </p:tgtEl>
                                        <p:attrNameLst>
                                          <p:attrName>style.visibility</p:attrName>
                                        </p:attrNameLst>
                                      </p:cBhvr>
                                      <p:to>
                                        <p:strVal val="visible"/>
                                      </p:to>
                                    </p:set>
                                    <p:anim calcmode="lin" valueType="num">
                                      <p:cBhvr additive="base">
                                        <p:cTn id="29" dur="1000" fill="hold"/>
                                        <p:tgtEl>
                                          <p:spTgt spid="28"/>
                                        </p:tgtEl>
                                        <p:attrNameLst>
                                          <p:attrName>ppt_x</p:attrName>
                                        </p:attrNameLst>
                                      </p:cBhvr>
                                      <p:tavLst>
                                        <p:tav tm="0">
                                          <p:val>
                                            <p:strVal val="#ppt_x"/>
                                          </p:val>
                                        </p:tav>
                                        <p:tav tm="100000">
                                          <p:val>
                                            <p:strVal val="#ppt_x"/>
                                          </p:val>
                                        </p:tav>
                                      </p:tavLst>
                                    </p:anim>
                                    <p:anim calcmode="lin" valueType="num">
                                      <p:cBhvr additive="base">
                                        <p:cTn id="30" dur="1000" fill="hold"/>
                                        <p:tgtEl>
                                          <p:spTgt spid="28"/>
                                        </p:tgtEl>
                                        <p:attrNameLst>
                                          <p:attrName>ppt_y</p:attrName>
                                        </p:attrNameLst>
                                      </p:cBhvr>
                                      <p:tavLst>
                                        <p:tav tm="0">
                                          <p:val>
                                            <p:strVal val="1+#ppt_h/2"/>
                                          </p:val>
                                        </p:tav>
                                        <p:tav tm="100000">
                                          <p:val>
                                            <p:strVal val="#ppt_y"/>
                                          </p:val>
                                        </p:tav>
                                      </p:tavLst>
                                    </p:anim>
                                  </p:childTnLst>
                                </p:cTn>
                              </p:par>
                              <p:par>
                                <p:cTn id="31" presetID="2" presetClass="entr" presetSubtype="4" decel="10000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1000" fill="hold"/>
                                        <p:tgtEl>
                                          <p:spTgt spid="9"/>
                                        </p:tgtEl>
                                        <p:attrNameLst>
                                          <p:attrName>ppt_x</p:attrName>
                                        </p:attrNameLst>
                                      </p:cBhvr>
                                      <p:tavLst>
                                        <p:tav tm="0">
                                          <p:val>
                                            <p:strVal val="#ppt_x"/>
                                          </p:val>
                                        </p:tav>
                                        <p:tav tm="100000">
                                          <p:val>
                                            <p:strVal val="#ppt_x"/>
                                          </p:val>
                                        </p:tav>
                                      </p:tavLst>
                                    </p:anim>
                                    <p:anim calcmode="lin" valueType="num">
                                      <p:cBhvr additive="base">
                                        <p:cTn id="34" dur="10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24" grpId="0">
        <p:tmplLst>
          <p:tmpl>
            <p:tnLst>
              <p:par>
                <p:cTn presetID="10" presetClass="entr" presetSubtype="0" fill="hold" nodeType="withEffect">
                  <p:stCondLst>
                    <p:cond delay="500"/>
                  </p:stCondLst>
                  <p:childTnLst>
                    <p:set>
                      <p:cBhvr>
                        <p:cTn dur="1" fill="hold">
                          <p:stCondLst>
                            <p:cond delay="0"/>
                          </p:stCondLst>
                        </p:cTn>
                        <p:tgtEl>
                          <p:spTgt spid="24"/>
                        </p:tgtEl>
                        <p:attrNameLst>
                          <p:attrName>style.visibility</p:attrName>
                        </p:attrNameLst>
                      </p:cBhvr>
                      <p:to>
                        <p:strVal val="visible"/>
                      </p:to>
                    </p:set>
                    <p:animEffect transition="in" filter="fade">
                      <p:cBhvr>
                        <p:cTn dur="250"/>
                        <p:tgtEl>
                          <p:spTgt spid="24"/>
                        </p:tgtEl>
                      </p:cBhvr>
                    </p:animEffect>
                  </p:childTnLst>
                </p:cTn>
              </p:par>
            </p:tnLst>
          </p:tmpl>
        </p:tmplLst>
      </p:bldP>
      <p:bldP spid="24" grpId="1">
        <p:tmplLst>
          <p:tmpl>
            <p:tnLst>
              <p:par>
                <p:cTn presetID="42" presetClass="path" presetSubtype="0" decel="100000" fill="hold" nodeType="withEffect">
                  <p:stCondLst>
                    <p:cond delay="500"/>
                  </p:stCondLst>
                  <p:childTnLst>
                    <p:animMotion origin="layout" path="M -1.66667E-6 -0.03472 L -1.66667E-6 -2.59259E-6 " pathEditMode="relative" rAng="0" ptsTypes="AA">
                      <p:cBhvr>
                        <p:cTn dur="500" fill="hold"/>
                        <p:tgtEl>
                          <p:spTgt spid="24"/>
                        </p:tgtEl>
                        <p:attrNameLst>
                          <p:attrName>ppt_x</p:attrName>
                          <p:attrName>ppt_y</p:attrName>
                        </p:attrNameLst>
                      </p:cBhvr>
                      <p:rCtr x="0" y="1736"/>
                    </p:animMotion>
                  </p:childTnLst>
                </p:cTn>
              </p:par>
            </p:tnLst>
          </p:tmpl>
        </p:tmplLst>
      </p:bldP>
      <p:bldP spid="9" grpId="0" animBg="1"/>
      <p:bldP spid="18" grpId="0" animBg="1"/>
      <p:bldP spid="19" grpId="0" animBg="1"/>
      <p:bldP spid="34" grpId="0" animBg="1">
        <p:tmplLst>
          <p:tmpl>
            <p:tnLst>
              <p:par>
                <p:cTn presetID="2" presetClass="entr" presetSubtype="4" decel="10000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 calcmode="lin" valueType="num">
                      <p:cBhvr additive="base">
                        <p:cTn dur="1000" fill="hold"/>
                        <p:tgtEl>
                          <p:spTgt spid="34"/>
                        </p:tgtEl>
                        <p:attrNameLst>
                          <p:attrName>ppt_x</p:attrName>
                        </p:attrNameLst>
                      </p:cBhvr>
                      <p:tavLst>
                        <p:tav tm="0">
                          <p:val>
                            <p:strVal val="#ppt_x"/>
                          </p:val>
                        </p:tav>
                        <p:tav tm="100000">
                          <p:val>
                            <p:strVal val="#ppt_x"/>
                          </p:val>
                        </p:tav>
                      </p:tavLst>
                    </p:anim>
                    <p:anim calcmode="lin" valueType="num">
                      <p:cBhvr additive="base">
                        <p:cTn dur="1000" fill="hold"/>
                        <p:tgtEl>
                          <p:spTgt spid="34"/>
                        </p:tgtEl>
                        <p:attrNameLst>
                          <p:attrName>ppt_y</p:attrName>
                        </p:attrNameLst>
                      </p:cBhvr>
                      <p:tavLst>
                        <p:tav tm="0">
                          <p:val>
                            <p:strVal val="1+#ppt_h/2"/>
                          </p:val>
                        </p:tav>
                        <p:tav tm="100000">
                          <p:val>
                            <p:strVal val="#ppt_y"/>
                          </p:val>
                        </p:tav>
                      </p:tavLst>
                    </p:anim>
                  </p:childTnLst>
                </p:cTn>
              </p:par>
            </p:tnLst>
          </p:tmpl>
        </p:tmplLst>
      </p:bldP>
      <p:bldP spid="28" grpId="0" animBg="1">
        <p:tmplLst>
          <p:tmpl>
            <p:tnLst>
              <p:par>
                <p:cTn presetID="2" presetClass="entr" presetSubtype="4" decel="100000" fill="hold" nodeType="withEffect">
                  <p:stCondLst>
                    <p:cond delay="400"/>
                  </p:stCondLst>
                  <p:childTnLst>
                    <p:set>
                      <p:cBhvr>
                        <p:cTn dur="1" fill="hold">
                          <p:stCondLst>
                            <p:cond delay="0"/>
                          </p:stCondLst>
                        </p:cTn>
                        <p:tgtEl>
                          <p:spTgt spid="28"/>
                        </p:tgtEl>
                        <p:attrNameLst>
                          <p:attrName>style.visibility</p:attrName>
                        </p:attrNameLst>
                      </p:cBhvr>
                      <p:to>
                        <p:strVal val="visible"/>
                      </p:to>
                    </p:set>
                    <p:anim calcmode="lin" valueType="num">
                      <p:cBhvr additive="base">
                        <p:cTn dur="1000" fill="hold"/>
                        <p:tgtEl>
                          <p:spTgt spid="28"/>
                        </p:tgtEl>
                        <p:attrNameLst>
                          <p:attrName>ppt_x</p:attrName>
                        </p:attrNameLst>
                      </p:cBhvr>
                      <p:tavLst>
                        <p:tav tm="0">
                          <p:val>
                            <p:strVal val="#ppt_x"/>
                          </p:val>
                        </p:tav>
                        <p:tav tm="100000">
                          <p:val>
                            <p:strVal val="#ppt_x"/>
                          </p:val>
                        </p:tav>
                      </p:tavLst>
                    </p:anim>
                    <p:anim calcmode="lin" valueType="num">
                      <p:cBhvr additive="base">
                        <p:cTn dur="1000" fill="hold"/>
                        <p:tgtEl>
                          <p:spTgt spid="28"/>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901E4783-E28F-6DAC-9820-B892141521BA}"/>
              </a:ext>
              <a:ext uri="{C183D7F6-B498-43B3-948B-1728B52AA6E4}">
                <adec:decorative xmlns:adec="http://schemas.microsoft.com/office/drawing/2017/decorative" val="1"/>
              </a:ext>
            </a:extLst>
          </p:cNvPr>
          <p:cNvSpPr/>
          <p:nvPr userDrawn="1"/>
        </p:nvSpPr>
        <p:spPr>
          <a:xfrm>
            <a:off x="0" y="0"/>
            <a:ext cx="12192000" cy="6858001"/>
          </a:xfrm>
          <a:custGeom>
            <a:avLst/>
            <a:gdLst>
              <a:gd name="connsiteX0" fmla="*/ 0 w 12192000"/>
              <a:gd name="connsiteY0" fmla="*/ 0 h 6858001"/>
              <a:gd name="connsiteX1" fmla="*/ 5154384 w 12192000"/>
              <a:gd name="connsiteY1" fmla="*/ 0 h 6858001"/>
              <a:gd name="connsiteX2" fmla="*/ 12192000 w 12192000"/>
              <a:gd name="connsiteY2" fmla="*/ 3506141 h 6858001"/>
              <a:gd name="connsiteX3" fmla="*/ 12192000 w 12192000"/>
              <a:gd name="connsiteY3" fmla="*/ 6858001 h 6858001"/>
              <a:gd name="connsiteX4" fmla="*/ 6882103 w 12192000"/>
              <a:gd name="connsiteY4" fmla="*/ 6858001 h 6858001"/>
              <a:gd name="connsiteX5" fmla="*/ 0 w 12192000"/>
              <a:gd name="connsiteY5" fmla="*/ 3429337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1">
                <a:moveTo>
                  <a:pt x="0" y="0"/>
                </a:moveTo>
                <a:lnTo>
                  <a:pt x="5154384" y="0"/>
                </a:lnTo>
                <a:lnTo>
                  <a:pt x="12192000" y="3506141"/>
                </a:lnTo>
                <a:lnTo>
                  <a:pt x="12192000" y="6858001"/>
                </a:lnTo>
                <a:lnTo>
                  <a:pt x="6882103" y="6858001"/>
                </a:lnTo>
                <a:lnTo>
                  <a:pt x="0" y="3429337"/>
                </a:lnTo>
                <a:close/>
              </a:path>
            </a:pathLst>
          </a:custGeom>
          <a:gradFill>
            <a:gsLst>
              <a:gs pos="98165">
                <a:schemeClr val="bg2">
                  <a:lumMod val="90000"/>
                </a:schemeClr>
              </a:gs>
              <a:gs pos="0">
                <a:srgbClr val="FFFFFF"/>
              </a:gs>
              <a:gs pos="62000">
                <a:schemeClr val="bg2"/>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0000" bIns="90000" rtlCol="0" anchor="t">
            <a:noAutofit/>
          </a:bodyPr>
          <a:lstStyle/>
          <a:p>
            <a:pPr lvl="0"/>
            <a:endParaRPr lang="en-US" noProof="0">
              <a:solidFill>
                <a:schemeClr val="lt1"/>
              </a:solidFill>
            </a:endParaRPr>
          </a:p>
        </p:txBody>
      </p:sp>
      <p:sp>
        <p:nvSpPr>
          <p:cNvPr id="6" name="Title 5">
            <a:extLst>
              <a:ext uri="{FF2B5EF4-FFF2-40B4-BE49-F238E27FC236}">
                <a16:creationId xmlns:a16="http://schemas.microsoft.com/office/drawing/2014/main" id="{EBAC482D-C226-150D-F9ED-296CB65EBBC9}"/>
              </a:ext>
            </a:extLst>
          </p:cNvPr>
          <p:cNvSpPr>
            <a:spLocks noGrp="1"/>
          </p:cNvSpPr>
          <p:nvPr userDrawn="1">
            <p:ph type="title" hasCustomPrompt="1"/>
          </p:nvPr>
        </p:nvSpPr>
        <p:spPr>
          <a:xfrm>
            <a:off x="3352800" y="2744788"/>
            <a:ext cx="5486400" cy="1096962"/>
          </a:xfrm>
        </p:spPr>
        <p:txBody>
          <a:bodyPr tIns="0" bIns="0" anchor="b" anchorCtr="0">
            <a:normAutofit/>
          </a:bodyPr>
          <a:lstStyle>
            <a:lvl1pPr algn="ctr">
              <a:defRPr sz="4400">
                <a:solidFill>
                  <a:schemeClr val="accent4"/>
                </a:solidFill>
              </a:defRPr>
            </a:lvl1pPr>
          </a:lstStyle>
          <a:p>
            <a:r>
              <a:rPr lang="en-US"/>
              <a:t>Thank You</a:t>
            </a:r>
          </a:p>
        </p:txBody>
      </p:sp>
      <p:sp>
        <p:nvSpPr>
          <p:cNvPr id="24" name="Text Placeholder 23">
            <a:extLst>
              <a:ext uri="{FF2B5EF4-FFF2-40B4-BE49-F238E27FC236}">
                <a16:creationId xmlns:a16="http://schemas.microsoft.com/office/drawing/2014/main" id="{1B428791-4878-48B9-0BCA-757F793DFFBB}"/>
              </a:ext>
            </a:extLst>
          </p:cNvPr>
          <p:cNvSpPr>
            <a:spLocks noGrp="1"/>
          </p:cNvSpPr>
          <p:nvPr userDrawn="1">
            <p:ph type="body" sz="quarter" idx="18" hasCustomPrompt="1"/>
          </p:nvPr>
        </p:nvSpPr>
        <p:spPr>
          <a:xfrm>
            <a:off x="3365500" y="3967162"/>
            <a:ext cx="5461000" cy="1096963"/>
          </a:xfrm>
        </p:spPr>
        <p:txBody>
          <a:bodyPr tIns="0" anchor="t" anchorCtr="0">
            <a:normAutofit/>
          </a:bodyPr>
          <a:lstStyle>
            <a:lvl1pPr marL="0" indent="0" algn="ctr">
              <a:buNone/>
              <a:defRPr sz="1800">
                <a:solidFill>
                  <a:schemeClr val="tx1"/>
                </a:solidFill>
              </a:defRPr>
            </a:lvl1pPr>
            <a:lvl2pPr marL="457200" indent="0">
              <a:buNone/>
              <a:defRPr/>
            </a:lvl2pPr>
            <a:lvl3pPr marL="914400" indent="0">
              <a:buNone/>
              <a:defRPr/>
            </a:lvl3pPr>
            <a:lvl4pPr marL="1371600" indent="0">
              <a:buNone/>
              <a:defRPr/>
            </a:lvl4pPr>
            <a:lvl5pPr marL="1828800" indent="0">
              <a:buFont typeface="Verdana" panose="020B0604020202020204" pitchFamily="34" charset="0"/>
              <a:buNone/>
              <a:defRPr/>
            </a:lvl5pPr>
          </a:lstStyle>
          <a:p>
            <a:pPr lvl="0"/>
            <a:r>
              <a:rPr lang="en-US"/>
              <a:t>Click to add subtitle, use font size 18, sentence case</a:t>
            </a:r>
          </a:p>
        </p:txBody>
      </p:sp>
      <p:pic>
        <p:nvPicPr>
          <p:cNvPr id="8" name="Graphic 7">
            <a:extLst>
              <a:ext uri="{FF2B5EF4-FFF2-40B4-BE49-F238E27FC236}">
                <a16:creationId xmlns:a16="http://schemas.microsoft.com/office/drawing/2014/main" id="{2356F668-019C-4279-A19C-E4072A98EF00}"/>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a:stretch/>
        </p:blipFill>
        <p:spPr>
          <a:xfrm>
            <a:off x="5024438" y="1917866"/>
            <a:ext cx="2143123" cy="571499"/>
          </a:xfrm>
          <a:prstGeom prst="rect">
            <a:avLst/>
          </a:prstGeom>
        </p:spPr>
      </p:pic>
      <p:sp>
        <p:nvSpPr>
          <p:cNvPr id="3" name="Freeform: Shape 2">
            <a:extLst>
              <a:ext uri="{FF2B5EF4-FFF2-40B4-BE49-F238E27FC236}">
                <a16:creationId xmlns:a16="http://schemas.microsoft.com/office/drawing/2014/main" id="{519C6896-274D-1FB1-B62B-24216F0EC466}"/>
              </a:ext>
              <a:ext uri="{C183D7F6-B498-43B3-948B-1728B52AA6E4}">
                <adec:decorative xmlns:adec="http://schemas.microsoft.com/office/drawing/2017/decorative" val="1"/>
              </a:ext>
            </a:extLst>
          </p:cNvPr>
          <p:cNvSpPr/>
          <p:nvPr userDrawn="1"/>
        </p:nvSpPr>
        <p:spPr>
          <a:xfrm>
            <a:off x="4673477" y="-1606807"/>
            <a:ext cx="768600" cy="2559751"/>
          </a:xfrm>
          <a:custGeom>
            <a:avLst/>
            <a:gdLst>
              <a:gd name="connsiteX0" fmla="*/ 0 w 768600"/>
              <a:gd name="connsiteY0" fmla="*/ 0 h 2559751"/>
              <a:gd name="connsiteX1" fmla="*/ 768600 w 768600"/>
              <a:gd name="connsiteY1" fmla="*/ 381382 h 2559751"/>
              <a:gd name="connsiteX2" fmla="*/ 768600 w 768600"/>
              <a:gd name="connsiteY2" fmla="*/ 507334 h 2559751"/>
              <a:gd name="connsiteX3" fmla="*/ 768600 w 768600"/>
              <a:gd name="connsiteY3" fmla="*/ 2433799 h 2559751"/>
              <a:gd name="connsiteX4" fmla="*/ 768600 w 768600"/>
              <a:gd name="connsiteY4" fmla="*/ 2559751 h 2559751"/>
              <a:gd name="connsiteX5" fmla="*/ 0 w 768600"/>
              <a:gd name="connsiteY5" fmla="*/ 2178369 h 2559751"/>
              <a:gd name="connsiteX6" fmla="*/ 0 w 768600"/>
              <a:gd name="connsiteY6" fmla="*/ 2052417 h 2559751"/>
              <a:gd name="connsiteX7" fmla="*/ 0 w 768600"/>
              <a:gd name="connsiteY7" fmla="*/ 125952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559751">
                <a:moveTo>
                  <a:pt x="0" y="0"/>
                </a:moveTo>
                <a:lnTo>
                  <a:pt x="768600" y="381382"/>
                </a:lnTo>
                <a:lnTo>
                  <a:pt x="768600" y="507334"/>
                </a:lnTo>
                <a:lnTo>
                  <a:pt x="768600" y="2433799"/>
                </a:lnTo>
                <a:lnTo>
                  <a:pt x="768600" y="2559751"/>
                </a:lnTo>
                <a:lnTo>
                  <a:pt x="0" y="2178369"/>
                </a:lnTo>
                <a:lnTo>
                  <a:pt x="0" y="2052417"/>
                </a:lnTo>
                <a:lnTo>
                  <a:pt x="0" y="125952"/>
                </a:lnTo>
                <a:close/>
              </a:path>
            </a:pathLst>
          </a:custGeom>
          <a:noFill/>
          <a:ln w="19050" cap="flat">
            <a:gradFill flip="none" rotWithShape="1">
              <a:gsLst>
                <a:gs pos="63000">
                  <a:schemeClr val="tx2">
                    <a:alpha val="30000"/>
                  </a:schemeClr>
                </a:gs>
                <a:gs pos="0">
                  <a:schemeClr val="accent2">
                    <a:alpha val="48000"/>
                  </a:schemeClr>
                </a:gs>
                <a:gs pos="100000">
                  <a:srgbClr val="2F2A95">
                    <a:alpha val="7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9" name="Freeform: Shape 8">
            <a:extLst>
              <a:ext uri="{FF2B5EF4-FFF2-40B4-BE49-F238E27FC236}">
                <a16:creationId xmlns:a16="http://schemas.microsoft.com/office/drawing/2014/main" id="{A2E9CA3E-D61D-15B2-22FE-BA718041CDEF}"/>
              </a:ext>
              <a:ext uri="{C183D7F6-B498-43B3-948B-1728B52AA6E4}">
                <adec:decorative xmlns:adec="http://schemas.microsoft.com/office/drawing/2017/decorative" val="1"/>
              </a:ext>
            </a:extLst>
          </p:cNvPr>
          <p:cNvSpPr/>
          <p:nvPr userDrawn="1"/>
        </p:nvSpPr>
        <p:spPr>
          <a:xfrm>
            <a:off x="4290023" y="-1372867"/>
            <a:ext cx="768600" cy="2559751"/>
          </a:xfrm>
          <a:custGeom>
            <a:avLst/>
            <a:gdLst>
              <a:gd name="connsiteX0" fmla="*/ 0 w 768600"/>
              <a:gd name="connsiteY0" fmla="*/ 0 h 2559751"/>
              <a:gd name="connsiteX1" fmla="*/ 768600 w 768600"/>
              <a:gd name="connsiteY1" fmla="*/ 381382 h 2559751"/>
              <a:gd name="connsiteX2" fmla="*/ 768600 w 768600"/>
              <a:gd name="connsiteY2" fmla="*/ 507334 h 2559751"/>
              <a:gd name="connsiteX3" fmla="*/ 768600 w 768600"/>
              <a:gd name="connsiteY3" fmla="*/ 2433799 h 2559751"/>
              <a:gd name="connsiteX4" fmla="*/ 768600 w 768600"/>
              <a:gd name="connsiteY4" fmla="*/ 2559751 h 2559751"/>
              <a:gd name="connsiteX5" fmla="*/ 0 w 768600"/>
              <a:gd name="connsiteY5" fmla="*/ 2178369 h 2559751"/>
              <a:gd name="connsiteX6" fmla="*/ 0 w 768600"/>
              <a:gd name="connsiteY6" fmla="*/ 2052417 h 2559751"/>
              <a:gd name="connsiteX7" fmla="*/ 0 w 768600"/>
              <a:gd name="connsiteY7" fmla="*/ 125952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559751">
                <a:moveTo>
                  <a:pt x="0" y="0"/>
                </a:moveTo>
                <a:lnTo>
                  <a:pt x="768600" y="381382"/>
                </a:lnTo>
                <a:lnTo>
                  <a:pt x="768600" y="507334"/>
                </a:lnTo>
                <a:lnTo>
                  <a:pt x="768600" y="2433799"/>
                </a:lnTo>
                <a:lnTo>
                  <a:pt x="768600" y="2559751"/>
                </a:lnTo>
                <a:lnTo>
                  <a:pt x="0" y="2178369"/>
                </a:lnTo>
                <a:lnTo>
                  <a:pt x="0" y="2052417"/>
                </a:lnTo>
                <a:lnTo>
                  <a:pt x="0" y="125952"/>
                </a:lnTo>
                <a:close/>
              </a:path>
            </a:pathLst>
          </a:custGeom>
          <a:noFill/>
          <a:ln w="19050" cap="flat">
            <a:gradFill flip="none" rotWithShape="1">
              <a:gsLst>
                <a:gs pos="63000">
                  <a:schemeClr val="tx2">
                    <a:alpha val="30000"/>
                  </a:schemeClr>
                </a:gs>
                <a:gs pos="0">
                  <a:schemeClr val="accent2">
                    <a:alpha val="48000"/>
                  </a:schemeClr>
                </a:gs>
                <a:gs pos="100000">
                  <a:srgbClr val="2F2A95">
                    <a:alpha val="7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10" name="Freeform: Shape 9">
            <a:extLst>
              <a:ext uri="{FF2B5EF4-FFF2-40B4-BE49-F238E27FC236}">
                <a16:creationId xmlns:a16="http://schemas.microsoft.com/office/drawing/2014/main" id="{AB0A1DA3-F3B8-8368-D6D1-77C86A4E2AFD}"/>
              </a:ext>
              <a:ext uri="{C183D7F6-B498-43B3-948B-1728B52AA6E4}">
                <adec:decorative xmlns:adec="http://schemas.microsoft.com/office/drawing/2017/decorative" val="1"/>
              </a:ext>
            </a:extLst>
          </p:cNvPr>
          <p:cNvSpPr/>
          <p:nvPr userDrawn="1"/>
        </p:nvSpPr>
        <p:spPr>
          <a:xfrm>
            <a:off x="3906565" y="-1138927"/>
            <a:ext cx="768600" cy="2559751"/>
          </a:xfrm>
          <a:custGeom>
            <a:avLst/>
            <a:gdLst>
              <a:gd name="connsiteX0" fmla="*/ 0 w 768600"/>
              <a:gd name="connsiteY0" fmla="*/ 0 h 2559751"/>
              <a:gd name="connsiteX1" fmla="*/ 768600 w 768600"/>
              <a:gd name="connsiteY1" fmla="*/ 381382 h 2559751"/>
              <a:gd name="connsiteX2" fmla="*/ 768600 w 768600"/>
              <a:gd name="connsiteY2" fmla="*/ 507334 h 2559751"/>
              <a:gd name="connsiteX3" fmla="*/ 768600 w 768600"/>
              <a:gd name="connsiteY3" fmla="*/ 2433799 h 2559751"/>
              <a:gd name="connsiteX4" fmla="*/ 768600 w 768600"/>
              <a:gd name="connsiteY4" fmla="*/ 2559751 h 2559751"/>
              <a:gd name="connsiteX5" fmla="*/ 0 w 768600"/>
              <a:gd name="connsiteY5" fmla="*/ 2178369 h 2559751"/>
              <a:gd name="connsiteX6" fmla="*/ 0 w 768600"/>
              <a:gd name="connsiteY6" fmla="*/ 2052417 h 2559751"/>
              <a:gd name="connsiteX7" fmla="*/ 0 w 768600"/>
              <a:gd name="connsiteY7" fmla="*/ 125952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559751">
                <a:moveTo>
                  <a:pt x="0" y="0"/>
                </a:moveTo>
                <a:lnTo>
                  <a:pt x="768600" y="381382"/>
                </a:lnTo>
                <a:lnTo>
                  <a:pt x="768600" y="507334"/>
                </a:lnTo>
                <a:lnTo>
                  <a:pt x="768600" y="2433799"/>
                </a:lnTo>
                <a:lnTo>
                  <a:pt x="768600" y="2559751"/>
                </a:lnTo>
                <a:lnTo>
                  <a:pt x="0" y="2178369"/>
                </a:lnTo>
                <a:lnTo>
                  <a:pt x="0" y="2052417"/>
                </a:lnTo>
                <a:lnTo>
                  <a:pt x="0" y="125952"/>
                </a:lnTo>
                <a:close/>
              </a:path>
            </a:pathLst>
          </a:custGeom>
          <a:noFill/>
          <a:ln w="19050" cap="flat">
            <a:gradFill flip="none" rotWithShape="1">
              <a:gsLst>
                <a:gs pos="63000">
                  <a:schemeClr val="tx2">
                    <a:alpha val="30000"/>
                  </a:schemeClr>
                </a:gs>
                <a:gs pos="0">
                  <a:schemeClr val="accent2">
                    <a:alpha val="48000"/>
                  </a:schemeClr>
                </a:gs>
                <a:gs pos="100000">
                  <a:srgbClr val="2F2A95">
                    <a:alpha val="7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11" name="Freeform: Shape 10">
            <a:extLst>
              <a:ext uri="{FF2B5EF4-FFF2-40B4-BE49-F238E27FC236}">
                <a16:creationId xmlns:a16="http://schemas.microsoft.com/office/drawing/2014/main" id="{9719975A-2BBA-3DEB-7081-2A087F6B1F5C}"/>
              </a:ext>
              <a:ext uri="{C183D7F6-B498-43B3-948B-1728B52AA6E4}">
                <adec:decorative xmlns:adec="http://schemas.microsoft.com/office/drawing/2017/decorative" val="1"/>
              </a:ext>
            </a:extLst>
          </p:cNvPr>
          <p:cNvSpPr/>
          <p:nvPr userDrawn="1"/>
        </p:nvSpPr>
        <p:spPr>
          <a:xfrm>
            <a:off x="3523107" y="-904987"/>
            <a:ext cx="768600" cy="2559751"/>
          </a:xfrm>
          <a:custGeom>
            <a:avLst/>
            <a:gdLst>
              <a:gd name="connsiteX0" fmla="*/ 0 w 768600"/>
              <a:gd name="connsiteY0" fmla="*/ 0 h 2559751"/>
              <a:gd name="connsiteX1" fmla="*/ 768600 w 768600"/>
              <a:gd name="connsiteY1" fmla="*/ 381382 h 2559751"/>
              <a:gd name="connsiteX2" fmla="*/ 768600 w 768600"/>
              <a:gd name="connsiteY2" fmla="*/ 507334 h 2559751"/>
              <a:gd name="connsiteX3" fmla="*/ 768600 w 768600"/>
              <a:gd name="connsiteY3" fmla="*/ 2433799 h 2559751"/>
              <a:gd name="connsiteX4" fmla="*/ 768600 w 768600"/>
              <a:gd name="connsiteY4" fmla="*/ 2559751 h 2559751"/>
              <a:gd name="connsiteX5" fmla="*/ 0 w 768600"/>
              <a:gd name="connsiteY5" fmla="*/ 2178369 h 2559751"/>
              <a:gd name="connsiteX6" fmla="*/ 0 w 768600"/>
              <a:gd name="connsiteY6" fmla="*/ 2052417 h 2559751"/>
              <a:gd name="connsiteX7" fmla="*/ 0 w 768600"/>
              <a:gd name="connsiteY7" fmla="*/ 125952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559751">
                <a:moveTo>
                  <a:pt x="0" y="0"/>
                </a:moveTo>
                <a:lnTo>
                  <a:pt x="768600" y="381382"/>
                </a:lnTo>
                <a:lnTo>
                  <a:pt x="768600" y="507334"/>
                </a:lnTo>
                <a:lnTo>
                  <a:pt x="768600" y="2433799"/>
                </a:lnTo>
                <a:lnTo>
                  <a:pt x="768600" y="2559751"/>
                </a:lnTo>
                <a:lnTo>
                  <a:pt x="0" y="2178369"/>
                </a:lnTo>
                <a:lnTo>
                  <a:pt x="0" y="2052417"/>
                </a:lnTo>
                <a:lnTo>
                  <a:pt x="0" y="125952"/>
                </a:lnTo>
                <a:close/>
              </a:path>
            </a:pathLst>
          </a:custGeom>
          <a:noFill/>
          <a:ln w="19050" cap="flat">
            <a:gradFill flip="none" rotWithShape="1">
              <a:gsLst>
                <a:gs pos="0">
                  <a:schemeClr val="accent2">
                    <a:alpha val="48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12" name="Freeform: Shape 11">
            <a:extLst>
              <a:ext uri="{FF2B5EF4-FFF2-40B4-BE49-F238E27FC236}">
                <a16:creationId xmlns:a16="http://schemas.microsoft.com/office/drawing/2014/main" id="{5DE4E24E-1EA3-7B77-0E76-E3ACA0784938}"/>
              </a:ext>
              <a:ext uri="{C183D7F6-B498-43B3-948B-1728B52AA6E4}">
                <adec:decorative xmlns:adec="http://schemas.microsoft.com/office/drawing/2017/decorative" val="1"/>
              </a:ext>
            </a:extLst>
          </p:cNvPr>
          <p:cNvSpPr/>
          <p:nvPr userDrawn="1"/>
        </p:nvSpPr>
        <p:spPr>
          <a:xfrm>
            <a:off x="3139649" y="-671047"/>
            <a:ext cx="768600" cy="2559751"/>
          </a:xfrm>
          <a:custGeom>
            <a:avLst/>
            <a:gdLst>
              <a:gd name="connsiteX0" fmla="*/ 0 w 768600"/>
              <a:gd name="connsiteY0" fmla="*/ 0 h 2559751"/>
              <a:gd name="connsiteX1" fmla="*/ 768600 w 768600"/>
              <a:gd name="connsiteY1" fmla="*/ 381382 h 2559751"/>
              <a:gd name="connsiteX2" fmla="*/ 768600 w 768600"/>
              <a:gd name="connsiteY2" fmla="*/ 507334 h 2559751"/>
              <a:gd name="connsiteX3" fmla="*/ 768600 w 768600"/>
              <a:gd name="connsiteY3" fmla="*/ 2433799 h 2559751"/>
              <a:gd name="connsiteX4" fmla="*/ 768600 w 768600"/>
              <a:gd name="connsiteY4" fmla="*/ 2559751 h 2559751"/>
              <a:gd name="connsiteX5" fmla="*/ 0 w 768600"/>
              <a:gd name="connsiteY5" fmla="*/ 2178369 h 2559751"/>
              <a:gd name="connsiteX6" fmla="*/ 0 w 768600"/>
              <a:gd name="connsiteY6" fmla="*/ 2052417 h 2559751"/>
              <a:gd name="connsiteX7" fmla="*/ 0 w 768600"/>
              <a:gd name="connsiteY7" fmla="*/ 125952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559751">
                <a:moveTo>
                  <a:pt x="0" y="0"/>
                </a:moveTo>
                <a:lnTo>
                  <a:pt x="768600" y="381382"/>
                </a:lnTo>
                <a:lnTo>
                  <a:pt x="768600" y="507334"/>
                </a:lnTo>
                <a:lnTo>
                  <a:pt x="768600" y="2433799"/>
                </a:lnTo>
                <a:lnTo>
                  <a:pt x="768600" y="2559751"/>
                </a:lnTo>
                <a:lnTo>
                  <a:pt x="0" y="2178369"/>
                </a:lnTo>
                <a:lnTo>
                  <a:pt x="0" y="2052417"/>
                </a:lnTo>
                <a:lnTo>
                  <a:pt x="0" y="125952"/>
                </a:lnTo>
                <a:close/>
              </a:path>
            </a:pathLst>
          </a:custGeom>
          <a:gradFill flip="none" rotWithShape="1">
            <a:gsLst>
              <a:gs pos="0">
                <a:srgbClr val="C5B4E2">
                  <a:alpha val="35000"/>
                </a:srgbClr>
              </a:gs>
              <a:gs pos="100000">
                <a:srgbClr val="2F2A95">
                  <a:alpha val="56000"/>
                </a:srgbClr>
              </a:gs>
            </a:gsLst>
            <a:lin ang="6900000" scaled="0"/>
            <a:tileRect/>
          </a:gradFill>
          <a:ln w="19050" cap="flat">
            <a:gradFill>
              <a:gsLst>
                <a:gs pos="0">
                  <a:srgbClr val="C5B4E2">
                    <a:alpha val="20000"/>
                  </a:srgbClr>
                </a:gs>
                <a:gs pos="99000">
                  <a:srgbClr val="2F2A95">
                    <a:alpha val="55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13" name="Freeform: Shape 12">
            <a:extLst>
              <a:ext uri="{FF2B5EF4-FFF2-40B4-BE49-F238E27FC236}">
                <a16:creationId xmlns:a16="http://schemas.microsoft.com/office/drawing/2014/main" id="{84629407-6644-92E0-1503-A5C9865CDD2B}"/>
              </a:ext>
              <a:ext uri="{C183D7F6-B498-43B3-948B-1728B52AA6E4}">
                <adec:decorative xmlns:adec="http://schemas.microsoft.com/office/drawing/2017/decorative" val="1"/>
              </a:ext>
            </a:extLst>
          </p:cNvPr>
          <p:cNvSpPr>
            <a:spLocks noChangeAspect="1"/>
          </p:cNvSpPr>
          <p:nvPr userDrawn="1"/>
        </p:nvSpPr>
        <p:spPr>
          <a:xfrm>
            <a:off x="2740118" y="-437107"/>
            <a:ext cx="784673" cy="2567726"/>
          </a:xfrm>
          <a:custGeom>
            <a:avLst/>
            <a:gdLst>
              <a:gd name="connsiteX0" fmla="*/ 0 w 784673"/>
              <a:gd name="connsiteY0" fmla="*/ 0 h 2567726"/>
              <a:gd name="connsiteX1" fmla="*/ 784673 w 784673"/>
              <a:gd name="connsiteY1" fmla="*/ 389357 h 2567726"/>
              <a:gd name="connsiteX2" fmla="*/ 784673 w 784673"/>
              <a:gd name="connsiteY2" fmla="*/ 515309 h 2567726"/>
              <a:gd name="connsiteX3" fmla="*/ 784673 w 784673"/>
              <a:gd name="connsiteY3" fmla="*/ 2441774 h 2567726"/>
              <a:gd name="connsiteX4" fmla="*/ 784673 w 784673"/>
              <a:gd name="connsiteY4" fmla="*/ 2567726 h 2567726"/>
              <a:gd name="connsiteX5" fmla="*/ 0 w 784673"/>
              <a:gd name="connsiteY5" fmla="*/ 2178369 h 2567726"/>
              <a:gd name="connsiteX6" fmla="*/ 0 w 784673"/>
              <a:gd name="connsiteY6" fmla="*/ 2052417 h 2567726"/>
              <a:gd name="connsiteX7" fmla="*/ 0 w 784673"/>
              <a:gd name="connsiteY7" fmla="*/ 125952 h 2567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567726">
                <a:moveTo>
                  <a:pt x="0" y="0"/>
                </a:moveTo>
                <a:lnTo>
                  <a:pt x="784673" y="389357"/>
                </a:lnTo>
                <a:lnTo>
                  <a:pt x="784673" y="515309"/>
                </a:lnTo>
                <a:lnTo>
                  <a:pt x="784673" y="2441774"/>
                </a:lnTo>
                <a:lnTo>
                  <a:pt x="784673" y="2567726"/>
                </a:lnTo>
                <a:lnTo>
                  <a:pt x="0" y="2178369"/>
                </a:lnTo>
                <a:lnTo>
                  <a:pt x="0" y="2052417"/>
                </a:lnTo>
                <a:lnTo>
                  <a:pt x="0" y="125952"/>
                </a:lnTo>
                <a:close/>
              </a:path>
            </a:pathLst>
          </a:custGeom>
          <a:noFill/>
          <a:ln w="19050" cap="flat">
            <a:gradFill flip="none" rotWithShape="1">
              <a:gsLst>
                <a:gs pos="0">
                  <a:schemeClr val="accent2">
                    <a:alpha val="48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14" name="Freeform: Shape 13">
            <a:extLst>
              <a:ext uri="{FF2B5EF4-FFF2-40B4-BE49-F238E27FC236}">
                <a16:creationId xmlns:a16="http://schemas.microsoft.com/office/drawing/2014/main" id="{D33D8029-EC89-0707-18F5-6992C372BA75}"/>
              </a:ext>
              <a:ext uri="{C183D7F6-B498-43B3-948B-1728B52AA6E4}">
                <adec:decorative xmlns:adec="http://schemas.microsoft.com/office/drawing/2017/decorative" val="1"/>
              </a:ext>
            </a:extLst>
          </p:cNvPr>
          <p:cNvSpPr/>
          <p:nvPr userDrawn="1"/>
        </p:nvSpPr>
        <p:spPr>
          <a:xfrm>
            <a:off x="2356660" y="-195192"/>
            <a:ext cx="768600" cy="2559751"/>
          </a:xfrm>
          <a:custGeom>
            <a:avLst/>
            <a:gdLst>
              <a:gd name="connsiteX0" fmla="*/ 0 w 768600"/>
              <a:gd name="connsiteY0" fmla="*/ 0 h 2559751"/>
              <a:gd name="connsiteX1" fmla="*/ 768600 w 768600"/>
              <a:gd name="connsiteY1" fmla="*/ 381382 h 2559751"/>
              <a:gd name="connsiteX2" fmla="*/ 768600 w 768600"/>
              <a:gd name="connsiteY2" fmla="*/ 507334 h 2559751"/>
              <a:gd name="connsiteX3" fmla="*/ 768600 w 768600"/>
              <a:gd name="connsiteY3" fmla="*/ 2433799 h 2559751"/>
              <a:gd name="connsiteX4" fmla="*/ 768600 w 768600"/>
              <a:gd name="connsiteY4" fmla="*/ 2559751 h 2559751"/>
              <a:gd name="connsiteX5" fmla="*/ 0 w 768600"/>
              <a:gd name="connsiteY5" fmla="*/ 2178369 h 2559751"/>
              <a:gd name="connsiteX6" fmla="*/ 0 w 768600"/>
              <a:gd name="connsiteY6" fmla="*/ 2052417 h 2559751"/>
              <a:gd name="connsiteX7" fmla="*/ 0 w 768600"/>
              <a:gd name="connsiteY7" fmla="*/ 125952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559751">
                <a:moveTo>
                  <a:pt x="0" y="0"/>
                </a:moveTo>
                <a:lnTo>
                  <a:pt x="768600" y="381382"/>
                </a:lnTo>
                <a:lnTo>
                  <a:pt x="768600" y="507334"/>
                </a:lnTo>
                <a:lnTo>
                  <a:pt x="768600" y="2433799"/>
                </a:lnTo>
                <a:lnTo>
                  <a:pt x="768600" y="2559751"/>
                </a:lnTo>
                <a:lnTo>
                  <a:pt x="0" y="2178369"/>
                </a:lnTo>
                <a:lnTo>
                  <a:pt x="0" y="2052417"/>
                </a:lnTo>
                <a:lnTo>
                  <a:pt x="0" y="125952"/>
                </a:lnTo>
                <a:close/>
              </a:path>
            </a:pathLst>
          </a:custGeom>
          <a:noFill/>
          <a:ln w="19050" cap="flat">
            <a:gradFill flip="none" rotWithShape="1">
              <a:gsLst>
                <a:gs pos="63000">
                  <a:schemeClr val="tx2">
                    <a:alpha val="30000"/>
                  </a:schemeClr>
                </a:gs>
                <a:gs pos="0">
                  <a:schemeClr val="accent2">
                    <a:alpha val="48000"/>
                  </a:schemeClr>
                </a:gs>
                <a:gs pos="100000">
                  <a:srgbClr val="2F2A95">
                    <a:alpha val="7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15" name="Freeform: Shape 14">
            <a:extLst>
              <a:ext uri="{FF2B5EF4-FFF2-40B4-BE49-F238E27FC236}">
                <a16:creationId xmlns:a16="http://schemas.microsoft.com/office/drawing/2014/main" id="{80601232-2622-712C-6557-2A64108A02B6}"/>
              </a:ext>
              <a:ext uri="{C183D7F6-B498-43B3-948B-1728B52AA6E4}">
                <adec:decorative xmlns:adec="http://schemas.microsoft.com/office/drawing/2017/decorative" val="1"/>
              </a:ext>
            </a:extLst>
          </p:cNvPr>
          <p:cNvSpPr/>
          <p:nvPr userDrawn="1"/>
        </p:nvSpPr>
        <p:spPr>
          <a:xfrm>
            <a:off x="1973202" y="38748"/>
            <a:ext cx="768600" cy="2559751"/>
          </a:xfrm>
          <a:custGeom>
            <a:avLst/>
            <a:gdLst>
              <a:gd name="connsiteX0" fmla="*/ 0 w 768600"/>
              <a:gd name="connsiteY0" fmla="*/ 0 h 2559751"/>
              <a:gd name="connsiteX1" fmla="*/ 768600 w 768600"/>
              <a:gd name="connsiteY1" fmla="*/ 381382 h 2559751"/>
              <a:gd name="connsiteX2" fmla="*/ 768600 w 768600"/>
              <a:gd name="connsiteY2" fmla="*/ 507334 h 2559751"/>
              <a:gd name="connsiteX3" fmla="*/ 768600 w 768600"/>
              <a:gd name="connsiteY3" fmla="*/ 2433799 h 2559751"/>
              <a:gd name="connsiteX4" fmla="*/ 768600 w 768600"/>
              <a:gd name="connsiteY4" fmla="*/ 2559751 h 2559751"/>
              <a:gd name="connsiteX5" fmla="*/ 0 w 768600"/>
              <a:gd name="connsiteY5" fmla="*/ 2178369 h 2559751"/>
              <a:gd name="connsiteX6" fmla="*/ 0 w 768600"/>
              <a:gd name="connsiteY6" fmla="*/ 2052417 h 2559751"/>
              <a:gd name="connsiteX7" fmla="*/ 0 w 768600"/>
              <a:gd name="connsiteY7" fmla="*/ 125952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559751">
                <a:moveTo>
                  <a:pt x="0" y="0"/>
                </a:moveTo>
                <a:lnTo>
                  <a:pt x="768600" y="381382"/>
                </a:lnTo>
                <a:lnTo>
                  <a:pt x="768600" y="507334"/>
                </a:lnTo>
                <a:lnTo>
                  <a:pt x="768600" y="2433799"/>
                </a:lnTo>
                <a:lnTo>
                  <a:pt x="768600" y="2559751"/>
                </a:lnTo>
                <a:lnTo>
                  <a:pt x="0" y="2178369"/>
                </a:lnTo>
                <a:lnTo>
                  <a:pt x="0" y="2052417"/>
                </a:lnTo>
                <a:lnTo>
                  <a:pt x="0" y="125952"/>
                </a:lnTo>
                <a:close/>
              </a:path>
            </a:pathLst>
          </a:custGeom>
          <a:gradFill flip="none" rotWithShape="1">
            <a:gsLst>
              <a:gs pos="64000">
                <a:srgbClr val="92C0E9">
                  <a:lumMod val="75000"/>
                  <a:alpha val="56000"/>
                </a:srgbClr>
              </a:gs>
              <a:gs pos="0">
                <a:srgbClr val="92C0E9">
                  <a:alpha val="15000"/>
                </a:srgbClr>
              </a:gs>
            </a:gsLst>
            <a:lin ang="6900000" scaled="0"/>
            <a:tileRect/>
          </a:gradFill>
          <a:ln w="19050" cap="flat">
            <a:gradFill>
              <a:gsLst>
                <a:gs pos="0">
                  <a:srgbClr val="92C0E9">
                    <a:alpha val="22000"/>
                  </a:srgbClr>
                </a:gs>
                <a:gs pos="100000">
                  <a:srgbClr val="92C0E9">
                    <a:lumMod val="50000"/>
                    <a:alpha val="25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16" name="Freeform: Shape 15">
            <a:extLst>
              <a:ext uri="{FF2B5EF4-FFF2-40B4-BE49-F238E27FC236}">
                <a16:creationId xmlns:a16="http://schemas.microsoft.com/office/drawing/2014/main" id="{BE7F1094-C970-DC69-E296-889299DC0EC4}"/>
              </a:ext>
              <a:ext uri="{C183D7F6-B498-43B3-948B-1728B52AA6E4}">
                <adec:decorative xmlns:adec="http://schemas.microsoft.com/office/drawing/2017/decorative" val="1"/>
              </a:ext>
            </a:extLst>
          </p:cNvPr>
          <p:cNvSpPr>
            <a:spLocks noChangeAspect="1"/>
          </p:cNvSpPr>
          <p:nvPr userDrawn="1"/>
        </p:nvSpPr>
        <p:spPr>
          <a:xfrm>
            <a:off x="1575766" y="272688"/>
            <a:ext cx="782578" cy="2559751"/>
          </a:xfrm>
          <a:custGeom>
            <a:avLst/>
            <a:gdLst>
              <a:gd name="connsiteX0" fmla="*/ 0 w 782578"/>
              <a:gd name="connsiteY0" fmla="*/ 0 h 2559751"/>
              <a:gd name="connsiteX1" fmla="*/ 782578 w 782578"/>
              <a:gd name="connsiteY1" fmla="*/ 388317 h 2559751"/>
              <a:gd name="connsiteX2" fmla="*/ 782578 w 782578"/>
              <a:gd name="connsiteY2" fmla="*/ 513933 h 2559751"/>
              <a:gd name="connsiteX3" fmla="*/ 782578 w 782578"/>
              <a:gd name="connsiteY3" fmla="*/ 2434135 h 2559751"/>
              <a:gd name="connsiteX4" fmla="*/ 782578 w 782578"/>
              <a:gd name="connsiteY4" fmla="*/ 2559751 h 2559751"/>
              <a:gd name="connsiteX5" fmla="*/ 0 w 782578"/>
              <a:gd name="connsiteY5" fmla="*/ 2171434 h 2559751"/>
              <a:gd name="connsiteX6" fmla="*/ 0 w 782578"/>
              <a:gd name="connsiteY6" fmla="*/ 2045818 h 2559751"/>
              <a:gd name="connsiteX7" fmla="*/ 0 w 782578"/>
              <a:gd name="connsiteY7" fmla="*/ 125616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59751">
                <a:moveTo>
                  <a:pt x="0" y="0"/>
                </a:moveTo>
                <a:lnTo>
                  <a:pt x="782578" y="388317"/>
                </a:lnTo>
                <a:lnTo>
                  <a:pt x="782578" y="513933"/>
                </a:lnTo>
                <a:lnTo>
                  <a:pt x="782578" y="2434135"/>
                </a:lnTo>
                <a:lnTo>
                  <a:pt x="782578" y="2559751"/>
                </a:lnTo>
                <a:lnTo>
                  <a:pt x="0" y="2171434"/>
                </a:lnTo>
                <a:lnTo>
                  <a:pt x="0" y="2045818"/>
                </a:lnTo>
                <a:lnTo>
                  <a:pt x="0" y="125616"/>
                </a:lnTo>
                <a:close/>
              </a:path>
            </a:pathLst>
          </a:custGeom>
          <a:gradFill flip="none" rotWithShape="1">
            <a:gsLst>
              <a:gs pos="100000">
                <a:srgbClr val="92C0E9">
                  <a:lumMod val="75000"/>
                  <a:alpha val="37000"/>
                </a:srgbClr>
              </a:gs>
              <a:gs pos="0">
                <a:srgbClr val="92C0E9">
                  <a:alpha val="14000"/>
                </a:srgbClr>
              </a:gs>
            </a:gsLst>
            <a:lin ang="6900000" scaled="0"/>
            <a:tileRect/>
          </a:gradFill>
          <a:ln w="19050" cap="flat">
            <a:gradFill>
              <a:gsLst>
                <a:gs pos="0">
                  <a:srgbClr val="92C0E9">
                    <a:alpha val="20000"/>
                  </a:srgbClr>
                </a:gs>
                <a:gs pos="100000">
                  <a:srgbClr val="92C0E9">
                    <a:lumMod val="50000"/>
                    <a:alpha val="30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17" name="Freeform: Shape 16">
            <a:extLst>
              <a:ext uri="{FF2B5EF4-FFF2-40B4-BE49-F238E27FC236}">
                <a16:creationId xmlns:a16="http://schemas.microsoft.com/office/drawing/2014/main" id="{A09E211C-37C9-C4E9-BF2E-A2EE0145015A}"/>
              </a:ext>
              <a:ext uri="{C183D7F6-B498-43B3-948B-1728B52AA6E4}">
                <adec:decorative xmlns:adec="http://schemas.microsoft.com/office/drawing/2017/decorative" val="1"/>
              </a:ext>
            </a:extLst>
          </p:cNvPr>
          <p:cNvSpPr>
            <a:spLocks noChangeAspect="1"/>
          </p:cNvSpPr>
          <p:nvPr userDrawn="1"/>
        </p:nvSpPr>
        <p:spPr>
          <a:xfrm>
            <a:off x="1178330" y="506628"/>
            <a:ext cx="782578" cy="2559751"/>
          </a:xfrm>
          <a:custGeom>
            <a:avLst/>
            <a:gdLst>
              <a:gd name="connsiteX0" fmla="*/ 0 w 782578"/>
              <a:gd name="connsiteY0" fmla="*/ 0 h 2559751"/>
              <a:gd name="connsiteX1" fmla="*/ 782578 w 782578"/>
              <a:gd name="connsiteY1" fmla="*/ 388317 h 2559751"/>
              <a:gd name="connsiteX2" fmla="*/ 782578 w 782578"/>
              <a:gd name="connsiteY2" fmla="*/ 513933 h 2559751"/>
              <a:gd name="connsiteX3" fmla="*/ 782578 w 782578"/>
              <a:gd name="connsiteY3" fmla="*/ 2434135 h 2559751"/>
              <a:gd name="connsiteX4" fmla="*/ 782578 w 782578"/>
              <a:gd name="connsiteY4" fmla="*/ 2559751 h 2559751"/>
              <a:gd name="connsiteX5" fmla="*/ 0 w 782578"/>
              <a:gd name="connsiteY5" fmla="*/ 2171434 h 2559751"/>
              <a:gd name="connsiteX6" fmla="*/ 0 w 782578"/>
              <a:gd name="connsiteY6" fmla="*/ 2045818 h 2559751"/>
              <a:gd name="connsiteX7" fmla="*/ 0 w 782578"/>
              <a:gd name="connsiteY7" fmla="*/ 125616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59751">
                <a:moveTo>
                  <a:pt x="0" y="0"/>
                </a:moveTo>
                <a:lnTo>
                  <a:pt x="782578" y="388317"/>
                </a:lnTo>
                <a:lnTo>
                  <a:pt x="782578" y="513933"/>
                </a:lnTo>
                <a:lnTo>
                  <a:pt x="782578" y="2434135"/>
                </a:lnTo>
                <a:lnTo>
                  <a:pt x="782578" y="2559751"/>
                </a:lnTo>
                <a:lnTo>
                  <a:pt x="0" y="2171434"/>
                </a:lnTo>
                <a:lnTo>
                  <a:pt x="0" y="2045818"/>
                </a:lnTo>
                <a:lnTo>
                  <a:pt x="0" y="125616"/>
                </a:lnTo>
                <a:close/>
              </a:path>
            </a:pathLst>
          </a:custGeom>
          <a:noFill/>
          <a:ln w="19050" cap="flat">
            <a:gradFill flip="none" rotWithShape="1">
              <a:gsLst>
                <a:gs pos="0">
                  <a:schemeClr val="accent2">
                    <a:alpha val="48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18" name="Freeform: Shape 17">
            <a:extLst>
              <a:ext uri="{FF2B5EF4-FFF2-40B4-BE49-F238E27FC236}">
                <a16:creationId xmlns:a16="http://schemas.microsoft.com/office/drawing/2014/main" id="{43B20AFC-D118-6C82-C977-E914C2A178DF}"/>
              </a:ext>
              <a:ext uri="{C183D7F6-B498-43B3-948B-1728B52AA6E4}">
                <adec:decorative xmlns:adec="http://schemas.microsoft.com/office/drawing/2017/decorative" val="1"/>
              </a:ext>
            </a:extLst>
          </p:cNvPr>
          <p:cNvSpPr>
            <a:spLocks noChangeAspect="1"/>
          </p:cNvSpPr>
          <p:nvPr userDrawn="1"/>
        </p:nvSpPr>
        <p:spPr>
          <a:xfrm>
            <a:off x="780894" y="740568"/>
            <a:ext cx="782578" cy="2559751"/>
          </a:xfrm>
          <a:custGeom>
            <a:avLst/>
            <a:gdLst>
              <a:gd name="connsiteX0" fmla="*/ 0 w 782578"/>
              <a:gd name="connsiteY0" fmla="*/ 0 h 2559751"/>
              <a:gd name="connsiteX1" fmla="*/ 782578 w 782578"/>
              <a:gd name="connsiteY1" fmla="*/ 388317 h 2559751"/>
              <a:gd name="connsiteX2" fmla="*/ 782578 w 782578"/>
              <a:gd name="connsiteY2" fmla="*/ 513933 h 2559751"/>
              <a:gd name="connsiteX3" fmla="*/ 782578 w 782578"/>
              <a:gd name="connsiteY3" fmla="*/ 2434135 h 2559751"/>
              <a:gd name="connsiteX4" fmla="*/ 782578 w 782578"/>
              <a:gd name="connsiteY4" fmla="*/ 2559751 h 2559751"/>
              <a:gd name="connsiteX5" fmla="*/ 0 w 782578"/>
              <a:gd name="connsiteY5" fmla="*/ 2171434 h 2559751"/>
              <a:gd name="connsiteX6" fmla="*/ 0 w 782578"/>
              <a:gd name="connsiteY6" fmla="*/ 2045818 h 2559751"/>
              <a:gd name="connsiteX7" fmla="*/ 0 w 782578"/>
              <a:gd name="connsiteY7" fmla="*/ 125616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59751">
                <a:moveTo>
                  <a:pt x="0" y="0"/>
                </a:moveTo>
                <a:lnTo>
                  <a:pt x="782578" y="388317"/>
                </a:lnTo>
                <a:lnTo>
                  <a:pt x="782578" y="513933"/>
                </a:lnTo>
                <a:lnTo>
                  <a:pt x="782578" y="2434135"/>
                </a:lnTo>
                <a:lnTo>
                  <a:pt x="782578" y="2559751"/>
                </a:lnTo>
                <a:lnTo>
                  <a:pt x="0" y="2171434"/>
                </a:lnTo>
                <a:lnTo>
                  <a:pt x="0" y="2045818"/>
                </a:lnTo>
                <a:lnTo>
                  <a:pt x="0" y="125616"/>
                </a:lnTo>
                <a:close/>
              </a:path>
            </a:pathLst>
          </a:custGeom>
          <a:noFill/>
          <a:ln w="19050" cap="flat">
            <a:gradFill flip="none" rotWithShape="1">
              <a:gsLst>
                <a:gs pos="0">
                  <a:schemeClr val="accent2">
                    <a:alpha val="48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19" name="Freeform: Shape 18">
            <a:extLst>
              <a:ext uri="{FF2B5EF4-FFF2-40B4-BE49-F238E27FC236}">
                <a16:creationId xmlns:a16="http://schemas.microsoft.com/office/drawing/2014/main" id="{9011606D-5281-ABE7-5E1C-42EE1F7CFDAC}"/>
              </a:ext>
              <a:ext uri="{C183D7F6-B498-43B3-948B-1728B52AA6E4}">
                <adec:decorative xmlns:adec="http://schemas.microsoft.com/office/drawing/2017/decorative" val="1"/>
              </a:ext>
            </a:extLst>
          </p:cNvPr>
          <p:cNvSpPr>
            <a:spLocks noChangeAspect="1"/>
          </p:cNvSpPr>
          <p:nvPr userDrawn="1"/>
        </p:nvSpPr>
        <p:spPr>
          <a:xfrm>
            <a:off x="383458" y="974508"/>
            <a:ext cx="782578" cy="2559751"/>
          </a:xfrm>
          <a:custGeom>
            <a:avLst/>
            <a:gdLst>
              <a:gd name="connsiteX0" fmla="*/ 0 w 782578"/>
              <a:gd name="connsiteY0" fmla="*/ 0 h 2559751"/>
              <a:gd name="connsiteX1" fmla="*/ 782578 w 782578"/>
              <a:gd name="connsiteY1" fmla="*/ 388317 h 2559751"/>
              <a:gd name="connsiteX2" fmla="*/ 782578 w 782578"/>
              <a:gd name="connsiteY2" fmla="*/ 513933 h 2559751"/>
              <a:gd name="connsiteX3" fmla="*/ 782578 w 782578"/>
              <a:gd name="connsiteY3" fmla="*/ 2434135 h 2559751"/>
              <a:gd name="connsiteX4" fmla="*/ 782578 w 782578"/>
              <a:gd name="connsiteY4" fmla="*/ 2559751 h 2559751"/>
              <a:gd name="connsiteX5" fmla="*/ 0 w 782578"/>
              <a:gd name="connsiteY5" fmla="*/ 2171434 h 2559751"/>
              <a:gd name="connsiteX6" fmla="*/ 0 w 782578"/>
              <a:gd name="connsiteY6" fmla="*/ 2045818 h 2559751"/>
              <a:gd name="connsiteX7" fmla="*/ 0 w 782578"/>
              <a:gd name="connsiteY7" fmla="*/ 125616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59751">
                <a:moveTo>
                  <a:pt x="0" y="0"/>
                </a:moveTo>
                <a:lnTo>
                  <a:pt x="782578" y="388317"/>
                </a:lnTo>
                <a:lnTo>
                  <a:pt x="782578" y="513933"/>
                </a:lnTo>
                <a:lnTo>
                  <a:pt x="782578" y="2434135"/>
                </a:lnTo>
                <a:lnTo>
                  <a:pt x="782578" y="2559751"/>
                </a:lnTo>
                <a:lnTo>
                  <a:pt x="0" y="2171434"/>
                </a:lnTo>
                <a:lnTo>
                  <a:pt x="0" y="2045818"/>
                </a:lnTo>
                <a:lnTo>
                  <a:pt x="0" y="125616"/>
                </a:lnTo>
                <a:close/>
              </a:path>
            </a:pathLst>
          </a:custGeom>
          <a:gradFill>
            <a:gsLst>
              <a:gs pos="0">
                <a:srgbClr val="92C0E9">
                  <a:alpha val="30000"/>
                </a:srgbClr>
              </a:gs>
              <a:gs pos="28975">
                <a:srgbClr val="6379C1">
                  <a:alpha val="57000"/>
                </a:srgbClr>
              </a:gs>
              <a:gs pos="100000">
                <a:srgbClr val="2F2A95">
                  <a:alpha val="75000"/>
                </a:srgbClr>
              </a:gs>
            </a:gsLst>
            <a:lin ang="6900000" scaled="0"/>
          </a:gradFill>
          <a:ln w="19050" cap="flat">
            <a:gradFill flip="none" rotWithShape="1">
              <a:gsLst>
                <a:gs pos="0">
                  <a:srgbClr val="92C0E9">
                    <a:alpha val="27000"/>
                  </a:srgbClr>
                </a:gs>
                <a:gs pos="100000">
                  <a:srgbClr val="C5B4E2">
                    <a:lumMod val="50000"/>
                    <a:alpha val="65000"/>
                  </a:srgbClr>
                </a:gs>
              </a:gsLst>
              <a:lin ang="5400000" scaled="1"/>
              <a:tileRect/>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20" name="Freeform: Shape 19">
            <a:extLst>
              <a:ext uri="{FF2B5EF4-FFF2-40B4-BE49-F238E27FC236}">
                <a16:creationId xmlns:a16="http://schemas.microsoft.com/office/drawing/2014/main" id="{66BC3122-B012-4083-FA5D-930786A70178}"/>
              </a:ext>
              <a:ext uri="{C183D7F6-B498-43B3-948B-1728B52AA6E4}">
                <adec:decorative xmlns:adec="http://schemas.microsoft.com/office/drawing/2017/decorative" val="1"/>
              </a:ext>
            </a:extLst>
          </p:cNvPr>
          <p:cNvSpPr>
            <a:spLocks noChangeAspect="1"/>
          </p:cNvSpPr>
          <p:nvPr userDrawn="1"/>
        </p:nvSpPr>
        <p:spPr>
          <a:xfrm>
            <a:off x="11407327" y="3116434"/>
            <a:ext cx="784673" cy="2557460"/>
          </a:xfrm>
          <a:custGeom>
            <a:avLst/>
            <a:gdLst>
              <a:gd name="connsiteX0" fmla="*/ 0 w 784673"/>
              <a:gd name="connsiteY0" fmla="*/ 0 h 2557460"/>
              <a:gd name="connsiteX1" fmla="*/ 784673 w 784673"/>
              <a:gd name="connsiteY1" fmla="*/ 389357 h 2557460"/>
              <a:gd name="connsiteX2" fmla="*/ 784673 w 784673"/>
              <a:gd name="connsiteY2" fmla="*/ 515309 h 2557460"/>
              <a:gd name="connsiteX3" fmla="*/ 784673 w 784673"/>
              <a:gd name="connsiteY3" fmla="*/ 2431508 h 2557460"/>
              <a:gd name="connsiteX4" fmla="*/ 784673 w 784673"/>
              <a:gd name="connsiteY4" fmla="*/ 2557460 h 2557460"/>
              <a:gd name="connsiteX5" fmla="*/ 0 w 784673"/>
              <a:gd name="connsiteY5" fmla="*/ 2168103 h 2557460"/>
              <a:gd name="connsiteX6" fmla="*/ 0 w 784673"/>
              <a:gd name="connsiteY6" fmla="*/ 2042151 h 2557460"/>
              <a:gd name="connsiteX7" fmla="*/ 0 w 784673"/>
              <a:gd name="connsiteY7" fmla="*/ 125952 h 2557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673" h="2557460">
                <a:moveTo>
                  <a:pt x="0" y="0"/>
                </a:moveTo>
                <a:lnTo>
                  <a:pt x="784673" y="389357"/>
                </a:lnTo>
                <a:lnTo>
                  <a:pt x="784673" y="515309"/>
                </a:lnTo>
                <a:lnTo>
                  <a:pt x="784673" y="2431508"/>
                </a:lnTo>
                <a:lnTo>
                  <a:pt x="784673" y="2557460"/>
                </a:lnTo>
                <a:lnTo>
                  <a:pt x="0" y="2168103"/>
                </a:lnTo>
                <a:lnTo>
                  <a:pt x="0" y="2042151"/>
                </a:lnTo>
                <a:lnTo>
                  <a:pt x="0" y="125952"/>
                </a:lnTo>
                <a:close/>
              </a:path>
            </a:pathLst>
          </a:custGeom>
          <a:noFill/>
          <a:ln w="19050" cap="flat">
            <a:gradFill flip="none" rotWithShape="1">
              <a:gsLst>
                <a:gs pos="23035">
                  <a:schemeClr val="accent2">
                    <a:alpha val="48000"/>
                  </a:schemeClr>
                </a:gs>
                <a:gs pos="0">
                  <a:schemeClr val="accent2">
                    <a:alpha val="28000"/>
                  </a:schemeClr>
                </a:gs>
                <a:gs pos="87000">
                  <a:srgbClr val="2F2A95">
                    <a:alpha val="2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21" name="Freeform: Shape 20">
            <a:extLst>
              <a:ext uri="{FF2B5EF4-FFF2-40B4-BE49-F238E27FC236}">
                <a16:creationId xmlns:a16="http://schemas.microsoft.com/office/drawing/2014/main" id="{34AE2748-2698-0A9B-A838-47C6A3331A42}"/>
              </a:ext>
              <a:ext uri="{C183D7F6-B498-43B3-948B-1728B52AA6E4}">
                <adec:decorative xmlns:adec="http://schemas.microsoft.com/office/drawing/2017/decorative" val="1"/>
              </a:ext>
            </a:extLst>
          </p:cNvPr>
          <p:cNvSpPr>
            <a:spLocks noChangeAspect="1"/>
          </p:cNvSpPr>
          <p:nvPr userDrawn="1"/>
        </p:nvSpPr>
        <p:spPr>
          <a:xfrm>
            <a:off x="11012538" y="3359100"/>
            <a:ext cx="782578" cy="2549485"/>
          </a:xfrm>
          <a:custGeom>
            <a:avLst/>
            <a:gdLst>
              <a:gd name="connsiteX0" fmla="*/ 0 w 782578"/>
              <a:gd name="connsiteY0" fmla="*/ 0 h 2549485"/>
              <a:gd name="connsiteX1" fmla="*/ 782578 w 782578"/>
              <a:gd name="connsiteY1" fmla="*/ 388317 h 2549485"/>
              <a:gd name="connsiteX2" fmla="*/ 782578 w 782578"/>
              <a:gd name="connsiteY2" fmla="*/ 513933 h 2549485"/>
              <a:gd name="connsiteX3" fmla="*/ 782578 w 782578"/>
              <a:gd name="connsiteY3" fmla="*/ 2423869 h 2549485"/>
              <a:gd name="connsiteX4" fmla="*/ 782578 w 782578"/>
              <a:gd name="connsiteY4" fmla="*/ 2549485 h 2549485"/>
              <a:gd name="connsiteX5" fmla="*/ 0 w 782578"/>
              <a:gd name="connsiteY5" fmla="*/ 2161168 h 2549485"/>
              <a:gd name="connsiteX6" fmla="*/ 0 w 782578"/>
              <a:gd name="connsiteY6" fmla="*/ 2035552 h 2549485"/>
              <a:gd name="connsiteX7" fmla="*/ 0 w 782578"/>
              <a:gd name="connsiteY7" fmla="*/ 125616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49485">
                <a:moveTo>
                  <a:pt x="0" y="0"/>
                </a:moveTo>
                <a:lnTo>
                  <a:pt x="782578" y="388317"/>
                </a:lnTo>
                <a:lnTo>
                  <a:pt x="782578" y="513933"/>
                </a:lnTo>
                <a:lnTo>
                  <a:pt x="782578" y="2423869"/>
                </a:lnTo>
                <a:lnTo>
                  <a:pt x="782578" y="2549485"/>
                </a:lnTo>
                <a:lnTo>
                  <a:pt x="0" y="2161168"/>
                </a:lnTo>
                <a:lnTo>
                  <a:pt x="0" y="2035552"/>
                </a:lnTo>
                <a:lnTo>
                  <a:pt x="0" y="125616"/>
                </a:lnTo>
                <a:close/>
              </a:path>
            </a:pathLst>
          </a:custGeom>
          <a:gradFill flip="none" rotWithShape="1">
            <a:gsLst>
              <a:gs pos="100000">
                <a:srgbClr val="92C0E9">
                  <a:lumMod val="75000"/>
                  <a:alpha val="9000"/>
                </a:srgbClr>
              </a:gs>
              <a:gs pos="0">
                <a:srgbClr val="92C0E9">
                  <a:alpha val="18000"/>
                </a:srgbClr>
              </a:gs>
            </a:gsLst>
            <a:lin ang="6900000" scaled="0"/>
            <a:tileRect/>
          </a:gradFill>
          <a:ln w="19050" cap="flat">
            <a:gradFill>
              <a:gsLst>
                <a:gs pos="0">
                  <a:srgbClr val="92C0E9">
                    <a:alpha val="2000"/>
                  </a:srgbClr>
                </a:gs>
                <a:gs pos="100000">
                  <a:srgbClr val="92C0E9">
                    <a:lumMod val="50000"/>
                    <a:alpha val="27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22" name="Freeform: Shape 21">
            <a:extLst>
              <a:ext uri="{FF2B5EF4-FFF2-40B4-BE49-F238E27FC236}">
                <a16:creationId xmlns:a16="http://schemas.microsoft.com/office/drawing/2014/main" id="{8C1ECFD7-5DE7-F64E-6B8C-D84B5054D35F}"/>
              </a:ext>
              <a:ext uri="{C183D7F6-B498-43B3-948B-1728B52AA6E4}">
                <adec:decorative xmlns:adec="http://schemas.microsoft.com/office/drawing/2017/decorative" val="1"/>
              </a:ext>
            </a:extLst>
          </p:cNvPr>
          <p:cNvSpPr>
            <a:spLocks noChangeAspect="1"/>
          </p:cNvSpPr>
          <p:nvPr userDrawn="1"/>
        </p:nvSpPr>
        <p:spPr>
          <a:xfrm>
            <a:off x="10617755" y="3593791"/>
            <a:ext cx="782578" cy="2549485"/>
          </a:xfrm>
          <a:custGeom>
            <a:avLst/>
            <a:gdLst>
              <a:gd name="connsiteX0" fmla="*/ 0 w 782578"/>
              <a:gd name="connsiteY0" fmla="*/ 0 h 2549485"/>
              <a:gd name="connsiteX1" fmla="*/ 782578 w 782578"/>
              <a:gd name="connsiteY1" fmla="*/ 388317 h 2549485"/>
              <a:gd name="connsiteX2" fmla="*/ 782578 w 782578"/>
              <a:gd name="connsiteY2" fmla="*/ 513933 h 2549485"/>
              <a:gd name="connsiteX3" fmla="*/ 782578 w 782578"/>
              <a:gd name="connsiteY3" fmla="*/ 2423869 h 2549485"/>
              <a:gd name="connsiteX4" fmla="*/ 782578 w 782578"/>
              <a:gd name="connsiteY4" fmla="*/ 2549485 h 2549485"/>
              <a:gd name="connsiteX5" fmla="*/ 0 w 782578"/>
              <a:gd name="connsiteY5" fmla="*/ 2161168 h 2549485"/>
              <a:gd name="connsiteX6" fmla="*/ 0 w 782578"/>
              <a:gd name="connsiteY6" fmla="*/ 2035552 h 2549485"/>
              <a:gd name="connsiteX7" fmla="*/ 0 w 782578"/>
              <a:gd name="connsiteY7" fmla="*/ 125616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49485">
                <a:moveTo>
                  <a:pt x="0" y="0"/>
                </a:moveTo>
                <a:lnTo>
                  <a:pt x="782578" y="388317"/>
                </a:lnTo>
                <a:lnTo>
                  <a:pt x="782578" y="513933"/>
                </a:lnTo>
                <a:lnTo>
                  <a:pt x="782578" y="2423869"/>
                </a:lnTo>
                <a:lnTo>
                  <a:pt x="782578" y="2549485"/>
                </a:lnTo>
                <a:lnTo>
                  <a:pt x="0" y="2161168"/>
                </a:lnTo>
                <a:lnTo>
                  <a:pt x="0" y="2035552"/>
                </a:lnTo>
                <a:lnTo>
                  <a:pt x="0" y="125616"/>
                </a:lnTo>
                <a:close/>
              </a:path>
            </a:pathLst>
          </a:custGeom>
          <a:gradFill flip="none" rotWithShape="1">
            <a:gsLst>
              <a:gs pos="100000">
                <a:srgbClr val="92C0E9">
                  <a:lumMod val="75000"/>
                  <a:alpha val="37000"/>
                </a:srgbClr>
              </a:gs>
              <a:gs pos="0">
                <a:srgbClr val="92C0E9">
                  <a:alpha val="14000"/>
                </a:srgbClr>
              </a:gs>
            </a:gsLst>
            <a:lin ang="6900000" scaled="0"/>
            <a:tileRect/>
          </a:gradFill>
          <a:ln w="19050" cap="flat">
            <a:gradFill>
              <a:gsLst>
                <a:gs pos="0">
                  <a:srgbClr val="92C0E9">
                    <a:alpha val="20000"/>
                  </a:srgbClr>
                </a:gs>
                <a:gs pos="100000">
                  <a:srgbClr val="92C0E9">
                    <a:lumMod val="50000"/>
                    <a:alpha val="30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23" name="Freeform: Shape 22">
            <a:extLst>
              <a:ext uri="{FF2B5EF4-FFF2-40B4-BE49-F238E27FC236}">
                <a16:creationId xmlns:a16="http://schemas.microsoft.com/office/drawing/2014/main" id="{CD9FE66A-7946-AFE7-26BD-868B23A19C8B}"/>
              </a:ext>
              <a:ext uri="{C183D7F6-B498-43B3-948B-1728B52AA6E4}">
                <adec:decorative xmlns:adec="http://schemas.microsoft.com/office/drawing/2017/decorative" val="1"/>
              </a:ext>
            </a:extLst>
          </p:cNvPr>
          <p:cNvSpPr/>
          <p:nvPr userDrawn="1"/>
        </p:nvSpPr>
        <p:spPr>
          <a:xfrm>
            <a:off x="10236950" y="3828482"/>
            <a:ext cx="768600" cy="2549485"/>
          </a:xfrm>
          <a:custGeom>
            <a:avLst/>
            <a:gdLst>
              <a:gd name="connsiteX0" fmla="*/ 0 w 768600"/>
              <a:gd name="connsiteY0" fmla="*/ 0 h 2549485"/>
              <a:gd name="connsiteX1" fmla="*/ 768600 w 768600"/>
              <a:gd name="connsiteY1" fmla="*/ 381382 h 2549485"/>
              <a:gd name="connsiteX2" fmla="*/ 768600 w 768600"/>
              <a:gd name="connsiteY2" fmla="*/ 507334 h 2549485"/>
              <a:gd name="connsiteX3" fmla="*/ 768600 w 768600"/>
              <a:gd name="connsiteY3" fmla="*/ 2423533 h 2549485"/>
              <a:gd name="connsiteX4" fmla="*/ 768600 w 768600"/>
              <a:gd name="connsiteY4" fmla="*/ 2549485 h 2549485"/>
              <a:gd name="connsiteX5" fmla="*/ 0 w 768600"/>
              <a:gd name="connsiteY5" fmla="*/ 2168103 h 2549485"/>
              <a:gd name="connsiteX6" fmla="*/ 0 w 768600"/>
              <a:gd name="connsiteY6" fmla="*/ 2042151 h 2549485"/>
              <a:gd name="connsiteX7" fmla="*/ 0 w 768600"/>
              <a:gd name="connsiteY7" fmla="*/ 125952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549485">
                <a:moveTo>
                  <a:pt x="0" y="0"/>
                </a:moveTo>
                <a:lnTo>
                  <a:pt x="768600" y="381382"/>
                </a:lnTo>
                <a:lnTo>
                  <a:pt x="768600" y="507334"/>
                </a:lnTo>
                <a:lnTo>
                  <a:pt x="768600" y="2423533"/>
                </a:lnTo>
                <a:lnTo>
                  <a:pt x="768600" y="2549485"/>
                </a:lnTo>
                <a:lnTo>
                  <a:pt x="0" y="2168103"/>
                </a:lnTo>
                <a:lnTo>
                  <a:pt x="0" y="2042151"/>
                </a:lnTo>
                <a:lnTo>
                  <a:pt x="0" y="125952"/>
                </a:lnTo>
                <a:close/>
              </a:path>
            </a:pathLst>
          </a:custGeom>
          <a:noFill/>
          <a:ln w="19050" cap="flat">
            <a:gradFill flip="none" rotWithShape="1">
              <a:gsLst>
                <a:gs pos="1399">
                  <a:schemeClr val="tx2">
                    <a:alpha val="30000"/>
                  </a:schemeClr>
                </a:gs>
                <a:gs pos="30000">
                  <a:schemeClr val="accent2">
                    <a:alpha val="48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25" name="Freeform: Shape 24">
            <a:extLst>
              <a:ext uri="{FF2B5EF4-FFF2-40B4-BE49-F238E27FC236}">
                <a16:creationId xmlns:a16="http://schemas.microsoft.com/office/drawing/2014/main" id="{39A9271D-045A-28C3-EC46-0F1149ABA1BD}"/>
              </a:ext>
              <a:ext uri="{C183D7F6-B498-43B3-948B-1728B52AA6E4}">
                <adec:decorative xmlns:adec="http://schemas.microsoft.com/office/drawing/2017/decorative" val="1"/>
              </a:ext>
            </a:extLst>
          </p:cNvPr>
          <p:cNvSpPr>
            <a:spLocks noChangeAspect="1"/>
          </p:cNvSpPr>
          <p:nvPr userDrawn="1"/>
        </p:nvSpPr>
        <p:spPr>
          <a:xfrm>
            <a:off x="9842167" y="4063173"/>
            <a:ext cx="782578" cy="2549485"/>
          </a:xfrm>
          <a:custGeom>
            <a:avLst/>
            <a:gdLst>
              <a:gd name="connsiteX0" fmla="*/ 0 w 782578"/>
              <a:gd name="connsiteY0" fmla="*/ 0 h 2549485"/>
              <a:gd name="connsiteX1" fmla="*/ 782578 w 782578"/>
              <a:gd name="connsiteY1" fmla="*/ 388318 h 2549485"/>
              <a:gd name="connsiteX2" fmla="*/ 782578 w 782578"/>
              <a:gd name="connsiteY2" fmla="*/ 513933 h 2549485"/>
              <a:gd name="connsiteX3" fmla="*/ 782578 w 782578"/>
              <a:gd name="connsiteY3" fmla="*/ 2423869 h 2549485"/>
              <a:gd name="connsiteX4" fmla="*/ 782578 w 782578"/>
              <a:gd name="connsiteY4" fmla="*/ 2549485 h 2549485"/>
              <a:gd name="connsiteX5" fmla="*/ 0 w 782578"/>
              <a:gd name="connsiteY5" fmla="*/ 2161168 h 2549485"/>
              <a:gd name="connsiteX6" fmla="*/ 0 w 782578"/>
              <a:gd name="connsiteY6" fmla="*/ 2035552 h 2549485"/>
              <a:gd name="connsiteX7" fmla="*/ 0 w 782578"/>
              <a:gd name="connsiteY7" fmla="*/ 125616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49485">
                <a:moveTo>
                  <a:pt x="0" y="0"/>
                </a:moveTo>
                <a:lnTo>
                  <a:pt x="782578" y="388318"/>
                </a:lnTo>
                <a:lnTo>
                  <a:pt x="782578" y="513933"/>
                </a:lnTo>
                <a:lnTo>
                  <a:pt x="782578" y="2423869"/>
                </a:lnTo>
                <a:lnTo>
                  <a:pt x="782578" y="2549485"/>
                </a:lnTo>
                <a:lnTo>
                  <a:pt x="0" y="2161168"/>
                </a:lnTo>
                <a:lnTo>
                  <a:pt x="0" y="2035552"/>
                </a:lnTo>
                <a:lnTo>
                  <a:pt x="0" y="125616"/>
                </a:lnTo>
                <a:close/>
              </a:path>
            </a:pathLst>
          </a:custGeom>
          <a:noFill/>
          <a:ln w="19050" cap="flat">
            <a:gradFill flip="none" rotWithShape="1">
              <a:gsLst>
                <a:gs pos="0">
                  <a:schemeClr val="accent2">
                    <a:alpha val="48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26" name="Freeform: Shape 25">
            <a:extLst>
              <a:ext uri="{FF2B5EF4-FFF2-40B4-BE49-F238E27FC236}">
                <a16:creationId xmlns:a16="http://schemas.microsoft.com/office/drawing/2014/main" id="{57F240CF-7985-59D2-2E37-09DEFF47EC80}"/>
              </a:ext>
              <a:ext uri="{C183D7F6-B498-43B3-948B-1728B52AA6E4}">
                <adec:decorative xmlns:adec="http://schemas.microsoft.com/office/drawing/2017/decorative" val="1"/>
              </a:ext>
            </a:extLst>
          </p:cNvPr>
          <p:cNvSpPr>
            <a:spLocks noChangeAspect="1"/>
          </p:cNvSpPr>
          <p:nvPr userDrawn="1"/>
        </p:nvSpPr>
        <p:spPr>
          <a:xfrm>
            <a:off x="9447384" y="4297864"/>
            <a:ext cx="782578" cy="2549485"/>
          </a:xfrm>
          <a:custGeom>
            <a:avLst/>
            <a:gdLst>
              <a:gd name="connsiteX0" fmla="*/ 0 w 782578"/>
              <a:gd name="connsiteY0" fmla="*/ 0 h 2549485"/>
              <a:gd name="connsiteX1" fmla="*/ 782578 w 782578"/>
              <a:gd name="connsiteY1" fmla="*/ 388318 h 2549485"/>
              <a:gd name="connsiteX2" fmla="*/ 782578 w 782578"/>
              <a:gd name="connsiteY2" fmla="*/ 513933 h 2549485"/>
              <a:gd name="connsiteX3" fmla="*/ 782578 w 782578"/>
              <a:gd name="connsiteY3" fmla="*/ 2423869 h 2549485"/>
              <a:gd name="connsiteX4" fmla="*/ 782578 w 782578"/>
              <a:gd name="connsiteY4" fmla="*/ 2549485 h 2549485"/>
              <a:gd name="connsiteX5" fmla="*/ 0 w 782578"/>
              <a:gd name="connsiteY5" fmla="*/ 2161168 h 2549485"/>
              <a:gd name="connsiteX6" fmla="*/ 0 w 782578"/>
              <a:gd name="connsiteY6" fmla="*/ 2035552 h 2549485"/>
              <a:gd name="connsiteX7" fmla="*/ 0 w 782578"/>
              <a:gd name="connsiteY7" fmla="*/ 125616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49485">
                <a:moveTo>
                  <a:pt x="0" y="0"/>
                </a:moveTo>
                <a:lnTo>
                  <a:pt x="782578" y="388318"/>
                </a:lnTo>
                <a:lnTo>
                  <a:pt x="782578" y="513933"/>
                </a:lnTo>
                <a:lnTo>
                  <a:pt x="782578" y="2423869"/>
                </a:lnTo>
                <a:lnTo>
                  <a:pt x="782578" y="2549485"/>
                </a:lnTo>
                <a:lnTo>
                  <a:pt x="0" y="2161168"/>
                </a:lnTo>
                <a:lnTo>
                  <a:pt x="0" y="2035552"/>
                </a:lnTo>
                <a:lnTo>
                  <a:pt x="0" y="125616"/>
                </a:lnTo>
                <a:close/>
              </a:path>
            </a:pathLst>
          </a:custGeom>
          <a:gradFill>
            <a:gsLst>
              <a:gs pos="0">
                <a:srgbClr val="92C0E9">
                  <a:alpha val="30000"/>
                </a:srgbClr>
              </a:gs>
              <a:gs pos="28975">
                <a:srgbClr val="6379C1">
                  <a:alpha val="57000"/>
                </a:srgbClr>
              </a:gs>
              <a:gs pos="100000">
                <a:srgbClr val="2F2A95">
                  <a:alpha val="75000"/>
                </a:srgbClr>
              </a:gs>
            </a:gsLst>
            <a:lin ang="6900000" scaled="0"/>
          </a:gradFill>
          <a:ln w="19050" cap="flat">
            <a:gradFill flip="none" rotWithShape="1">
              <a:gsLst>
                <a:gs pos="0">
                  <a:srgbClr val="92C0E9">
                    <a:alpha val="27000"/>
                  </a:srgbClr>
                </a:gs>
                <a:gs pos="100000">
                  <a:srgbClr val="C5B4E2">
                    <a:lumMod val="50000"/>
                    <a:alpha val="65000"/>
                  </a:srgbClr>
                </a:gs>
              </a:gsLst>
              <a:lin ang="5400000" scaled="1"/>
              <a:tileRect/>
            </a:gradFill>
            <a:prstDash val="solid"/>
            <a:miter/>
          </a:ln>
          <a:effectLst>
            <a:outerShdw blurRad="190500" algn="ctr" rotWithShape="0">
              <a:prstClr val="black">
                <a:alpha val="25000"/>
              </a:prstClr>
            </a:outerShdw>
          </a:effectLst>
        </p:spPr>
        <p:txBody>
          <a:bodyPr wrap="square" rtlCol="0" anchor="ctr">
            <a:noAutofit/>
          </a:bodyPr>
          <a:lstStyle/>
          <a:p>
            <a:pPr marR="0" lvl="0" indent="0" defTabSz="2665918" fontAlgn="auto">
              <a:lnSpc>
                <a:spcPct val="100000"/>
              </a:lnSpc>
              <a:spcBef>
                <a:spcPts val="2918"/>
              </a:spcBef>
              <a:spcAft>
                <a:spcPts val="0"/>
              </a:spcAft>
              <a:buClr>
                <a:srgbClr val="F2F2F2"/>
              </a:buClr>
              <a:buSzTx/>
              <a:buFontTx/>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27" name="Freeform: Shape 26">
            <a:extLst>
              <a:ext uri="{FF2B5EF4-FFF2-40B4-BE49-F238E27FC236}">
                <a16:creationId xmlns:a16="http://schemas.microsoft.com/office/drawing/2014/main" id="{482D4EEC-980B-C63C-0AA4-8248D74F46CA}"/>
              </a:ext>
              <a:ext uri="{C183D7F6-B498-43B3-948B-1728B52AA6E4}">
                <adec:decorative xmlns:adec="http://schemas.microsoft.com/office/drawing/2017/decorative" val="1"/>
              </a:ext>
            </a:extLst>
          </p:cNvPr>
          <p:cNvSpPr>
            <a:spLocks noChangeAspect="1"/>
          </p:cNvSpPr>
          <p:nvPr userDrawn="1"/>
        </p:nvSpPr>
        <p:spPr>
          <a:xfrm>
            <a:off x="9052601" y="4532555"/>
            <a:ext cx="782578" cy="2549485"/>
          </a:xfrm>
          <a:custGeom>
            <a:avLst/>
            <a:gdLst>
              <a:gd name="connsiteX0" fmla="*/ 0 w 782578"/>
              <a:gd name="connsiteY0" fmla="*/ 0 h 2549485"/>
              <a:gd name="connsiteX1" fmla="*/ 782578 w 782578"/>
              <a:gd name="connsiteY1" fmla="*/ 388318 h 2549485"/>
              <a:gd name="connsiteX2" fmla="*/ 782578 w 782578"/>
              <a:gd name="connsiteY2" fmla="*/ 513933 h 2549485"/>
              <a:gd name="connsiteX3" fmla="*/ 782578 w 782578"/>
              <a:gd name="connsiteY3" fmla="*/ 2423869 h 2549485"/>
              <a:gd name="connsiteX4" fmla="*/ 782578 w 782578"/>
              <a:gd name="connsiteY4" fmla="*/ 2549485 h 2549485"/>
              <a:gd name="connsiteX5" fmla="*/ 0 w 782578"/>
              <a:gd name="connsiteY5" fmla="*/ 2161168 h 2549485"/>
              <a:gd name="connsiteX6" fmla="*/ 0 w 782578"/>
              <a:gd name="connsiteY6" fmla="*/ 2035552 h 2549485"/>
              <a:gd name="connsiteX7" fmla="*/ 0 w 782578"/>
              <a:gd name="connsiteY7" fmla="*/ 125616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49485">
                <a:moveTo>
                  <a:pt x="0" y="0"/>
                </a:moveTo>
                <a:lnTo>
                  <a:pt x="782578" y="388318"/>
                </a:lnTo>
                <a:lnTo>
                  <a:pt x="782578" y="513933"/>
                </a:lnTo>
                <a:lnTo>
                  <a:pt x="782578" y="2423869"/>
                </a:lnTo>
                <a:lnTo>
                  <a:pt x="782578" y="2549485"/>
                </a:lnTo>
                <a:lnTo>
                  <a:pt x="0" y="2161168"/>
                </a:lnTo>
                <a:lnTo>
                  <a:pt x="0" y="2035552"/>
                </a:lnTo>
                <a:lnTo>
                  <a:pt x="0" y="125616"/>
                </a:lnTo>
                <a:close/>
              </a:path>
            </a:pathLst>
          </a:custGeom>
          <a:noFill/>
          <a:ln w="19050" cap="flat">
            <a:gradFill flip="none" rotWithShape="1">
              <a:gsLst>
                <a:gs pos="0">
                  <a:schemeClr val="accent2">
                    <a:alpha val="48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28" name="Freeform: Shape 27">
            <a:extLst>
              <a:ext uri="{FF2B5EF4-FFF2-40B4-BE49-F238E27FC236}">
                <a16:creationId xmlns:a16="http://schemas.microsoft.com/office/drawing/2014/main" id="{97CD2583-13F3-0F9F-9518-43C19E4A3FF0}"/>
              </a:ext>
              <a:ext uri="{C183D7F6-B498-43B3-948B-1728B52AA6E4}">
                <adec:decorative xmlns:adec="http://schemas.microsoft.com/office/drawing/2017/decorative" val="1"/>
              </a:ext>
            </a:extLst>
          </p:cNvPr>
          <p:cNvSpPr>
            <a:spLocks noChangeAspect="1"/>
          </p:cNvSpPr>
          <p:nvPr userDrawn="1"/>
        </p:nvSpPr>
        <p:spPr>
          <a:xfrm>
            <a:off x="8657818" y="4767246"/>
            <a:ext cx="782578" cy="2549485"/>
          </a:xfrm>
          <a:custGeom>
            <a:avLst/>
            <a:gdLst>
              <a:gd name="connsiteX0" fmla="*/ 0 w 782578"/>
              <a:gd name="connsiteY0" fmla="*/ 0 h 2549485"/>
              <a:gd name="connsiteX1" fmla="*/ 782578 w 782578"/>
              <a:gd name="connsiteY1" fmla="*/ 388318 h 2549485"/>
              <a:gd name="connsiteX2" fmla="*/ 782578 w 782578"/>
              <a:gd name="connsiteY2" fmla="*/ 513933 h 2549485"/>
              <a:gd name="connsiteX3" fmla="*/ 782578 w 782578"/>
              <a:gd name="connsiteY3" fmla="*/ 2423869 h 2549485"/>
              <a:gd name="connsiteX4" fmla="*/ 782578 w 782578"/>
              <a:gd name="connsiteY4" fmla="*/ 2549485 h 2549485"/>
              <a:gd name="connsiteX5" fmla="*/ 0 w 782578"/>
              <a:gd name="connsiteY5" fmla="*/ 2161168 h 2549485"/>
              <a:gd name="connsiteX6" fmla="*/ 0 w 782578"/>
              <a:gd name="connsiteY6" fmla="*/ 2035552 h 2549485"/>
              <a:gd name="connsiteX7" fmla="*/ 0 w 782578"/>
              <a:gd name="connsiteY7" fmla="*/ 125616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49485">
                <a:moveTo>
                  <a:pt x="0" y="0"/>
                </a:moveTo>
                <a:lnTo>
                  <a:pt x="782578" y="388318"/>
                </a:lnTo>
                <a:lnTo>
                  <a:pt x="782578" y="513933"/>
                </a:lnTo>
                <a:lnTo>
                  <a:pt x="782578" y="2423869"/>
                </a:lnTo>
                <a:lnTo>
                  <a:pt x="782578" y="2549485"/>
                </a:lnTo>
                <a:lnTo>
                  <a:pt x="0" y="2161168"/>
                </a:lnTo>
                <a:lnTo>
                  <a:pt x="0" y="2035552"/>
                </a:lnTo>
                <a:lnTo>
                  <a:pt x="0" y="125616"/>
                </a:lnTo>
                <a:close/>
              </a:path>
            </a:pathLst>
          </a:custGeom>
          <a:noFill/>
          <a:ln w="19050" cap="flat">
            <a:gradFill flip="none" rotWithShape="1">
              <a:gsLst>
                <a:gs pos="1399">
                  <a:schemeClr val="tx2">
                    <a:alpha val="30000"/>
                  </a:schemeClr>
                </a:gs>
                <a:gs pos="30000">
                  <a:schemeClr val="accent2">
                    <a:alpha val="48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29" name="Freeform: Shape 28">
            <a:extLst>
              <a:ext uri="{FF2B5EF4-FFF2-40B4-BE49-F238E27FC236}">
                <a16:creationId xmlns:a16="http://schemas.microsoft.com/office/drawing/2014/main" id="{9F09A065-493E-3470-E29D-75E5FEE36726}"/>
              </a:ext>
              <a:ext uri="{C183D7F6-B498-43B3-948B-1728B52AA6E4}">
                <adec:decorative xmlns:adec="http://schemas.microsoft.com/office/drawing/2017/decorative" val="1"/>
              </a:ext>
            </a:extLst>
          </p:cNvPr>
          <p:cNvSpPr>
            <a:spLocks noChangeAspect="1"/>
          </p:cNvSpPr>
          <p:nvPr userDrawn="1"/>
        </p:nvSpPr>
        <p:spPr>
          <a:xfrm>
            <a:off x="8263035" y="5001937"/>
            <a:ext cx="782578" cy="2549485"/>
          </a:xfrm>
          <a:custGeom>
            <a:avLst/>
            <a:gdLst>
              <a:gd name="connsiteX0" fmla="*/ 0 w 782578"/>
              <a:gd name="connsiteY0" fmla="*/ 0 h 2549485"/>
              <a:gd name="connsiteX1" fmla="*/ 782578 w 782578"/>
              <a:gd name="connsiteY1" fmla="*/ 388318 h 2549485"/>
              <a:gd name="connsiteX2" fmla="*/ 782578 w 782578"/>
              <a:gd name="connsiteY2" fmla="*/ 513933 h 2549485"/>
              <a:gd name="connsiteX3" fmla="*/ 782578 w 782578"/>
              <a:gd name="connsiteY3" fmla="*/ 2423869 h 2549485"/>
              <a:gd name="connsiteX4" fmla="*/ 782578 w 782578"/>
              <a:gd name="connsiteY4" fmla="*/ 2549485 h 2549485"/>
              <a:gd name="connsiteX5" fmla="*/ 0 w 782578"/>
              <a:gd name="connsiteY5" fmla="*/ 2161168 h 2549485"/>
              <a:gd name="connsiteX6" fmla="*/ 0 w 782578"/>
              <a:gd name="connsiteY6" fmla="*/ 2035552 h 2549485"/>
              <a:gd name="connsiteX7" fmla="*/ 0 w 782578"/>
              <a:gd name="connsiteY7" fmla="*/ 125616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49485">
                <a:moveTo>
                  <a:pt x="0" y="0"/>
                </a:moveTo>
                <a:lnTo>
                  <a:pt x="782578" y="388318"/>
                </a:lnTo>
                <a:lnTo>
                  <a:pt x="782578" y="513933"/>
                </a:lnTo>
                <a:lnTo>
                  <a:pt x="782578" y="2423869"/>
                </a:lnTo>
                <a:lnTo>
                  <a:pt x="782578" y="2549485"/>
                </a:lnTo>
                <a:lnTo>
                  <a:pt x="0" y="2161168"/>
                </a:lnTo>
                <a:lnTo>
                  <a:pt x="0" y="2035552"/>
                </a:lnTo>
                <a:lnTo>
                  <a:pt x="0" y="125616"/>
                </a:lnTo>
                <a:close/>
              </a:path>
            </a:pathLst>
          </a:custGeom>
          <a:noFill/>
          <a:ln w="19050" cap="flat">
            <a:gradFill flip="none" rotWithShape="1">
              <a:gsLst>
                <a:gs pos="0">
                  <a:schemeClr val="tx2">
                    <a:alpha val="55000"/>
                  </a:schemeClr>
                </a:gs>
                <a:gs pos="30000">
                  <a:schemeClr val="accent2">
                    <a:alpha val="48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30" name="Freeform: Shape 29">
            <a:extLst>
              <a:ext uri="{FF2B5EF4-FFF2-40B4-BE49-F238E27FC236}">
                <a16:creationId xmlns:a16="http://schemas.microsoft.com/office/drawing/2014/main" id="{AF4C22F0-5BEC-7F2B-1B11-0722C093005D}"/>
              </a:ext>
              <a:ext uri="{C183D7F6-B498-43B3-948B-1728B52AA6E4}">
                <adec:decorative xmlns:adec="http://schemas.microsoft.com/office/drawing/2017/decorative" val="1"/>
              </a:ext>
            </a:extLst>
          </p:cNvPr>
          <p:cNvSpPr/>
          <p:nvPr userDrawn="1"/>
        </p:nvSpPr>
        <p:spPr>
          <a:xfrm>
            <a:off x="7882230" y="5236628"/>
            <a:ext cx="768600" cy="2549485"/>
          </a:xfrm>
          <a:custGeom>
            <a:avLst/>
            <a:gdLst>
              <a:gd name="connsiteX0" fmla="*/ 0 w 768600"/>
              <a:gd name="connsiteY0" fmla="*/ 0 h 2549485"/>
              <a:gd name="connsiteX1" fmla="*/ 768600 w 768600"/>
              <a:gd name="connsiteY1" fmla="*/ 381382 h 2549485"/>
              <a:gd name="connsiteX2" fmla="*/ 768600 w 768600"/>
              <a:gd name="connsiteY2" fmla="*/ 507334 h 2549485"/>
              <a:gd name="connsiteX3" fmla="*/ 768600 w 768600"/>
              <a:gd name="connsiteY3" fmla="*/ 2423533 h 2549485"/>
              <a:gd name="connsiteX4" fmla="*/ 768600 w 768600"/>
              <a:gd name="connsiteY4" fmla="*/ 2549485 h 2549485"/>
              <a:gd name="connsiteX5" fmla="*/ 0 w 768600"/>
              <a:gd name="connsiteY5" fmla="*/ 2168103 h 2549485"/>
              <a:gd name="connsiteX6" fmla="*/ 0 w 768600"/>
              <a:gd name="connsiteY6" fmla="*/ 2042151 h 2549485"/>
              <a:gd name="connsiteX7" fmla="*/ 0 w 768600"/>
              <a:gd name="connsiteY7" fmla="*/ 125952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549485">
                <a:moveTo>
                  <a:pt x="0" y="0"/>
                </a:moveTo>
                <a:lnTo>
                  <a:pt x="768600" y="381382"/>
                </a:lnTo>
                <a:lnTo>
                  <a:pt x="768600" y="507334"/>
                </a:lnTo>
                <a:lnTo>
                  <a:pt x="768600" y="2423533"/>
                </a:lnTo>
                <a:lnTo>
                  <a:pt x="768600" y="2549485"/>
                </a:lnTo>
                <a:lnTo>
                  <a:pt x="0" y="2168103"/>
                </a:lnTo>
                <a:lnTo>
                  <a:pt x="0" y="2042151"/>
                </a:lnTo>
                <a:lnTo>
                  <a:pt x="0" y="125952"/>
                </a:lnTo>
                <a:close/>
              </a:path>
            </a:pathLst>
          </a:custGeom>
          <a:gradFill flip="none" rotWithShape="1">
            <a:gsLst>
              <a:gs pos="64000">
                <a:srgbClr val="92C0E9">
                  <a:lumMod val="75000"/>
                  <a:alpha val="56000"/>
                </a:srgbClr>
              </a:gs>
              <a:gs pos="0">
                <a:srgbClr val="92C0E9">
                  <a:alpha val="15000"/>
                </a:srgbClr>
              </a:gs>
            </a:gsLst>
            <a:lin ang="6900000" scaled="0"/>
            <a:tileRect/>
          </a:gradFill>
          <a:ln w="19050" cap="flat">
            <a:gradFill>
              <a:gsLst>
                <a:gs pos="0">
                  <a:srgbClr val="92C0E9">
                    <a:alpha val="22000"/>
                  </a:srgbClr>
                </a:gs>
                <a:gs pos="100000">
                  <a:srgbClr val="92C0E9">
                    <a:lumMod val="50000"/>
                    <a:alpha val="25000"/>
                  </a:srgbClr>
                </a:gs>
              </a:gsLst>
              <a:lin ang="5400000" scaled="1"/>
            </a:gradFill>
            <a:prstDash val="solid"/>
            <a:miter/>
          </a:ln>
          <a:effectLst>
            <a:outerShdw blurRad="190500" algn="ctr" rotWithShape="0">
              <a:prstClr val="black">
                <a:alpha val="25000"/>
              </a:prstClr>
            </a:outerShdw>
          </a:effectLst>
        </p:spPr>
        <p:txBody>
          <a:bodyPr wrap="square" rtlCol="0" anchor="ctr">
            <a:noAutofit/>
          </a:bodyPr>
          <a:lstStyle/>
          <a:p>
            <a:pPr marL="0" marR="0" lvl="0" indent="0" defTabSz="2665918" eaLnBrk="1" fontAlgn="auto" latinLnBrk="0" hangingPunct="1">
              <a:lnSpc>
                <a:spcPct val="100000"/>
              </a:lnSpc>
              <a:spcBef>
                <a:spcPts val="2918"/>
              </a:spcBef>
              <a:spcAft>
                <a:spcPts val="0"/>
              </a:spcAft>
              <a:buClr>
                <a:srgbClr val="F2F2F2"/>
              </a:buClr>
              <a:buSzTx/>
              <a:buFontTx/>
              <a:buNone/>
              <a:tabLst/>
              <a:defRPr/>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31" name="Freeform: Shape 30">
            <a:extLst>
              <a:ext uri="{FF2B5EF4-FFF2-40B4-BE49-F238E27FC236}">
                <a16:creationId xmlns:a16="http://schemas.microsoft.com/office/drawing/2014/main" id="{2C5DDEC3-9513-F98D-F1AA-2B010B325EC3}"/>
              </a:ext>
              <a:ext uri="{C183D7F6-B498-43B3-948B-1728B52AA6E4}">
                <adec:decorative xmlns:adec="http://schemas.microsoft.com/office/drawing/2017/decorative" val="1"/>
              </a:ext>
            </a:extLst>
          </p:cNvPr>
          <p:cNvSpPr>
            <a:spLocks noChangeAspect="1"/>
          </p:cNvSpPr>
          <p:nvPr userDrawn="1"/>
        </p:nvSpPr>
        <p:spPr>
          <a:xfrm>
            <a:off x="7487447" y="5471319"/>
            <a:ext cx="782578" cy="2549485"/>
          </a:xfrm>
          <a:custGeom>
            <a:avLst/>
            <a:gdLst>
              <a:gd name="connsiteX0" fmla="*/ 0 w 782578"/>
              <a:gd name="connsiteY0" fmla="*/ 0 h 2549485"/>
              <a:gd name="connsiteX1" fmla="*/ 782578 w 782578"/>
              <a:gd name="connsiteY1" fmla="*/ 388318 h 2549485"/>
              <a:gd name="connsiteX2" fmla="*/ 782578 w 782578"/>
              <a:gd name="connsiteY2" fmla="*/ 513933 h 2549485"/>
              <a:gd name="connsiteX3" fmla="*/ 782578 w 782578"/>
              <a:gd name="connsiteY3" fmla="*/ 2423869 h 2549485"/>
              <a:gd name="connsiteX4" fmla="*/ 782578 w 782578"/>
              <a:gd name="connsiteY4" fmla="*/ 2549485 h 2549485"/>
              <a:gd name="connsiteX5" fmla="*/ 0 w 782578"/>
              <a:gd name="connsiteY5" fmla="*/ 2161168 h 2549485"/>
              <a:gd name="connsiteX6" fmla="*/ 0 w 782578"/>
              <a:gd name="connsiteY6" fmla="*/ 2035552 h 2549485"/>
              <a:gd name="connsiteX7" fmla="*/ 0 w 782578"/>
              <a:gd name="connsiteY7" fmla="*/ 125616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49485">
                <a:moveTo>
                  <a:pt x="0" y="0"/>
                </a:moveTo>
                <a:lnTo>
                  <a:pt x="782578" y="388318"/>
                </a:lnTo>
                <a:lnTo>
                  <a:pt x="782578" y="513933"/>
                </a:lnTo>
                <a:lnTo>
                  <a:pt x="782578" y="2423869"/>
                </a:lnTo>
                <a:lnTo>
                  <a:pt x="782578" y="2549485"/>
                </a:lnTo>
                <a:lnTo>
                  <a:pt x="0" y="2161168"/>
                </a:lnTo>
                <a:lnTo>
                  <a:pt x="0" y="2035552"/>
                </a:lnTo>
                <a:lnTo>
                  <a:pt x="0" y="125616"/>
                </a:lnTo>
                <a:close/>
              </a:path>
            </a:pathLst>
          </a:custGeom>
          <a:noFill/>
          <a:ln w="19050" cap="flat">
            <a:gradFill flip="none" rotWithShape="1">
              <a:gsLst>
                <a:gs pos="1399">
                  <a:schemeClr val="tx2">
                    <a:alpha val="30000"/>
                  </a:schemeClr>
                </a:gs>
                <a:gs pos="30000">
                  <a:schemeClr val="accent2">
                    <a:alpha val="48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32" name="Freeform: Shape 31">
            <a:extLst>
              <a:ext uri="{FF2B5EF4-FFF2-40B4-BE49-F238E27FC236}">
                <a16:creationId xmlns:a16="http://schemas.microsoft.com/office/drawing/2014/main" id="{124575F3-CC3E-F4C5-5DD5-78DA757DA6E8}"/>
              </a:ext>
              <a:ext uri="{C183D7F6-B498-43B3-948B-1728B52AA6E4}">
                <adec:decorative xmlns:adec="http://schemas.microsoft.com/office/drawing/2017/decorative" val="1"/>
              </a:ext>
            </a:extLst>
          </p:cNvPr>
          <p:cNvSpPr/>
          <p:nvPr userDrawn="1"/>
        </p:nvSpPr>
        <p:spPr>
          <a:xfrm>
            <a:off x="7106642" y="5706010"/>
            <a:ext cx="768600" cy="2549485"/>
          </a:xfrm>
          <a:custGeom>
            <a:avLst/>
            <a:gdLst>
              <a:gd name="connsiteX0" fmla="*/ 0 w 768600"/>
              <a:gd name="connsiteY0" fmla="*/ 0 h 2549485"/>
              <a:gd name="connsiteX1" fmla="*/ 768600 w 768600"/>
              <a:gd name="connsiteY1" fmla="*/ 381382 h 2549485"/>
              <a:gd name="connsiteX2" fmla="*/ 768600 w 768600"/>
              <a:gd name="connsiteY2" fmla="*/ 507334 h 2549485"/>
              <a:gd name="connsiteX3" fmla="*/ 768600 w 768600"/>
              <a:gd name="connsiteY3" fmla="*/ 2423533 h 2549485"/>
              <a:gd name="connsiteX4" fmla="*/ 768600 w 768600"/>
              <a:gd name="connsiteY4" fmla="*/ 2549485 h 2549485"/>
              <a:gd name="connsiteX5" fmla="*/ 0 w 768600"/>
              <a:gd name="connsiteY5" fmla="*/ 2168103 h 2549485"/>
              <a:gd name="connsiteX6" fmla="*/ 0 w 768600"/>
              <a:gd name="connsiteY6" fmla="*/ 2042151 h 2549485"/>
              <a:gd name="connsiteX7" fmla="*/ 0 w 768600"/>
              <a:gd name="connsiteY7" fmla="*/ 125952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549485">
                <a:moveTo>
                  <a:pt x="0" y="0"/>
                </a:moveTo>
                <a:lnTo>
                  <a:pt x="768600" y="381382"/>
                </a:lnTo>
                <a:lnTo>
                  <a:pt x="768600" y="507334"/>
                </a:lnTo>
                <a:lnTo>
                  <a:pt x="768600" y="2423533"/>
                </a:lnTo>
                <a:lnTo>
                  <a:pt x="768600" y="2549485"/>
                </a:lnTo>
                <a:lnTo>
                  <a:pt x="0" y="2168103"/>
                </a:lnTo>
                <a:lnTo>
                  <a:pt x="0" y="2042151"/>
                </a:lnTo>
                <a:lnTo>
                  <a:pt x="0" y="125952"/>
                </a:lnTo>
                <a:close/>
              </a:path>
            </a:pathLst>
          </a:custGeom>
          <a:noFill/>
          <a:ln w="19050" cap="flat">
            <a:gradFill flip="none" rotWithShape="1">
              <a:gsLst>
                <a:gs pos="1399">
                  <a:schemeClr val="tx2">
                    <a:alpha val="30000"/>
                  </a:schemeClr>
                </a:gs>
                <a:gs pos="30000">
                  <a:schemeClr val="accent2">
                    <a:alpha val="48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33" name="Freeform: Shape 32">
            <a:extLst>
              <a:ext uri="{FF2B5EF4-FFF2-40B4-BE49-F238E27FC236}">
                <a16:creationId xmlns:a16="http://schemas.microsoft.com/office/drawing/2014/main" id="{627941F4-5206-AA92-EF5B-9FE47642D69E}"/>
              </a:ext>
              <a:ext uri="{C183D7F6-B498-43B3-948B-1728B52AA6E4}">
                <adec:decorative xmlns:adec="http://schemas.microsoft.com/office/drawing/2017/decorative" val="1"/>
              </a:ext>
            </a:extLst>
          </p:cNvPr>
          <p:cNvSpPr/>
          <p:nvPr userDrawn="1"/>
        </p:nvSpPr>
        <p:spPr>
          <a:xfrm>
            <a:off x="0" y="1208444"/>
            <a:ext cx="768600" cy="2559751"/>
          </a:xfrm>
          <a:custGeom>
            <a:avLst/>
            <a:gdLst>
              <a:gd name="connsiteX0" fmla="*/ 0 w 768600"/>
              <a:gd name="connsiteY0" fmla="*/ 0 h 2559751"/>
              <a:gd name="connsiteX1" fmla="*/ 768600 w 768600"/>
              <a:gd name="connsiteY1" fmla="*/ 381382 h 2559751"/>
              <a:gd name="connsiteX2" fmla="*/ 768600 w 768600"/>
              <a:gd name="connsiteY2" fmla="*/ 507334 h 2559751"/>
              <a:gd name="connsiteX3" fmla="*/ 768600 w 768600"/>
              <a:gd name="connsiteY3" fmla="*/ 2433799 h 2559751"/>
              <a:gd name="connsiteX4" fmla="*/ 768600 w 768600"/>
              <a:gd name="connsiteY4" fmla="*/ 2559751 h 2559751"/>
              <a:gd name="connsiteX5" fmla="*/ 0 w 768600"/>
              <a:gd name="connsiteY5" fmla="*/ 2178369 h 2559751"/>
              <a:gd name="connsiteX6" fmla="*/ 0 w 768600"/>
              <a:gd name="connsiteY6" fmla="*/ 2052417 h 2559751"/>
              <a:gd name="connsiteX7" fmla="*/ 0 w 768600"/>
              <a:gd name="connsiteY7" fmla="*/ 125952 h 255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8600" h="2559751">
                <a:moveTo>
                  <a:pt x="0" y="0"/>
                </a:moveTo>
                <a:lnTo>
                  <a:pt x="768600" y="381382"/>
                </a:lnTo>
                <a:lnTo>
                  <a:pt x="768600" y="507334"/>
                </a:lnTo>
                <a:lnTo>
                  <a:pt x="768600" y="2433799"/>
                </a:lnTo>
                <a:lnTo>
                  <a:pt x="768600" y="2559751"/>
                </a:lnTo>
                <a:lnTo>
                  <a:pt x="0" y="2178369"/>
                </a:lnTo>
                <a:lnTo>
                  <a:pt x="0" y="2052417"/>
                </a:lnTo>
                <a:lnTo>
                  <a:pt x="0" y="125952"/>
                </a:lnTo>
                <a:close/>
              </a:path>
            </a:pathLst>
          </a:custGeom>
          <a:noFill/>
          <a:ln w="19050" cap="flat">
            <a:gradFill flip="none" rotWithShape="1">
              <a:gsLst>
                <a:gs pos="63000">
                  <a:schemeClr val="tx2">
                    <a:alpha val="30000"/>
                  </a:schemeClr>
                </a:gs>
                <a:gs pos="0">
                  <a:schemeClr val="accent2">
                    <a:alpha val="48000"/>
                  </a:schemeClr>
                </a:gs>
                <a:gs pos="100000">
                  <a:srgbClr val="2F2A95">
                    <a:alpha val="7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34" name="Freeform: Shape 33">
            <a:extLst>
              <a:ext uri="{FF2B5EF4-FFF2-40B4-BE49-F238E27FC236}">
                <a16:creationId xmlns:a16="http://schemas.microsoft.com/office/drawing/2014/main" id="{B11CB0CF-F8A0-0B9C-F341-0598B1369ADA}"/>
              </a:ext>
              <a:ext uri="{C183D7F6-B498-43B3-948B-1728B52AA6E4}">
                <adec:decorative xmlns:adec="http://schemas.microsoft.com/office/drawing/2017/decorative" val="1"/>
              </a:ext>
            </a:extLst>
          </p:cNvPr>
          <p:cNvSpPr>
            <a:spLocks noChangeAspect="1"/>
          </p:cNvSpPr>
          <p:nvPr userDrawn="1"/>
        </p:nvSpPr>
        <p:spPr>
          <a:xfrm>
            <a:off x="6711859" y="5940703"/>
            <a:ext cx="782578" cy="2549485"/>
          </a:xfrm>
          <a:custGeom>
            <a:avLst/>
            <a:gdLst>
              <a:gd name="connsiteX0" fmla="*/ 0 w 782578"/>
              <a:gd name="connsiteY0" fmla="*/ 0 h 2549485"/>
              <a:gd name="connsiteX1" fmla="*/ 782578 w 782578"/>
              <a:gd name="connsiteY1" fmla="*/ 388318 h 2549485"/>
              <a:gd name="connsiteX2" fmla="*/ 782578 w 782578"/>
              <a:gd name="connsiteY2" fmla="*/ 513933 h 2549485"/>
              <a:gd name="connsiteX3" fmla="*/ 782578 w 782578"/>
              <a:gd name="connsiteY3" fmla="*/ 2423869 h 2549485"/>
              <a:gd name="connsiteX4" fmla="*/ 782578 w 782578"/>
              <a:gd name="connsiteY4" fmla="*/ 2549485 h 2549485"/>
              <a:gd name="connsiteX5" fmla="*/ 0 w 782578"/>
              <a:gd name="connsiteY5" fmla="*/ 2161168 h 2549485"/>
              <a:gd name="connsiteX6" fmla="*/ 0 w 782578"/>
              <a:gd name="connsiteY6" fmla="*/ 2035552 h 2549485"/>
              <a:gd name="connsiteX7" fmla="*/ 0 w 782578"/>
              <a:gd name="connsiteY7" fmla="*/ 125616 h 2549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2578" h="2549485">
                <a:moveTo>
                  <a:pt x="0" y="0"/>
                </a:moveTo>
                <a:lnTo>
                  <a:pt x="782578" y="388318"/>
                </a:lnTo>
                <a:lnTo>
                  <a:pt x="782578" y="513933"/>
                </a:lnTo>
                <a:lnTo>
                  <a:pt x="782578" y="2423869"/>
                </a:lnTo>
                <a:lnTo>
                  <a:pt x="782578" y="2549485"/>
                </a:lnTo>
                <a:lnTo>
                  <a:pt x="0" y="2161168"/>
                </a:lnTo>
                <a:lnTo>
                  <a:pt x="0" y="2035552"/>
                </a:lnTo>
                <a:lnTo>
                  <a:pt x="0" y="125616"/>
                </a:lnTo>
                <a:close/>
              </a:path>
            </a:pathLst>
          </a:custGeom>
          <a:noFill/>
          <a:ln w="19050" cap="flat">
            <a:gradFill flip="none" rotWithShape="1">
              <a:gsLst>
                <a:gs pos="0">
                  <a:schemeClr val="accent2">
                    <a:alpha val="48000"/>
                  </a:schemeClr>
                </a:gs>
                <a:gs pos="85000">
                  <a:srgbClr val="2F2A95">
                    <a:alpha val="30000"/>
                  </a:srgbClr>
                </a:gs>
              </a:gsLst>
              <a:lin ang="5400000" scaled="1"/>
              <a:tileRect/>
            </a:gradFill>
            <a:prstDash val="solid"/>
            <a:miter/>
          </a:ln>
          <a:effectLst>
            <a:outerShdw blurRad="190500" algn="ctr" rotWithShape="0">
              <a:prstClr val="black">
                <a:alpha val="25000"/>
              </a:prstClr>
            </a:outerShdw>
          </a:effectLst>
        </p:spPr>
        <p:txBody>
          <a:bodyPr rot="0" spcFirstLastPara="0" vertOverflow="overflow" horzOverflow="overflow" vert="horz" wrap="square" lIns="148209" tIns="74105" rIns="148209" bIns="74105" numCol="1" spcCol="0" rtlCol="0" fromWordArt="0" anchor="ctr" anchorCtr="0" forceAA="0" compatLnSpc="1">
            <a:prstTxWarp prst="textNoShape">
              <a:avLst/>
            </a:prstTxWarp>
            <a:noAutofit/>
          </a:bodyPr>
          <a:lstStyle/>
          <a:p>
            <a:pPr marR="0" lvl="0" indent="0" defTabSz="2665918" fontAlgn="auto">
              <a:lnSpc>
                <a:spcPct val="90000"/>
              </a:lnSpc>
              <a:spcBef>
                <a:spcPts val="2918"/>
              </a:spcBef>
              <a:spcAft>
                <a:spcPts val="0"/>
              </a:spcAft>
              <a:buClr>
                <a:srgbClr val="F2F2F2"/>
              </a:buClr>
              <a:buSzPct val="120000"/>
              <a:buFont typeface="Verdana" panose="020F0502020204030204" pitchFamily="34" charset="0"/>
              <a:buNone/>
              <a:tabLst/>
            </a:pPr>
            <a:endParaRPr kumimoji="0" lang="en-US" sz="9457" b="0" i="0" u="none" strike="noStrike" kern="0" cap="none" spc="0" normalizeH="0" baseline="0" noProof="0">
              <a:ln>
                <a:noFill/>
              </a:ln>
              <a:solidFill>
                <a:srgbClr val="FFFFFF"/>
              </a:solidFill>
              <a:effectLst/>
              <a:uLnTx/>
              <a:uFillTx/>
              <a:latin typeface="Verdana" panose="020B0604030504040204" pitchFamily="34" charset="0"/>
            </a:endParaRPr>
          </a:p>
        </p:txBody>
      </p:sp>
      <p:sp>
        <p:nvSpPr>
          <p:cNvPr id="4" name="Footer Placeholder 3">
            <a:extLst>
              <a:ext uri="{FF2B5EF4-FFF2-40B4-BE49-F238E27FC236}">
                <a16:creationId xmlns:a16="http://schemas.microsoft.com/office/drawing/2014/main" id="{A0C4AA9B-88C8-13CD-DF48-DB328E58A2B2}"/>
              </a:ext>
            </a:extLst>
          </p:cNvPr>
          <p:cNvSpPr>
            <a:spLocks noGrp="1"/>
          </p:cNvSpPr>
          <p:nvPr>
            <p:ph type="ftr" sz="quarter" idx="20"/>
          </p:nvPr>
        </p:nvSpPr>
        <p:spPr/>
        <p:txBody>
          <a:bodyPr/>
          <a:lstStyle/>
          <a:p>
            <a:pPr>
              <a:buClr>
                <a:schemeClr val="tx2"/>
              </a:buClr>
              <a:buSzPct val="120000"/>
              <a:buFont typeface="Verdana" panose="020F0502020204030204" pitchFamily="34" charset="0"/>
              <a:buNone/>
            </a:pPr>
            <a:endParaRPr lang="en-US"/>
          </a:p>
        </p:txBody>
      </p:sp>
      <p:sp>
        <p:nvSpPr>
          <p:cNvPr id="2" name="Date Placeholder 1">
            <a:extLst>
              <a:ext uri="{FF2B5EF4-FFF2-40B4-BE49-F238E27FC236}">
                <a16:creationId xmlns:a16="http://schemas.microsoft.com/office/drawing/2014/main" id="{A2105341-3D1F-AF19-E6E6-44F90FC8F33E}"/>
              </a:ext>
            </a:extLst>
          </p:cNvPr>
          <p:cNvSpPr>
            <a:spLocks noGrp="1"/>
          </p:cNvSpPr>
          <p:nvPr>
            <p:ph type="dt" sz="half" idx="19"/>
          </p:nvPr>
        </p:nvSpPr>
        <p:spPr/>
        <p:txBody>
          <a:body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7" name="Slide Number Placeholder 6">
            <a:extLst>
              <a:ext uri="{FF2B5EF4-FFF2-40B4-BE49-F238E27FC236}">
                <a16:creationId xmlns:a16="http://schemas.microsoft.com/office/drawing/2014/main" id="{3D1268FA-6FEE-025D-3F88-771214B6B977}"/>
              </a:ext>
            </a:extLst>
          </p:cNvPr>
          <p:cNvSpPr>
            <a:spLocks noGrp="1"/>
          </p:cNvSpPr>
          <p:nvPr>
            <p:ph type="sldNum" sz="quarter" idx="21"/>
          </p:nvPr>
        </p:nvSpPr>
        <p:spPr/>
        <p:txBody>
          <a:bodyPr vert="horz" wrap="square" lIns="0" tIns="0" rIns="0" bIns="0" rtlCol="0" anchor="b" anchorCtr="0">
            <a:spAutoFit/>
          </a:bodyPr>
          <a:lstStyle>
            <a:lvl1pPr>
              <a:defRPr lang="en-GB" smtClean="0"/>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Tree>
    <p:extLst>
      <p:ext uri="{BB962C8B-B14F-4D97-AF65-F5344CB8AC3E}">
        <p14:creationId xmlns:p14="http://schemas.microsoft.com/office/powerpoint/2010/main" val="2194438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par>
                                <p:cTn id="8" presetID="42" presetClass="path" presetSubtype="0" decel="100000" fill="hold" grpId="1" nodeType="withEffect">
                                  <p:stCondLst>
                                    <p:cond delay="500"/>
                                  </p:stCondLst>
                                  <p:childTnLst>
                                    <p:animMotion origin="layout" path="M 0 0.03889 L 0 -2.59259E-6 " pathEditMode="relative" rAng="0" ptsTypes="AA">
                                      <p:cBhvr>
                                        <p:cTn id="9" dur="500" fill="hold"/>
                                        <p:tgtEl>
                                          <p:spTgt spid="6"/>
                                        </p:tgtEl>
                                        <p:attrNameLst>
                                          <p:attrName>ppt_x</p:attrName>
                                          <p:attrName>ppt_y</p:attrName>
                                        </p:attrNameLst>
                                      </p:cBhvr>
                                      <p:rCtr x="0" y="-1944"/>
                                    </p:animMotion>
                                  </p:childTnLst>
                                </p:cTn>
                              </p:par>
                              <p:par>
                                <p:cTn id="10" presetID="10" presetClass="entr" presetSubtype="0" fill="hold" grpId="0" nodeType="withEffect">
                                  <p:stCondLst>
                                    <p:cond delay="50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250"/>
                                        <p:tgtEl>
                                          <p:spTgt spid="24"/>
                                        </p:tgtEl>
                                      </p:cBhvr>
                                    </p:animEffect>
                                  </p:childTnLst>
                                </p:cTn>
                              </p:par>
                              <p:par>
                                <p:cTn id="13" presetID="42" presetClass="path" presetSubtype="0" decel="100000" fill="hold" grpId="1" nodeType="withEffect">
                                  <p:stCondLst>
                                    <p:cond delay="500"/>
                                  </p:stCondLst>
                                  <p:childTnLst>
                                    <p:animMotion origin="layout" path="M 0 -0.03472 L 0 -3.33333E-6 " pathEditMode="relative" rAng="0" ptsTypes="AA">
                                      <p:cBhvr>
                                        <p:cTn id="14" dur="500" fill="hold"/>
                                        <p:tgtEl>
                                          <p:spTgt spid="24"/>
                                        </p:tgtEl>
                                        <p:attrNameLst>
                                          <p:attrName>ppt_x</p:attrName>
                                          <p:attrName>ppt_y</p:attrName>
                                        </p:attrNameLst>
                                      </p:cBhvr>
                                      <p:rCtr x="0" y="1736"/>
                                    </p:animMotion>
                                  </p:childTnLst>
                                </p:cTn>
                              </p:par>
                              <p:par>
                                <p:cTn id="15" presetID="22" presetClass="entr" presetSubtype="2"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right)">
                                      <p:cBhvr>
                                        <p:cTn id="17" dur="1000"/>
                                        <p:tgtEl>
                                          <p:spTgt spid="5"/>
                                        </p:tgtEl>
                                      </p:cBhvr>
                                    </p:animEffect>
                                  </p:childTnLst>
                                </p:cTn>
                              </p:par>
                              <p:par>
                                <p:cTn id="18" presetID="10" presetClass="entr" presetSubtype="0" fill="hold" nodeType="withEffect">
                                  <p:stCondLst>
                                    <p:cond delay="50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250"/>
                                        <p:tgtEl>
                                          <p:spTgt spid="8"/>
                                        </p:tgtEl>
                                      </p:cBhvr>
                                    </p:animEffect>
                                  </p:childTnLst>
                                </p:cTn>
                              </p:par>
                              <p:par>
                                <p:cTn id="21" presetID="42" presetClass="path" presetSubtype="0" decel="100000" fill="hold" nodeType="withEffect">
                                  <p:stCondLst>
                                    <p:cond delay="500"/>
                                  </p:stCondLst>
                                  <p:childTnLst>
                                    <p:animMotion origin="layout" path="M 1.25E-6 0.03889 L 1.25E-6 1.85185E-6 " pathEditMode="relative" rAng="0" ptsTypes="AA">
                                      <p:cBhvr>
                                        <p:cTn id="22" dur="500" fill="hold"/>
                                        <p:tgtEl>
                                          <p:spTgt spid="8"/>
                                        </p:tgtEl>
                                        <p:attrNameLst>
                                          <p:attrName>ppt_x</p:attrName>
                                          <p:attrName>ppt_y</p:attrName>
                                        </p:attrNameLst>
                                      </p:cBhvr>
                                      <p:rCtr x="0" y="-1944"/>
                                    </p:animMotion>
                                  </p:childTnLst>
                                </p:cTn>
                              </p:par>
                              <p:par>
                                <p:cTn id="23" presetID="10" presetClass="entr" presetSubtype="0" fill="hold" grpId="1"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250"/>
                                        <p:tgtEl>
                                          <p:spTgt spid="20"/>
                                        </p:tgtEl>
                                      </p:cBhvr>
                                    </p:animEffect>
                                  </p:childTnLst>
                                </p:cTn>
                              </p:par>
                              <p:par>
                                <p:cTn id="26" presetID="10" presetClass="entr" presetSubtype="0" fill="hold" grpId="1"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250"/>
                                        <p:tgtEl>
                                          <p:spTgt spid="21"/>
                                        </p:tgtEl>
                                      </p:cBhvr>
                                    </p:animEffect>
                                  </p:childTnLst>
                                </p:cTn>
                              </p:par>
                              <p:par>
                                <p:cTn id="29" presetID="10" presetClass="entr" presetSubtype="0" fill="hold" grpId="1"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250"/>
                                        <p:tgtEl>
                                          <p:spTgt spid="22"/>
                                        </p:tgtEl>
                                      </p:cBhvr>
                                    </p:animEffect>
                                  </p:childTnLst>
                                </p:cTn>
                              </p:par>
                              <p:par>
                                <p:cTn id="32" presetID="10" presetClass="entr" presetSubtype="0" fill="hold" grpId="1"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250"/>
                                        <p:tgtEl>
                                          <p:spTgt spid="23"/>
                                        </p:tgtEl>
                                      </p:cBhvr>
                                    </p:animEffect>
                                  </p:childTnLst>
                                </p:cTn>
                              </p:par>
                              <p:par>
                                <p:cTn id="35" presetID="10" presetClass="entr" presetSubtype="0" fill="hold" grpId="1"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250"/>
                                        <p:tgtEl>
                                          <p:spTgt spid="25"/>
                                        </p:tgtEl>
                                      </p:cBhvr>
                                    </p:animEffect>
                                  </p:childTnLst>
                                </p:cTn>
                              </p:par>
                              <p:par>
                                <p:cTn id="38" presetID="10" presetClass="entr" presetSubtype="0" fill="hold" grpId="1"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250"/>
                                        <p:tgtEl>
                                          <p:spTgt spid="26"/>
                                        </p:tgtEl>
                                      </p:cBhvr>
                                    </p:animEffect>
                                  </p:childTnLst>
                                </p:cTn>
                              </p:par>
                              <p:par>
                                <p:cTn id="41" presetID="10" presetClass="entr" presetSubtype="0" fill="hold" grpId="1"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250"/>
                                        <p:tgtEl>
                                          <p:spTgt spid="27"/>
                                        </p:tgtEl>
                                      </p:cBhvr>
                                    </p:animEffect>
                                  </p:childTnLst>
                                </p:cTn>
                              </p:par>
                              <p:par>
                                <p:cTn id="44" presetID="10" presetClass="entr" presetSubtype="0" fill="hold" grpId="1"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250"/>
                                        <p:tgtEl>
                                          <p:spTgt spid="28"/>
                                        </p:tgtEl>
                                      </p:cBhvr>
                                    </p:animEffect>
                                  </p:childTnLst>
                                </p:cTn>
                              </p:par>
                              <p:par>
                                <p:cTn id="47" presetID="10" presetClass="entr" presetSubtype="0" fill="hold" grpId="1"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250"/>
                                        <p:tgtEl>
                                          <p:spTgt spid="29"/>
                                        </p:tgtEl>
                                      </p:cBhvr>
                                    </p:animEffect>
                                  </p:childTnLst>
                                </p:cTn>
                              </p:par>
                              <p:par>
                                <p:cTn id="50" presetID="10" presetClass="entr" presetSubtype="0" fill="hold" grpId="1"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250"/>
                                        <p:tgtEl>
                                          <p:spTgt spid="30"/>
                                        </p:tgtEl>
                                      </p:cBhvr>
                                    </p:animEffect>
                                  </p:childTnLst>
                                </p:cTn>
                              </p:par>
                              <p:par>
                                <p:cTn id="53" presetID="10" presetClass="entr" presetSubtype="0" fill="hold" grpId="1"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250"/>
                                        <p:tgtEl>
                                          <p:spTgt spid="31"/>
                                        </p:tgtEl>
                                      </p:cBhvr>
                                    </p:animEffect>
                                  </p:childTnLst>
                                </p:cTn>
                              </p:par>
                              <p:par>
                                <p:cTn id="56" presetID="10" presetClass="entr" presetSubtype="0" fill="hold" grpId="1" nodeType="with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fade">
                                      <p:cBhvr>
                                        <p:cTn id="58" dur="250"/>
                                        <p:tgtEl>
                                          <p:spTgt spid="32"/>
                                        </p:tgtEl>
                                      </p:cBhvr>
                                    </p:animEffect>
                                  </p:childTnLst>
                                </p:cTn>
                              </p:par>
                              <p:par>
                                <p:cTn id="59" presetID="10" presetClass="entr" presetSubtype="0" fill="hold" grpId="1"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250"/>
                                        <p:tgtEl>
                                          <p:spTgt spid="34"/>
                                        </p:tgtEl>
                                      </p:cBhvr>
                                    </p:animEffect>
                                  </p:childTnLst>
                                </p:cTn>
                              </p:par>
                              <p:par>
                                <p:cTn id="62" presetID="10" presetClass="entr" presetSubtype="0" fill="hold" grpId="1" nodeType="withEffect">
                                  <p:stCondLst>
                                    <p:cond delay="0"/>
                                  </p:stCondLst>
                                  <p:childTnLst>
                                    <p:set>
                                      <p:cBhvr>
                                        <p:cTn id="63" dur="1" fill="hold">
                                          <p:stCondLst>
                                            <p:cond delay="0"/>
                                          </p:stCondLst>
                                        </p:cTn>
                                        <p:tgtEl>
                                          <p:spTgt spid="3"/>
                                        </p:tgtEl>
                                        <p:attrNameLst>
                                          <p:attrName>style.visibility</p:attrName>
                                        </p:attrNameLst>
                                      </p:cBhvr>
                                      <p:to>
                                        <p:strVal val="visible"/>
                                      </p:to>
                                    </p:set>
                                    <p:animEffect transition="in" filter="fade">
                                      <p:cBhvr>
                                        <p:cTn id="64" dur="250"/>
                                        <p:tgtEl>
                                          <p:spTgt spid="3"/>
                                        </p:tgtEl>
                                      </p:cBhvr>
                                    </p:animEffect>
                                  </p:childTnLst>
                                </p:cTn>
                              </p:par>
                              <p:par>
                                <p:cTn id="65" presetID="10" presetClass="entr" presetSubtype="0" fill="hold" grpId="1" nodeType="withEffect">
                                  <p:stCondLst>
                                    <p:cond delay="0"/>
                                  </p:stCondLst>
                                  <p:childTnLst>
                                    <p:set>
                                      <p:cBhvr>
                                        <p:cTn id="66" dur="1" fill="hold">
                                          <p:stCondLst>
                                            <p:cond delay="0"/>
                                          </p:stCondLst>
                                        </p:cTn>
                                        <p:tgtEl>
                                          <p:spTgt spid="9"/>
                                        </p:tgtEl>
                                        <p:attrNameLst>
                                          <p:attrName>style.visibility</p:attrName>
                                        </p:attrNameLst>
                                      </p:cBhvr>
                                      <p:to>
                                        <p:strVal val="visible"/>
                                      </p:to>
                                    </p:set>
                                    <p:animEffect transition="in" filter="fade">
                                      <p:cBhvr>
                                        <p:cTn id="67" dur="250"/>
                                        <p:tgtEl>
                                          <p:spTgt spid="9"/>
                                        </p:tgtEl>
                                      </p:cBhvr>
                                    </p:animEffect>
                                  </p:childTnLst>
                                </p:cTn>
                              </p:par>
                              <p:par>
                                <p:cTn id="68" presetID="10" presetClass="entr" presetSubtype="0" fill="hold" grpId="1" nodeType="withEffect">
                                  <p:stCondLst>
                                    <p:cond delay="0"/>
                                  </p:stCondLst>
                                  <p:childTnLst>
                                    <p:set>
                                      <p:cBhvr>
                                        <p:cTn id="69" dur="1" fill="hold">
                                          <p:stCondLst>
                                            <p:cond delay="0"/>
                                          </p:stCondLst>
                                        </p:cTn>
                                        <p:tgtEl>
                                          <p:spTgt spid="10"/>
                                        </p:tgtEl>
                                        <p:attrNameLst>
                                          <p:attrName>style.visibility</p:attrName>
                                        </p:attrNameLst>
                                      </p:cBhvr>
                                      <p:to>
                                        <p:strVal val="visible"/>
                                      </p:to>
                                    </p:set>
                                    <p:animEffect transition="in" filter="fade">
                                      <p:cBhvr>
                                        <p:cTn id="70" dur="250"/>
                                        <p:tgtEl>
                                          <p:spTgt spid="10"/>
                                        </p:tgtEl>
                                      </p:cBhvr>
                                    </p:animEffect>
                                  </p:childTnLst>
                                </p:cTn>
                              </p:par>
                              <p:par>
                                <p:cTn id="71" presetID="10" presetClass="entr" presetSubtype="0" fill="hold" grpId="1" nodeType="withEffect">
                                  <p:stCondLst>
                                    <p:cond delay="0"/>
                                  </p:stCondLst>
                                  <p:childTnLst>
                                    <p:set>
                                      <p:cBhvr>
                                        <p:cTn id="72" dur="1" fill="hold">
                                          <p:stCondLst>
                                            <p:cond delay="0"/>
                                          </p:stCondLst>
                                        </p:cTn>
                                        <p:tgtEl>
                                          <p:spTgt spid="11"/>
                                        </p:tgtEl>
                                        <p:attrNameLst>
                                          <p:attrName>style.visibility</p:attrName>
                                        </p:attrNameLst>
                                      </p:cBhvr>
                                      <p:to>
                                        <p:strVal val="visible"/>
                                      </p:to>
                                    </p:set>
                                    <p:animEffect transition="in" filter="fade">
                                      <p:cBhvr>
                                        <p:cTn id="73" dur="250"/>
                                        <p:tgtEl>
                                          <p:spTgt spid="11"/>
                                        </p:tgtEl>
                                      </p:cBhvr>
                                    </p:animEffect>
                                  </p:childTnLst>
                                </p:cTn>
                              </p:par>
                              <p:par>
                                <p:cTn id="74" presetID="10" presetClass="entr" presetSubtype="0" fill="hold" grpId="1" nodeType="withEffect">
                                  <p:stCondLst>
                                    <p:cond delay="0"/>
                                  </p:stCondLst>
                                  <p:childTnLst>
                                    <p:set>
                                      <p:cBhvr>
                                        <p:cTn id="75" dur="1" fill="hold">
                                          <p:stCondLst>
                                            <p:cond delay="0"/>
                                          </p:stCondLst>
                                        </p:cTn>
                                        <p:tgtEl>
                                          <p:spTgt spid="12"/>
                                        </p:tgtEl>
                                        <p:attrNameLst>
                                          <p:attrName>style.visibility</p:attrName>
                                        </p:attrNameLst>
                                      </p:cBhvr>
                                      <p:to>
                                        <p:strVal val="visible"/>
                                      </p:to>
                                    </p:set>
                                    <p:animEffect transition="in" filter="fade">
                                      <p:cBhvr>
                                        <p:cTn id="76" dur="250"/>
                                        <p:tgtEl>
                                          <p:spTgt spid="12"/>
                                        </p:tgtEl>
                                      </p:cBhvr>
                                    </p:animEffect>
                                  </p:childTnLst>
                                </p:cTn>
                              </p:par>
                              <p:par>
                                <p:cTn id="77" presetID="10" presetClass="entr" presetSubtype="0" fill="hold" grpId="1" nodeType="withEffect">
                                  <p:stCondLst>
                                    <p:cond delay="0"/>
                                  </p:stCondLst>
                                  <p:childTnLst>
                                    <p:set>
                                      <p:cBhvr>
                                        <p:cTn id="78" dur="1" fill="hold">
                                          <p:stCondLst>
                                            <p:cond delay="0"/>
                                          </p:stCondLst>
                                        </p:cTn>
                                        <p:tgtEl>
                                          <p:spTgt spid="13"/>
                                        </p:tgtEl>
                                        <p:attrNameLst>
                                          <p:attrName>style.visibility</p:attrName>
                                        </p:attrNameLst>
                                      </p:cBhvr>
                                      <p:to>
                                        <p:strVal val="visible"/>
                                      </p:to>
                                    </p:set>
                                    <p:animEffect transition="in" filter="fade">
                                      <p:cBhvr>
                                        <p:cTn id="79" dur="250"/>
                                        <p:tgtEl>
                                          <p:spTgt spid="13"/>
                                        </p:tgtEl>
                                      </p:cBhvr>
                                    </p:animEffect>
                                  </p:childTnLst>
                                </p:cTn>
                              </p:par>
                              <p:par>
                                <p:cTn id="80" presetID="10" presetClass="entr" presetSubtype="0" fill="hold" grpId="1" nodeType="withEffect">
                                  <p:stCondLst>
                                    <p:cond delay="0"/>
                                  </p:stCondLst>
                                  <p:childTnLst>
                                    <p:set>
                                      <p:cBhvr>
                                        <p:cTn id="81" dur="1" fill="hold">
                                          <p:stCondLst>
                                            <p:cond delay="0"/>
                                          </p:stCondLst>
                                        </p:cTn>
                                        <p:tgtEl>
                                          <p:spTgt spid="14"/>
                                        </p:tgtEl>
                                        <p:attrNameLst>
                                          <p:attrName>style.visibility</p:attrName>
                                        </p:attrNameLst>
                                      </p:cBhvr>
                                      <p:to>
                                        <p:strVal val="visible"/>
                                      </p:to>
                                    </p:set>
                                    <p:animEffect transition="in" filter="fade">
                                      <p:cBhvr>
                                        <p:cTn id="82" dur="250"/>
                                        <p:tgtEl>
                                          <p:spTgt spid="14"/>
                                        </p:tgtEl>
                                      </p:cBhvr>
                                    </p:animEffect>
                                  </p:childTnLst>
                                </p:cTn>
                              </p:par>
                              <p:par>
                                <p:cTn id="83" presetID="10" presetClass="entr" presetSubtype="0" fill="hold" grpId="1" nodeType="withEffect">
                                  <p:stCondLst>
                                    <p:cond delay="0"/>
                                  </p:stCondLst>
                                  <p:childTnLst>
                                    <p:set>
                                      <p:cBhvr>
                                        <p:cTn id="84" dur="1" fill="hold">
                                          <p:stCondLst>
                                            <p:cond delay="0"/>
                                          </p:stCondLst>
                                        </p:cTn>
                                        <p:tgtEl>
                                          <p:spTgt spid="15"/>
                                        </p:tgtEl>
                                        <p:attrNameLst>
                                          <p:attrName>style.visibility</p:attrName>
                                        </p:attrNameLst>
                                      </p:cBhvr>
                                      <p:to>
                                        <p:strVal val="visible"/>
                                      </p:to>
                                    </p:set>
                                    <p:animEffect transition="in" filter="fade">
                                      <p:cBhvr>
                                        <p:cTn id="85" dur="250"/>
                                        <p:tgtEl>
                                          <p:spTgt spid="15"/>
                                        </p:tgtEl>
                                      </p:cBhvr>
                                    </p:animEffect>
                                  </p:childTnLst>
                                </p:cTn>
                              </p:par>
                              <p:par>
                                <p:cTn id="86" presetID="10" presetClass="entr" presetSubtype="0" fill="hold" grpId="1" nodeType="withEffect">
                                  <p:stCondLst>
                                    <p:cond delay="0"/>
                                  </p:stCondLst>
                                  <p:childTnLst>
                                    <p:set>
                                      <p:cBhvr>
                                        <p:cTn id="87" dur="1" fill="hold">
                                          <p:stCondLst>
                                            <p:cond delay="0"/>
                                          </p:stCondLst>
                                        </p:cTn>
                                        <p:tgtEl>
                                          <p:spTgt spid="16"/>
                                        </p:tgtEl>
                                        <p:attrNameLst>
                                          <p:attrName>style.visibility</p:attrName>
                                        </p:attrNameLst>
                                      </p:cBhvr>
                                      <p:to>
                                        <p:strVal val="visible"/>
                                      </p:to>
                                    </p:set>
                                    <p:animEffect transition="in" filter="fade">
                                      <p:cBhvr>
                                        <p:cTn id="88" dur="250"/>
                                        <p:tgtEl>
                                          <p:spTgt spid="16"/>
                                        </p:tgtEl>
                                      </p:cBhvr>
                                    </p:animEffect>
                                  </p:childTnLst>
                                </p:cTn>
                              </p:par>
                              <p:par>
                                <p:cTn id="89" presetID="10" presetClass="entr" presetSubtype="0" fill="hold" grpId="1" nodeType="withEffect">
                                  <p:stCondLst>
                                    <p:cond delay="0"/>
                                  </p:stCondLst>
                                  <p:childTnLst>
                                    <p:set>
                                      <p:cBhvr>
                                        <p:cTn id="90" dur="1" fill="hold">
                                          <p:stCondLst>
                                            <p:cond delay="0"/>
                                          </p:stCondLst>
                                        </p:cTn>
                                        <p:tgtEl>
                                          <p:spTgt spid="17"/>
                                        </p:tgtEl>
                                        <p:attrNameLst>
                                          <p:attrName>style.visibility</p:attrName>
                                        </p:attrNameLst>
                                      </p:cBhvr>
                                      <p:to>
                                        <p:strVal val="visible"/>
                                      </p:to>
                                    </p:set>
                                    <p:animEffect transition="in" filter="fade">
                                      <p:cBhvr>
                                        <p:cTn id="91" dur="250"/>
                                        <p:tgtEl>
                                          <p:spTgt spid="17"/>
                                        </p:tgtEl>
                                      </p:cBhvr>
                                    </p:animEffect>
                                  </p:childTnLst>
                                </p:cTn>
                              </p:par>
                              <p:par>
                                <p:cTn id="92" presetID="10" presetClass="entr" presetSubtype="0" fill="hold" grpId="1" nodeType="withEffect">
                                  <p:stCondLst>
                                    <p:cond delay="0"/>
                                  </p:stCondLst>
                                  <p:childTnLst>
                                    <p:set>
                                      <p:cBhvr>
                                        <p:cTn id="93" dur="1" fill="hold">
                                          <p:stCondLst>
                                            <p:cond delay="0"/>
                                          </p:stCondLst>
                                        </p:cTn>
                                        <p:tgtEl>
                                          <p:spTgt spid="18"/>
                                        </p:tgtEl>
                                        <p:attrNameLst>
                                          <p:attrName>style.visibility</p:attrName>
                                        </p:attrNameLst>
                                      </p:cBhvr>
                                      <p:to>
                                        <p:strVal val="visible"/>
                                      </p:to>
                                    </p:set>
                                    <p:animEffect transition="in" filter="fade">
                                      <p:cBhvr>
                                        <p:cTn id="94" dur="250"/>
                                        <p:tgtEl>
                                          <p:spTgt spid="18"/>
                                        </p:tgtEl>
                                      </p:cBhvr>
                                    </p:animEffect>
                                  </p:childTnLst>
                                </p:cTn>
                              </p:par>
                              <p:par>
                                <p:cTn id="95" presetID="10" presetClass="entr" presetSubtype="0" fill="hold" grpId="1" nodeType="withEffect">
                                  <p:stCondLst>
                                    <p:cond delay="0"/>
                                  </p:stCondLst>
                                  <p:childTnLst>
                                    <p:set>
                                      <p:cBhvr>
                                        <p:cTn id="96" dur="1" fill="hold">
                                          <p:stCondLst>
                                            <p:cond delay="0"/>
                                          </p:stCondLst>
                                        </p:cTn>
                                        <p:tgtEl>
                                          <p:spTgt spid="19"/>
                                        </p:tgtEl>
                                        <p:attrNameLst>
                                          <p:attrName>style.visibility</p:attrName>
                                        </p:attrNameLst>
                                      </p:cBhvr>
                                      <p:to>
                                        <p:strVal val="visible"/>
                                      </p:to>
                                    </p:set>
                                    <p:animEffect transition="in" filter="fade">
                                      <p:cBhvr>
                                        <p:cTn id="97" dur="250"/>
                                        <p:tgtEl>
                                          <p:spTgt spid="19"/>
                                        </p:tgtEl>
                                      </p:cBhvr>
                                    </p:animEffect>
                                  </p:childTnLst>
                                </p:cTn>
                              </p:par>
                              <p:par>
                                <p:cTn id="98" presetID="10" presetClass="entr" presetSubtype="0" fill="hold" grpId="1" nodeType="with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250"/>
                                        <p:tgtEl>
                                          <p:spTgt spid="33"/>
                                        </p:tgtEl>
                                      </p:cBhvr>
                                    </p:animEffect>
                                  </p:childTnLst>
                                </p:cTn>
                              </p:par>
                              <p:par>
                                <p:cTn id="101" presetID="64" presetClass="path" presetSubtype="0" accel="50000" decel="50000" fill="hold" grpId="0" nodeType="withEffect">
                                  <p:stCondLst>
                                    <p:cond delay="0"/>
                                  </p:stCondLst>
                                  <p:childTnLst>
                                    <p:animMotion origin="layout" path="M 0 0 L 9.289042E-02 -0.1137249 E" pathEditMode="relative" ptsTypes="">
                                      <p:cBhvr>
                                        <p:cTn id="102" dur="1500" spd="-100000" fill="hold"/>
                                        <p:tgtEl>
                                          <p:spTgt spid="20"/>
                                        </p:tgtEl>
                                        <p:attrNameLst>
                                          <p:attrName>ppt_x</p:attrName>
                                          <p:attrName>ppt_y</p:attrName>
                                        </p:attrNameLst>
                                      </p:cBhvr>
                                    </p:animMotion>
                                  </p:childTnLst>
                                </p:cTn>
                              </p:par>
                              <p:par>
                                <p:cTn id="103" presetID="64" presetClass="path" presetSubtype="0" accel="50000" decel="50000" fill="hold" grpId="0" nodeType="withEffect">
                                  <p:stCondLst>
                                    <p:cond delay="0"/>
                                  </p:stCondLst>
                                  <p:childTnLst>
                                    <p:animMotion origin="layout" path="M 0 0 L 0.1253573 -0.1485279 E" pathEditMode="relative" ptsTypes="">
                                      <p:cBhvr>
                                        <p:cTn id="104" dur="1500" spd="-100000" fill="hold"/>
                                        <p:tgtEl>
                                          <p:spTgt spid="21"/>
                                        </p:tgtEl>
                                        <p:attrNameLst>
                                          <p:attrName>ppt_x</p:attrName>
                                          <p:attrName>ppt_y</p:attrName>
                                        </p:attrNameLst>
                                      </p:cBhvr>
                                    </p:animMotion>
                                  </p:childTnLst>
                                </p:cTn>
                              </p:par>
                              <p:par>
                                <p:cTn id="105" presetID="64" presetClass="path" presetSubtype="0" accel="50000" decel="50000" fill="hold" grpId="0" nodeType="withEffect">
                                  <p:stCondLst>
                                    <p:cond delay="0"/>
                                  </p:stCondLst>
                                  <p:childTnLst>
                                    <p:animMotion origin="layout" path="M 0 0 L 0.1577378 -0.1827494 E" pathEditMode="relative" ptsTypes="">
                                      <p:cBhvr>
                                        <p:cTn id="106" dur="1500" spd="-100000" fill="hold"/>
                                        <p:tgtEl>
                                          <p:spTgt spid="22"/>
                                        </p:tgtEl>
                                        <p:attrNameLst>
                                          <p:attrName>ppt_x</p:attrName>
                                          <p:attrName>ppt_y</p:attrName>
                                        </p:attrNameLst>
                                      </p:cBhvr>
                                    </p:animMotion>
                                  </p:childTnLst>
                                </p:cTn>
                              </p:par>
                              <p:par>
                                <p:cTn id="107" presetID="64" presetClass="path" presetSubtype="0" accel="50000" decel="50000" fill="hold" grpId="0" nodeType="withEffect">
                                  <p:stCondLst>
                                    <p:cond delay="0"/>
                                  </p:stCondLst>
                                  <p:childTnLst>
                                    <p:animMotion origin="layout" path="M 0 0 L 0.1895451 -0.2169708 E" pathEditMode="relative" ptsTypes="">
                                      <p:cBhvr>
                                        <p:cTn id="108" dur="1500" spd="-100000" fill="hold"/>
                                        <p:tgtEl>
                                          <p:spTgt spid="23"/>
                                        </p:tgtEl>
                                        <p:attrNameLst>
                                          <p:attrName>ppt_x</p:attrName>
                                          <p:attrName>ppt_y</p:attrName>
                                        </p:attrNameLst>
                                      </p:cBhvr>
                                    </p:animMotion>
                                  </p:childTnLst>
                                </p:cTn>
                              </p:par>
                              <p:par>
                                <p:cTn id="109" presetID="64" presetClass="path" presetSubtype="0" accel="50000" decel="50000" fill="hold" grpId="0" nodeType="withEffect">
                                  <p:stCondLst>
                                    <p:cond delay="0"/>
                                  </p:stCondLst>
                                  <p:childTnLst>
                                    <p:animMotion origin="layout" path="M 0 0 L 0.2213523 -0.2511923 E" pathEditMode="relative" ptsTypes="">
                                      <p:cBhvr>
                                        <p:cTn id="110" dur="1500" spd="-100000" fill="hold"/>
                                        <p:tgtEl>
                                          <p:spTgt spid="25"/>
                                        </p:tgtEl>
                                        <p:attrNameLst>
                                          <p:attrName>ppt_x</p:attrName>
                                          <p:attrName>ppt_y</p:attrName>
                                        </p:attrNameLst>
                                      </p:cBhvr>
                                    </p:animMotion>
                                  </p:childTnLst>
                                </p:cTn>
                              </p:par>
                              <p:par>
                                <p:cTn id="111" presetID="64" presetClass="path" presetSubtype="0" accel="50000" decel="50000" fill="hold" grpId="0" nodeType="withEffect">
                                  <p:stCondLst>
                                    <p:cond delay="0"/>
                                  </p:stCondLst>
                                  <p:childTnLst>
                                    <p:animMotion origin="layout" path="M 0 0 L 0.2537328 -0.2854138 E" pathEditMode="relative" ptsTypes="">
                                      <p:cBhvr>
                                        <p:cTn id="112" dur="1500" spd="-100000" fill="hold"/>
                                        <p:tgtEl>
                                          <p:spTgt spid="26"/>
                                        </p:tgtEl>
                                        <p:attrNameLst>
                                          <p:attrName>ppt_x</p:attrName>
                                          <p:attrName>ppt_y</p:attrName>
                                        </p:attrNameLst>
                                      </p:cBhvr>
                                    </p:animMotion>
                                  </p:childTnLst>
                                </p:cTn>
                              </p:par>
                              <p:par>
                                <p:cTn id="113" presetID="64" presetClass="path" presetSubtype="0" accel="50000" decel="50000" fill="hold" grpId="0" nodeType="withEffect">
                                  <p:stCondLst>
                                    <p:cond delay="0"/>
                                  </p:stCondLst>
                                  <p:childTnLst>
                                    <p:animMotion origin="layout" path="M 0 0 L 0.2861133 -0.3196353 E" pathEditMode="relative" ptsTypes="">
                                      <p:cBhvr>
                                        <p:cTn id="114" dur="1500" spd="-100000" fill="hold"/>
                                        <p:tgtEl>
                                          <p:spTgt spid="27"/>
                                        </p:tgtEl>
                                        <p:attrNameLst>
                                          <p:attrName>ppt_x</p:attrName>
                                          <p:attrName>ppt_y</p:attrName>
                                        </p:attrNameLst>
                                      </p:cBhvr>
                                    </p:animMotion>
                                  </p:childTnLst>
                                </p:cTn>
                              </p:par>
                              <p:par>
                                <p:cTn id="115" presetID="64" presetClass="path" presetSubtype="0" accel="50000" decel="50000" fill="hold" grpId="0" nodeType="withEffect">
                                  <p:stCondLst>
                                    <p:cond delay="0"/>
                                  </p:stCondLst>
                                  <p:childTnLst>
                                    <p:animMotion origin="layout" path="M 0 0 L 0.3184938 -0.3538568 E" pathEditMode="relative" ptsTypes="">
                                      <p:cBhvr>
                                        <p:cTn id="116" dur="1500" spd="-100000" fill="hold"/>
                                        <p:tgtEl>
                                          <p:spTgt spid="28"/>
                                        </p:tgtEl>
                                        <p:attrNameLst>
                                          <p:attrName>ppt_x</p:attrName>
                                          <p:attrName>ppt_y</p:attrName>
                                        </p:attrNameLst>
                                      </p:cBhvr>
                                    </p:animMotion>
                                  </p:childTnLst>
                                </p:cTn>
                              </p:par>
                              <p:par>
                                <p:cTn id="117" presetID="64" presetClass="path" presetSubtype="0" accel="50000" decel="50000" fill="hold" grpId="0" nodeType="withEffect">
                                  <p:stCondLst>
                                    <p:cond delay="0"/>
                                  </p:stCondLst>
                                  <p:childTnLst>
                                    <p:animMotion origin="layout" path="M 0 0 L 0.3508743 -0.3880783 E" pathEditMode="relative" ptsTypes="">
                                      <p:cBhvr>
                                        <p:cTn id="118" dur="1500" spd="-100000" fill="hold"/>
                                        <p:tgtEl>
                                          <p:spTgt spid="29"/>
                                        </p:tgtEl>
                                        <p:attrNameLst>
                                          <p:attrName>ppt_x</p:attrName>
                                          <p:attrName>ppt_y</p:attrName>
                                        </p:attrNameLst>
                                      </p:cBhvr>
                                    </p:animMotion>
                                  </p:childTnLst>
                                </p:cTn>
                              </p:par>
                              <p:par>
                                <p:cTn id="119" presetID="64" presetClass="path" presetSubtype="0" accel="50000" decel="50000" fill="hold" grpId="0" nodeType="withEffect">
                                  <p:stCondLst>
                                    <p:cond delay="0"/>
                                  </p:stCondLst>
                                  <p:childTnLst>
                                    <p:animMotion origin="layout" path="M 0 0 L 0.3826816 -0.4222998 E" pathEditMode="relative" ptsTypes="">
                                      <p:cBhvr>
                                        <p:cTn id="120" dur="1500" spd="-100000" fill="hold"/>
                                        <p:tgtEl>
                                          <p:spTgt spid="30"/>
                                        </p:tgtEl>
                                        <p:attrNameLst>
                                          <p:attrName>ppt_x</p:attrName>
                                          <p:attrName>ppt_y</p:attrName>
                                        </p:attrNameLst>
                                      </p:cBhvr>
                                    </p:animMotion>
                                  </p:childTnLst>
                                </p:cTn>
                              </p:par>
                              <p:par>
                                <p:cTn id="121" presetID="64" presetClass="path" presetSubtype="0" accel="50000" decel="50000" fill="hold" grpId="0" nodeType="withEffect">
                                  <p:stCondLst>
                                    <p:cond delay="0"/>
                                  </p:stCondLst>
                                  <p:childTnLst>
                                    <p:animMotion origin="layout" path="M 0 0 L 0.4144888 -0.4565213 E" pathEditMode="relative" ptsTypes="">
                                      <p:cBhvr>
                                        <p:cTn id="122" dur="1500" spd="-100000" fill="hold"/>
                                        <p:tgtEl>
                                          <p:spTgt spid="31"/>
                                        </p:tgtEl>
                                        <p:attrNameLst>
                                          <p:attrName>ppt_x</p:attrName>
                                          <p:attrName>ppt_y</p:attrName>
                                        </p:attrNameLst>
                                      </p:cBhvr>
                                    </p:animMotion>
                                  </p:childTnLst>
                                </p:cTn>
                              </p:par>
                              <p:par>
                                <p:cTn id="123" presetID="64" presetClass="path" presetSubtype="0" accel="50000" decel="50000" fill="hold" grpId="0" nodeType="withEffect">
                                  <p:stCondLst>
                                    <p:cond delay="0"/>
                                  </p:stCondLst>
                                  <p:childTnLst>
                                    <p:animMotion origin="layout" path="M 0 0 L 0.4462961 -0.4907427 E" pathEditMode="relative" ptsTypes="">
                                      <p:cBhvr>
                                        <p:cTn id="124" dur="1500" spd="-100000" fill="hold"/>
                                        <p:tgtEl>
                                          <p:spTgt spid="32"/>
                                        </p:tgtEl>
                                        <p:attrNameLst>
                                          <p:attrName>ppt_x</p:attrName>
                                          <p:attrName>ppt_y</p:attrName>
                                        </p:attrNameLst>
                                      </p:cBhvr>
                                    </p:animMotion>
                                  </p:childTnLst>
                                </p:cTn>
                              </p:par>
                              <p:par>
                                <p:cTn id="125" presetID="64" presetClass="path" presetSubtype="0" accel="50000" decel="50000" fill="hold" grpId="0" nodeType="withEffect">
                                  <p:stCondLst>
                                    <p:cond delay="0"/>
                                  </p:stCondLst>
                                  <p:childTnLst>
                                    <p:animMotion origin="layout" path="M 0 0 L 0.4781033 -0.5249646 E" pathEditMode="relative" ptsTypes="">
                                      <p:cBhvr>
                                        <p:cTn id="126" dur="1500" spd="-100000" fill="hold"/>
                                        <p:tgtEl>
                                          <p:spTgt spid="34"/>
                                        </p:tgtEl>
                                        <p:attrNameLst>
                                          <p:attrName>ppt_x</p:attrName>
                                          <p:attrName>ppt_y</p:attrName>
                                        </p:attrNameLst>
                                      </p:cBhvr>
                                    </p:animMotion>
                                  </p:childTnLst>
                                </p:cTn>
                              </p:par>
                              <p:par>
                                <p:cTn id="127" presetID="64" presetClass="path" presetSubtype="0" accel="50000" decel="50000" fill="hold" grpId="0" nodeType="withEffect">
                                  <p:stCondLst>
                                    <p:cond delay="0"/>
                                  </p:stCondLst>
                                  <p:childTnLst>
                                    <p:animMotion origin="layout" path="M 0 0 L -0.4771048 0.5101743 E" pathEditMode="relative" ptsTypes="">
                                      <p:cBhvr>
                                        <p:cTn id="128" dur="1500" spd="-100000" fill="hold"/>
                                        <p:tgtEl>
                                          <p:spTgt spid="3"/>
                                        </p:tgtEl>
                                        <p:attrNameLst>
                                          <p:attrName>ppt_x</p:attrName>
                                          <p:attrName>ppt_y</p:attrName>
                                        </p:attrNameLst>
                                      </p:cBhvr>
                                    </p:animMotion>
                                  </p:childTnLst>
                                </p:cTn>
                              </p:par>
                              <p:par>
                                <p:cTn id="129" presetID="64" presetClass="path" presetSubtype="0" accel="50000" decel="50000" fill="hold" grpId="0" nodeType="withEffect">
                                  <p:stCondLst>
                                    <p:cond delay="0"/>
                                  </p:stCondLst>
                                  <p:childTnLst>
                                    <p:animMotion origin="layout" path="M 0 0 L -0.4456536 0.4760623 E" pathEditMode="relative" ptsTypes="">
                                      <p:cBhvr>
                                        <p:cTn id="130" dur="1500" spd="-100000" fill="hold"/>
                                        <p:tgtEl>
                                          <p:spTgt spid="9"/>
                                        </p:tgtEl>
                                        <p:attrNameLst>
                                          <p:attrName>ppt_x</p:attrName>
                                          <p:attrName>ppt_y</p:attrName>
                                        </p:attrNameLst>
                                      </p:cBhvr>
                                    </p:animMotion>
                                  </p:childTnLst>
                                </p:cTn>
                              </p:par>
                              <p:par>
                                <p:cTn id="131" presetID="64" presetClass="path" presetSubtype="0" accel="50000" decel="50000" fill="hold" grpId="0" nodeType="withEffect">
                                  <p:stCondLst>
                                    <p:cond delay="0"/>
                                  </p:stCondLst>
                                  <p:childTnLst>
                                    <p:animMotion origin="layout" path="M 0 0 L -0.4142019 0.4419503 E" pathEditMode="relative" ptsTypes="">
                                      <p:cBhvr>
                                        <p:cTn id="132" dur="1500" spd="-100000" fill="hold"/>
                                        <p:tgtEl>
                                          <p:spTgt spid="10"/>
                                        </p:tgtEl>
                                        <p:attrNameLst>
                                          <p:attrName>ppt_x</p:attrName>
                                          <p:attrName>ppt_y</p:attrName>
                                        </p:attrNameLst>
                                      </p:cBhvr>
                                    </p:animMotion>
                                  </p:childTnLst>
                                </p:cTn>
                              </p:par>
                              <p:par>
                                <p:cTn id="133" presetID="64" presetClass="path" presetSubtype="0" accel="50000" decel="50000" fill="hold" grpId="0" nodeType="withEffect">
                                  <p:stCondLst>
                                    <p:cond delay="0"/>
                                  </p:stCondLst>
                                  <p:childTnLst>
                                    <p:animMotion origin="layout" path="M 0 0 L -0.3827504 0.4078383 E" pathEditMode="relative" ptsTypes="">
                                      <p:cBhvr>
                                        <p:cTn id="134" dur="1500" spd="-100000" fill="hold"/>
                                        <p:tgtEl>
                                          <p:spTgt spid="11"/>
                                        </p:tgtEl>
                                        <p:attrNameLst>
                                          <p:attrName>ppt_x</p:attrName>
                                          <p:attrName>ppt_y</p:attrName>
                                        </p:attrNameLst>
                                      </p:cBhvr>
                                    </p:animMotion>
                                  </p:childTnLst>
                                </p:cTn>
                              </p:par>
                              <p:par>
                                <p:cTn id="135" presetID="64" presetClass="path" presetSubtype="0" accel="50000" decel="50000" fill="hold" grpId="0" nodeType="withEffect">
                                  <p:stCondLst>
                                    <p:cond delay="0"/>
                                  </p:stCondLst>
                                  <p:childTnLst>
                                    <p:animMotion origin="layout" path="M 0 0 L -0.3512987 0.3737263 E" pathEditMode="relative" ptsTypes="">
                                      <p:cBhvr>
                                        <p:cTn id="136" dur="1500" spd="-100000" fill="hold"/>
                                        <p:tgtEl>
                                          <p:spTgt spid="12"/>
                                        </p:tgtEl>
                                        <p:attrNameLst>
                                          <p:attrName>ppt_x</p:attrName>
                                          <p:attrName>ppt_y</p:attrName>
                                        </p:attrNameLst>
                                      </p:cBhvr>
                                    </p:animMotion>
                                  </p:childTnLst>
                                </p:cTn>
                              </p:par>
                              <p:par>
                                <p:cTn id="137" presetID="64" presetClass="path" presetSubtype="0" accel="50000" decel="50000" fill="hold" grpId="0" nodeType="withEffect">
                                  <p:stCondLst>
                                    <p:cond delay="0"/>
                                  </p:stCondLst>
                                  <p:childTnLst>
                                    <p:animMotion origin="layout" path="M 0 0 L -0.319188 0.3390329 E" pathEditMode="relative" ptsTypes="">
                                      <p:cBhvr>
                                        <p:cTn id="138" dur="1500" spd="-100000" fill="hold"/>
                                        <p:tgtEl>
                                          <p:spTgt spid="13"/>
                                        </p:tgtEl>
                                        <p:attrNameLst>
                                          <p:attrName>ppt_x</p:attrName>
                                          <p:attrName>ppt_y</p:attrName>
                                        </p:attrNameLst>
                                      </p:cBhvr>
                                    </p:animMotion>
                                  </p:childTnLst>
                                </p:cTn>
                              </p:par>
                              <p:par>
                                <p:cTn id="139" presetID="64" presetClass="path" presetSubtype="0" accel="50000" decel="50000" fill="hold" grpId="0" nodeType="withEffect">
                                  <p:stCondLst>
                                    <p:cond delay="0"/>
                                  </p:stCondLst>
                                  <p:childTnLst>
                                    <p:animMotion origin="layout" path="M 0 0 L -0.2870772 0.3043395 E" pathEditMode="relative" ptsTypes="">
                                      <p:cBhvr>
                                        <p:cTn id="140" dur="1500" spd="-100000" fill="hold"/>
                                        <p:tgtEl>
                                          <p:spTgt spid="14"/>
                                        </p:tgtEl>
                                        <p:attrNameLst>
                                          <p:attrName>ppt_x</p:attrName>
                                          <p:attrName>ppt_y</p:attrName>
                                        </p:attrNameLst>
                                      </p:cBhvr>
                                    </p:animMotion>
                                  </p:childTnLst>
                                </p:cTn>
                              </p:par>
                              <p:par>
                                <p:cTn id="141" presetID="64" presetClass="path" presetSubtype="0" accel="50000" decel="50000" fill="hold" grpId="0" nodeType="withEffect">
                                  <p:stCondLst>
                                    <p:cond delay="0"/>
                                  </p:stCondLst>
                                  <p:childTnLst>
                                    <p:animMotion origin="layout" path="M 0 0 L -0.2556256 0.2702275 E" pathEditMode="relative" ptsTypes="">
                                      <p:cBhvr>
                                        <p:cTn id="142" dur="1500" spd="-100000" fill="hold"/>
                                        <p:tgtEl>
                                          <p:spTgt spid="15"/>
                                        </p:tgtEl>
                                        <p:attrNameLst>
                                          <p:attrName>ppt_x</p:attrName>
                                          <p:attrName>ppt_y</p:attrName>
                                        </p:attrNameLst>
                                      </p:cBhvr>
                                    </p:animMotion>
                                  </p:childTnLst>
                                </p:cTn>
                              </p:par>
                              <p:par>
                                <p:cTn id="143" presetID="64" presetClass="path" presetSubtype="0" accel="50000" decel="50000" fill="hold" grpId="0" nodeType="withEffect">
                                  <p:stCondLst>
                                    <p:cond delay="0"/>
                                  </p:stCondLst>
                                  <p:childTnLst>
                                    <p:animMotion origin="layout" path="M 0 0 L -0.2236007 0.2361155 E" pathEditMode="relative" ptsTypes="">
                                      <p:cBhvr>
                                        <p:cTn id="144" dur="1500" spd="-100000" fill="hold"/>
                                        <p:tgtEl>
                                          <p:spTgt spid="16"/>
                                        </p:tgtEl>
                                        <p:attrNameLst>
                                          <p:attrName>ppt_x</p:attrName>
                                          <p:attrName>ppt_y</p:attrName>
                                        </p:attrNameLst>
                                      </p:cBhvr>
                                    </p:animMotion>
                                  </p:childTnLst>
                                </p:cTn>
                              </p:par>
                              <p:par>
                                <p:cTn id="145" presetID="64" presetClass="path" presetSubtype="0" accel="50000" decel="50000" fill="hold" grpId="0" nodeType="withEffect">
                                  <p:stCondLst>
                                    <p:cond delay="0"/>
                                  </p:stCondLst>
                                  <p:childTnLst>
                                    <p:animMotion origin="layout" path="M 0 0 L -0.1910026 0.2020035 E" pathEditMode="relative" ptsTypes="">
                                      <p:cBhvr>
                                        <p:cTn id="146" dur="1500" spd="-100000" fill="hold"/>
                                        <p:tgtEl>
                                          <p:spTgt spid="17"/>
                                        </p:tgtEl>
                                        <p:attrNameLst>
                                          <p:attrName>ppt_x</p:attrName>
                                          <p:attrName>ppt_y</p:attrName>
                                        </p:attrNameLst>
                                      </p:cBhvr>
                                    </p:animMotion>
                                  </p:childTnLst>
                                </p:cTn>
                              </p:par>
                              <p:par>
                                <p:cTn id="147" presetID="64" presetClass="path" presetSubtype="0" accel="50000" decel="50000" fill="hold" grpId="0" nodeType="withEffect">
                                  <p:stCondLst>
                                    <p:cond delay="0"/>
                                  </p:stCondLst>
                                  <p:childTnLst>
                                    <p:animMotion origin="layout" path="M 0 0 L -0.1584045 0.1678915 E" pathEditMode="relative" ptsTypes="">
                                      <p:cBhvr>
                                        <p:cTn id="148" dur="1500" spd="-100000" fill="hold"/>
                                        <p:tgtEl>
                                          <p:spTgt spid="18"/>
                                        </p:tgtEl>
                                        <p:attrNameLst>
                                          <p:attrName>ppt_x</p:attrName>
                                          <p:attrName>ppt_y</p:attrName>
                                        </p:attrNameLst>
                                      </p:cBhvr>
                                    </p:animMotion>
                                  </p:childTnLst>
                                </p:cTn>
                              </p:par>
                              <p:par>
                                <p:cTn id="149" presetID="64" presetClass="path" presetSubtype="0" accel="50000" decel="50000" fill="hold" grpId="0" nodeType="withEffect">
                                  <p:stCondLst>
                                    <p:cond delay="0"/>
                                  </p:stCondLst>
                                  <p:childTnLst>
                                    <p:animMotion origin="layout" path="M 0 0 L -0.1258064 0.1337796 E" pathEditMode="relative" ptsTypes="">
                                      <p:cBhvr>
                                        <p:cTn id="150" dur="1500" spd="-100000" fill="hold"/>
                                        <p:tgtEl>
                                          <p:spTgt spid="19"/>
                                        </p:tgtEl>
                                        <p:attrNameLst>
                                          <p:attrName>ppt_x</p:attrName>
                                          <p:attrName>ppt_y</p:attrName>
                                        </p:attrNameLst>
                                      </p:cBhvr>
                                    </p:animMotion>
                                  </p:childTnLst>
                                </p:cTn>
                              </p:par>
                              <p:par>
                                <p:cTn id="151" presetID="64" presetClass="path" presetSubtype="0" accel="50000" decel="50000" fill="hold" grpId="0" nodeType="withEffect">
                                  <p:stCondLst>
                                    <p:cond delay="0"/>
                                  </p:stCondLst>
                                  <p:childTnLst>
                                    <p:animMotion origin="layout" path="M 0 0 L -9.378158E-02 9.966815E-02 E" pathEditMode="relative" ptsTypes="">
                                      <p:cBhvr>
                                        <p:cTn id="152" dur="1500" spd="-100000" fill="hold"/>
                                        <p:tgtEl>
                                          <p:spTgt spid="3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6" grpId="1"/>
      <p:bldP spid="24" grpId="0">
        <p:tmplLst>
          <p:tmpl>
            <p:tnLst>
              <p:par>
                <p:cTn presetID="10" presetClass="entr" presetSubtype="0" fill="hold" nodeType="withEffect">
                  <p:stCondLst>
                    <p:cond delay="500"/>
                  </p:stCondLst>
                  <p:childTnLst>
                    <p:set>
                      <p:cBhvr>
                        <p:cTn dur="1" fill="hold">
                          <p:stCondLst>
                            <p:cond delay="0"/>
                          </p:stCondLst>
                        </p:cTn>
                        <p:tgtEl>
                          <p:spTgt spid="24"/>
                        </p:tgtEl>
                        <p:attrNameLst>
                          <p:attrName>style.visibility</p:attrName>
                        </p:attrNameLst>
                      </p:cBhvr>
                      <p:to>
                        <p:strVal val="visible"/>
                      </p:to>
                    </p:set>
                    <p:animEffect transition="in" filter="fade">
                      <p:cBhvr>
                        <p:cTn dur="250"/>
                        <p:tgtEl>
                          <p:spTgt spid="24"/>
                        </p:tgtEl>
                      </p:cBhvr>
                    </p:animEffect>
                  </p:childTnLst>
                </p:cTn>
              </p:par>
            </p:tnLst>
          </p:tmpl>
        </p:tmplLst>
      </p:bldP>
      <p:bldP spid="24" grpId="1">
        <p:tmplLst>
          <p:tmpl>
            <p:tnLst>
              <p:par>
                <p:cTn presetID="42" presetClass="path" presetSubtype="0" decel="100000" fill="hold" nodeType="withEffect">
                  <p:stCondLst>
                    <p:cond delay="500"/>
                  </p:stCondLst>
                  <p:childTnLst>
                    <p:animMotion origin="layout" path="M 0 -0.03472 L 0 -3.33333E-6 " pathEditMode="relative" rAng="0" ptsTypes="AA">
                      <p:cBhvr>
                        <p:cTn dur="500" fill="hold"/>
                        <p:tgtEl>
                          <p:spTgt spid="24"/>
                        </p:tgtEl>
                        <p:attrNameLst>
                          <p:attrName>ppt_x</p:attrName>
                          <p:attrName>ppt_y</p:attrName>
                        </p:attrNameLst>
                      </p:cBhvr>
                      <p:rCtr x="0" y="1736"/>
                    </p:animMotion>
                  </p:childTnLst>
                </p:cTn>
              </p:par>
            </p:tnLst>
          </p:tmpl>
        </p:tmplLst>
      </p:bldP>
      <p:bldP spid="3" grpId="0" animBg="1"/>
      <p:bldP spid="3" grpId="1"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MASTER END">
    <p:bg>
      <p:bgPr>
        <a:solidFill>
          <a:schemeClr val="accent6">
            <a:lumMod val="7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63BE562-CC54-E713-F3C4-483C147FEFEF}"/>
              </a:ext>
            </a:extLst>
          </p:cNvPr>
          <p:cNvSpPr/>
          <p:nvPr userDrawn="1"/>
        </p:nvSpPr>
        <p:spPr>
          <a:xfrm>
            <a:off x="571501" y="571500"/>
            <a:ext cx="11049000" cy="5715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0" b="0" i="0" u="none" strike="noStrike" kern="1200" cap="none" spc="0" normalizeH="0" baseline="0" noProof="0">
                <a:ln>
                  <a:noFill/>
                </a:ln>
                <a:solidFill>
                  <a:srgbClr val="FFFFFF"/>
                </a:solidFill>
                <a:effectLst/>
                <a:uLnTx/>
                <a:uFillTx/>
                <a:latin typeface="Verdana bold"/>
                <a:ea typeface="+mn-ea"/>
                <a:cs typeface="+mn-cs"/>
              </a:rPr>
              <a:t>MASTER END </a:t>
            </a:r>
            <a:br>
              <a:rPr kumimoji="0" lang="en-US" sz="8000" b="0" i="0" u="none" strike="noStrike" kern="1200" cap="none" spc="0" normalizeH="0" baseline="0" noProof="0">
                <a:ln>
                  <a:noFill/>
                </a:ln>
                <a:solidFill>
                  <a:srgbClr val="FFFFFF"/>
                </a:solidFill>
                <a:effectLst/>
                <a:uLnTx/>
                <a:uFillTx/>
                <a:latin typeface="Verdana bold"/>
                <a:ea typeface="+mn-ea"/>
                <a:cs typeface="+mn-cs"/>
              </a:rPr>
            </a:br>
            <a:r>
              <a:rPr kumimoji="0" lang="en-US" sz="8000" b="0" i="0" u="none" strike="noStrike" kern="1200" cap="none" spc="0" normalizeH="0" baseline="0" noProof="0">
                <a:ln>
                  <a:noFill/>
                </a:ln>
                <a:solidFill>
                  <a:srgbClr val="FFFFFF"/>
                </a:solidFill>
                <a:effectLst/>
                <a:uLnTx/>
                <a:uFillTx/>
                <a:latin typeface="Verdana"/>
                <a:ea typeface="+mn-ea"/>
                <a:cs typeface="+mn-cs"/>
              </a:rPr>
              <a:t>DELETE ANY MASTER LAYOUTS BEYOND THIS POINT</a:t>
            </a:r>
            <a:endParaRPr kumimoji="0" lang="en-US" sz="5400" b="0" i="0" u="none" strike="noStrike" kern="1200" cap="none" spc="0" normalizeH="0" baseline="0" noProof="0">
              <a:ln>
                <a:noFill/>
              </a:ln>
              <a:solidFill>
                <a:srgbClr val="FFFFFF"/>
              </a:solidFill>
              <a:effectLst/>
              <a:uLnTx/>
              <a:uFillTx/>
              <a:latin typeface="Verdana"/>
              <a:ea typeface="+mn-ea"/>
              <a:cs typeface="+mn-cs"/>
            </a:endParaRPr>
          </a:p>
        </p:txBody>
      </p:sp>
    </p:spTree>
    <p:extLst>
      <p:ext uri="{BB962C8B-B14F-4D97-AF65-F5344CB8AC3E}">
        <p14:creationId xmlns:p14="http://schemas.microsoft.com/office/powerpoint/2010/main" val="2390451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3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50CAED-5146-95B5-AA0C-82EB84FED226}"/>
              </a:ext>
            </a:extLst>
          </p:cNvPr>
          <p:cNvSpPr>
            <a:spLocks noGrp="1"/>
          </p:cNvSpPr>
          <p:nvPr>
            <p:ph type="title"/>
          </p:nvPr>
        </p:nvSpPr>
        <p:spPr>
          <a:xfrm>
            <a:off x="546100" y="365125"/>
            <a:ext cx="10495943" cy="777875"/>
          </a:xfrm>
          <a:prstGeom prst="rect">
            <a:avLst/>
          </a:prstGeom>
        </p:spPr>
        <p:txBody>
          <a:bodyPr vert="horz" lIns="0" tIns="176400" rIns="0" bIns="0" rtlCol="0" anchor="t" anchorCtr="0">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D450FF8-80F4-FB91-EED3-2B95EB592214}"/>
              </a:ext>
            </a:extLst>
          </p:cNvPr>
          <p:cNvSpPr>
            <a:spLocks noGrp="1"/>
          </p:cNvSpPr>
          <p:nvPr>
            <p:ph type="body" idx="1"/>
          </p:nvPr>
        </p:nvSpPr>
        <p:spPr>
          <a:xfrm>
            <a:off x="546100" y="1524000"/>
            <a:ext cx="11104562" cy="4757738"/>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Footer Placeholder 4">
            <a:extLst>
              <a:ext uri="{FF2B5EF4-FFF2-40B4-BE49-F238E27FC236}">
                <a16:creationId xmlns:a16="http://schemas.microsoft.com/office/drawing/2014/main" id="{CA7F1224-4265-9B42-372F-30A22B4AF259}"/>
              </a:ext>
            </a:extLst>
          </p:cNvPr>
          <p:cNvSpPr>
            <a:spLocks noGrp="1"/>
          </p:cNvSpPr>
          <p:nvPr>
            <p:ph type="ftr" sz="quarter" idx="3"/>
          </p:nvPr>
        </p:nvSpPr>
        <p:spPr>
          <a:xfrm>
            <a:off x="539749" y="6492925"/>
            <a:ext cx="8302626" cy="153888"/>
          </a:xfrm>
          <a:prstGeom prst="rect">
            <a:avLst/>
          </a:prstGeom>
        </p:spPr>
        <p:txBody>
          <a:bodyPr vert="horz" wrap="square" lIns="0" tIns="0" rIns="0" bIns="0" rtlCol="0" anchor="b" anchorCtr="0">
            <a:spAutoFit/>
          </a:bodyPr>
          <a:lstStyle>
            <a:lvl1pPr>
              <a:defRPr lang="en-US" sz="1000" dirty="0"/>
            </a:lvl1pPr>
          </a:lstStyle>
          <a:p>
            <a:pPr>
              <a:buClr>
                <a:schemeClr val="tx2"/>
              </a:buClr>
              <a:buSzPct val="120000"/>
              <a:buFont typeface="Verdana" panose="020F0502020204030204" pitchFamily="34" charset="0"/>
              <a:buNone/>
            </a:pPr>
            <a:endParaRPr lang="en-US"/>
          </a:p>
        </p:txBody>
      </p:sp>
      <p:sp>
        <p:nvSpPr>
          <p:cNvPr id="4" name="Date Placeholder 3">
            <a:extLst>
              <a:ext uri="{FF2B5EF4-FFF2-40B4-BE49-F238E27FC236}">
                <a16:creationId xmlns:a16="http://schemas.microsoft.com/office/drawing/2014/main" id="{A56E8E69-9E7A-79AE-DEF5-19C280737A0B}"/>
              </a:ext>
            </a:extLst>
          </p:cNvPr>
          <p:cNvSpPr>
            <a:spLocks noGrp="1"/>
          </p:cNvSpPr>
          <p:nvPr>
            <p:ph type="dt" sz="half" idx="2"/>
          </p:nvPr>
        </p:nvSpPr>
        <p:spPr>
          <a:xfrm>
            <a:off x="10375900" y="6492925"/>
            <a:ext cx="1270000" cy="153888"/>
          </a:xfrm>
          <a:prstGeom prst="rect">
            <a:avLst/>
          </a:prstGeom>
        </p:spPr>
        <p:txBody>
          <a:bodyPr vert="horz" wrap="square" lIns="0" tIns="0" rIns="0" bIns="0" rtlCol="0" anchor="b" anchorCtr="0">
            <a:spAutoFit/>
          </a:bodyPr>
          <a:lstStyle>
            <a:lvl1pPr>
              <a:defRPr lang="en-US" sz="1000" smtClean="0"/>
            </a:lvl1pPr>
          </a:lstStyle>
          <a:p>
            <a:pPr algn="r">
              <a:buClr>
                <a:schemeClr val="tx2"/>
              </a:buClr>
              <a:buSzPct val="120000"/>
              <a:buFont typeface="Verdana" panose="020F0502020204030204" pitchFamily="34" charset="0"/>
              <a:buNone/>
            </a:pPr>
            <a:fld id="{7E41EA80-3ECC-4E9E-BDED-596FA76E9088}" type="datetimeFigureOut">
              <a:rPr lang="en-US" smtClean="0"/>
              <a:pPr algn="r">
                <a:buClr>
                  <a:schemeClr val="tx2"/>
                </a:buClr>
                <a:buSzPct val="120000"/>
                <a:buFont typeface="Verdana" panose="020F0502020204030204" pitchFamily="34" charset="0"/>
                <a:buNone/>
              </a:pPr>
              <a:t>7/29/2026</a:t>
            </a:fld>
            <a:endParaRPr lang="en-US"/>
          </a:p>
        </p:txBody>
      </p:sp>
      <p:sp>
        <p:nvSpPr>
          <p:cNvPr id="6" name="Slide Number Placeholder 5">
            <a:extLst>
              <a:ext uri="{FF2B5EF4-FFF2-40B4-BE49-F238E27FC236}">
                <a16:creationId xmlns:a16="http://schemas.microsoft.com/office/drawing/2014/main" id="{6C11BAD8-5B8C-5850-0601-3F05CC6FE37A}"/>
              </a:ext>
            </a:extLst>
          </p:cNvPr>
          <p:cNvSpPr>
            <a:spLocks noGrp="1"/>
          </p:cNvSpPr>
          <p:nvPr>
            <p:ph type="sldNum" sz="quarter" idx="4"/>
          </p:nvPr>
        </p:nvSpPr>
        <p:spPr>
          <a:xfrm>
            <a:off x="11649074" y="6492925"/>
            <a:ext cx="542925" cy="153888"/>
          </a:xfrm>
          <a:prstGeom prst="rect">
            <a:avLst/>
          </a:prstGeom>
        </p:spPr>
        <p:txBody>
          <a:bodyPr vert="horz" wrap="square" lIns="0" tIns="0" rIns="0" bIns="0" rtlCol="0" anchor="b" anchorCtr="0">
            <a:spAutoFit/>
          </a:bodyPr>
          <a:lstStyle>
            <a:lvl1pPr algn="ctr">
              <a:defRPr lang="en-US" sz="1000" b="0" smtClean="0">
                <a:solidFill>
                  <a:schemeClr val="tx1"/>
                </a:solidFill>
                <a:latin typeface="+mn-lt"/>
              </a:defRPr>
            </a:lvl1pPr>
          </a:lstStyle>
          <a:p>
            <a:pPr>
              <a:buClr>
                <a:schemeClr val="tx2"/>
              </a:buClr>
              <a:buSzPct val="120000"/>
              <a:buFont typeface="Verdana" panose="020F0502020204030204" pitchFamily="34" charset="0"/>
              <a:buNone/>
            </a:pPr>
            <a:fld id="{68C08D16-C227-489D-8B10-B6EE065660A6}" type="slidenum">
              <a:rPr lang="en-GB" smtClean="0"/>
              <a:pPr>
                <a:buClr>
                  <a:schemeClr val="tx2"/>
                </a:buClr>
                <a:buSzPct val="120000"/>
                <a:buFont typeface="Verdana" panose="020F0502020204030204" pitchFamily="34" charset="0"/>
                <a:buNone/>
              </a:pPr>
              <a:t>‹#›</a:t>
            </a:fld>
            <a:endParaRPr lang="en-GB"/>
          </a:p>
        </p:txBody>
      </p:sp>
    </p:spTree>
    <p:extLst>
      <p:ext uri="{BB962C8B-B14F-4D97-AF65-F5344CB8AC3E}">
        <p14:creationId xmlns:p14="http://schemas.microsoft.com/office/powerpoint/2010/main" val="13558120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100000"/>
        </a:lnSpc>
        <a:spcBef>
          <a:spcPts val="0"/>
        </a:spcBef>
        <a:buNone/>
        <a:defRPr sz="2800" b="1" i="0" kern="120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0"/>
        </a:spcBef>
        <a:buFont typeface="Verdana"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buFont typeface="Verdana"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buFont typeface="Verdana"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Verdana"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Verdana"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100000"/>
        </a:lnSpc>
        <a:spcBef>
          <a:spcPts val="0"/>
        </a:spcBef>
        <a:buFont typeface="Verdana" panose="020B0604020202020204" pitchFamily="34" charset="0"/>
        <a:buChar char="•"/>
        <a:defRPr sz="12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Verdana" panose="020B0604020202020204" pitchFamily="34" charset="0"/>
        <a:buChar char="•"/>
        <a:defRPr sz="12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Verdana" panose="020B0604020202020204" pitchFamily="34" charset="0"/>
        <a:buChar char="•"/>
        <a:defRPr sz="11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Verdana" panose="020B0604020202020204" pitchFamily="34" charset="0"/>
        <a:buChar char="•"/>
        <a:defRPr sz="9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FA489"/>
          </p15:clr>
        </p15:guide>
        <p15:guide id="2" pos="7680">
          <p15:clr>
            <a:srgbClr val="FFA489"/>
          </p15:clr>
        </p15:guide>
        <p15:guide id="3" pos="344">
          <p15:clr>
            <a:srgbClr val="FFA489"/>
          </p15:clr>
        </p15:guide>
        <p15:guide id="4" pos="1144">
          <p15:clr>
            <a:srgbClr val="FFA489"/>
          </p15:clr>
        </p15:guide>
        <p15:guide id="5" pos="1224">
          <p15:clr>
            <a:srgbClr val="FFA489"/>
          </p15:clr>
        </p15:guide>
        <p15:guide id="6" pos="2032">
          <p15:clr>
            <a:srgbClr val="FFA489"/>
          </p15:clr>
        </p15:guide>
        <p15:guide id="7" pos="2112">
          <p15:clr>
            <a:srgbClr val="FFA489"/>
          </p15:clr>
        </p15:guide>
        <p15:guide id="8" pos="2912">
          <p15:clr>
            <a:srgbClr val="FFA489"/>
          </p15:clr>
        </p15:guide>
        <p15:guide id="9" pos="2992">
          <p15:clr>
            <a:srgbClr val="FFA489"/>
          </p15:clr>
        </p15:guide>
        <p15:guide id="10" pos="3800">
          <p15:clr>
            <a:srgbClr val="FFA489"/>
          </p15:clr>
        </p15:guide>
        <p15:guide id="11" pos="3880">
          <p15:clr>
            <a:srgbClr val="FFA489"/>
          </p15:clr>
        </p15:guide>
        <p15:guide id="12" pos="4688">
          <p15:clr>
            <a:srgbClr val="FFA489"/>
          </p15:clr>
        </p15:guide>
        <p15:guide id="13" pos="4768">
          <p15:clr>
            <a:srgbClr val="FFA489"/>
          </p15:clr>
        </p15:guide>
        <p15:guide id="14" pos="5568">
          <p15:clr>
            <a:srgbClr val="FFA489"/>
          </p15:clr>
        </p15:guide>
        <p15:guide id="15" pos="5648">
          <p15:clr>
            <a:srgbClr val="FFA489"/>
          </p15:clr>
        </p15:guide>
        <p15:guide id="16" pos="6456">
          <p15:clr>
            <a:srgbClr val="FFA489"/>
          </p15:clr>
        </p15:guide>
        <p15:guide id="17" pos="6536">
          <p15:clr>
            <a:srgbClr val="FFA489"/>
          </p15:clr>
        </p15:guide>
        <p15:guide id="18" pos="7336">
          <p15:clr>
            <a:srgbClr val="FFA489"/>
          </p15:clr>
        </p15:guide>
        <p15:guide id="19" orient="horz">
          <p15:clr>
            <a:srgbClr val="FFA489"/>
          </p15:clr>
        </p15:guide>
        <p15:guide id="20" orient="horz" pos="4320">
          <p15:clr>
            <a:srgbClr val="FFA489"/>
          </p15:clr>
        </p15:guide>
        <p15:guide id="21" orient="horz" pos="224">
          <p15:clr>
            <a:srgbClr val="FFA489"/>
          </p15:clr>
        </p15:guide>
        <p15:guide id="22" orient="horz" pos="3960">
          <p15:clr>
            <a:srgbClr val="FFA489"/>
          </p15:clr>
        </p15:guide>
        <p15:guide id="23" orient="horz" pos="720">
          <p15:clr>
            <a:srgbClr val="FFA489"/>
          </p15:clr>
        </p15:guide>
        <p15:guide id="24" orient="horz" pos="960">
          <p15:clr>
            <a:srgbClr val="FFA489"/>
          </p15:clr>
        </p15:guide>
        <p15:guide id="25" orient="horz" pos="1650">
          <p15:clr>
            <a:srgbClr val="FFA489"/>
          </p15:clr>
        </p15:guide>
        <p15:guide id="26" orient="horz" pos="1729">
          <p15:clr>
            <a:srgbClr val="FFA489"/>
          </p15:clr>
        </p15:guide>
        <p15:guide id="27" orient="horz" pos="2420">
          <p15:clr>
            <a:srgbClr val="FFA489"/>
          </p15:clr>
        </p15:guide>
        <p15:guide id="28" orient="horz" pos="2499">
          <p15:clr>
            <a:srgbClr val="FFA489"/>
          </p15:clr>
        </p15:guide>
        <p15:guide id="29" orient="horz" pos="3190">
          <p15:clr>
            <a:srgbClr val="FFA489"/>
          </p15:clr>
        </p15:guide>
        <p15:guide id="30" orient="horz" pos="3269">
          <p15:clr>
            <a:srgbClr val="FFA489"/>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ctrTitle"/>
          </p:nvPr>
        </p:nvSpPr>
        <p:spPr/>
        <p:txBody>
          <a:bodyPr/>
          <a:lstStyle/>
          <a:p>
            <a:pPr>
              <a:buClr>
                <a:srgbClr val="000000"/>
              </a:buClr>
            </a:pPr>
            <a:r>
              <a:rPr/>
              <a:t>InterSystems IRIS Interoperability</a:t>
            </a:r>
          </a:p>
        </p:txBody>
      </p:sp>
      <p:sp>
        <p:nvSpPr>
          <p:cNvPr id="4" name="Subtitle 3"/>
          <p:cNvSpPr>
            <a:spLocks noGrp="1"/>
          </p:cNvSpPr>
          <p:nvPr>
            <p:ph type="subTitle" idx="1"/>
          </p:nvPr>
        </p:nvSpPr>
        <p:spPr/>
        <p:txBody>
          <a:bodyPr/>
          <a:lstStyle/>
          <a:p>
            <a:pPr>
              <a:buClr>
                <a:srgbClr val="000000"/>
              </a:buClr>
            </a:pPr>
            <a:r>
              <a:rPr/>
              <a:t>Day 2: Processes, services, production design and tasks</a:t>
            </a:r>
          </a:p>
          <a:p>
            <a:pPr>
              <a:buClr>
                <a:srgbClr val="000000"/>
              </a:buClr>
            </a:pPr>
            <a:r>
              <a:rPr/>
              <a:t>DataOne / Insureligent Training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Day 1 Recap</a:t>
            </a:r>
          </a:p>
        </p:txBody>
      </p:sp>
      <p:sp>
        <p:nvSpPr>
          <p:cNvPr id="3" name="Content Placeholder 2"/>
          <p:cNvSpPr>
            <a:spLocks noGrp="1"/>
          </p:cNvSpPr>
          <p:nvPr>
            <p:ph idx="1"/>
          </p:nvPr>
        </p:nvSpPr>
        <p:spPr/>
        <p:txBody>
          <a:bodyPr/>
          <a:lstStyle/>
          <a:p>
            <a:pPr>
              <a:spcAft>
                <a:spcPts val="1400"/>
              </a:spcAft>
              <a:buClr>
                <a:srgbClr val="000000"/>
              </a:buClr>
            </a:pPr>
            <a:r>
              <a:rPr sz="1900"/>
              <a:t>A production has business services, business processes and business operations</a:t>
            </a:r>
          </a:p>
          <a:p>
            <a:pPr>
              <a:spcAft>
                <a:spcPts val="1400"/>
              </a:spcAft>
              <a:buClr>
                <a:srgbClr val="000000"/>
              </a:buClr>
            </a:pPr>
            <a:r>
              <a:rPr sz="1900"/>
              <a:t>Items talk with messages. IRIS keeps each message</a:t>
            </a:r>
          </a:p>
          <a:p>
            <a:pPr>
              <a:spcAft>
                <a:spcPts val="1400"/>
              </a:spcAft>
              <a:buClr>
                <a:srgbClr val="000000"/>
              </a:buClr>
            </a:pPr>
            <a:r>
              <a:rPr sz="1900"/>
              <a:t>Business operations call outside systems, often with adapters</a:t>
            </a:r>
          </a:p>
          <a:p>
            <a:pPr>
              <a:spcAft>
                <a:spcPts val="1400"/>
              </a:spcAft>
              <a:buClr>
                <a:srgbClr val="000000"/>
              </a:buClr>
            </a:pPr>
            <a:r>
              <a:rPr sz="1900">
                <a:solidFill>
                  <a:srgbClr val="2F2A95"/>
                </a:solidFill>
                <a:latin typeface="Consolas"/>
              </a:rPr>
              <a:t>EnsLib.HL7.Message</a:t>
            </a:r>
            <a:r>
              <a:rPr sz="1900"/>
              <a:t> is a virtual document. Paths with names need a DocType</a:t>
            </a:r>
          </a:p>
          <a:p>
            <a:pPr>
              <a:spcAft>
                <a:spcPts val="1400"/>
              </a:spcAft>
              <a:buClr>
                <a:srgbClr val="000000"/>
              </a:buClr>
            </a:pPr>
            <a:r>
              <a:rPr sz="1900"/>
              <a:t>DTLs change one message into a different message</a:t>
            </a:r>
          </a:p>
          <a:p>
            <a:pPr>
              <a:spcAft>
                <a:spcPts val="1400"/>
              </a:spcAft>
              <a:buClr>
                <a:srgbClr val="000000"/>
              </a:buClr>
            </a:pPr>
            <a:r>
              <a:rPr sz="1900"/>
              <a:t>BPL processes call items and keep data in the context</a:t>
            </a:r>
          </a:p>
        </p:txBody>
      </p:sp>
      <p:sp>
        <p:nvSpPr>
          <p:cNvPr id="4" name="Text Placeholder 3"/>
          <p:cNvSpPr>
            <a:spLocks noGrp="1"/>
          </p:cNvSpPr>
          <p:nvPr>
            <p:ph type="body" idx="14" sz="quarter"/>
          </p:nvPr>
        </p:nvSpPr>
        <p:spPr/>
        <p:txBody>
          <a:bodyPr/>
          <a:lstStyle/>
          <a:p>
            <a:pPr>
              <a:buClr>
                <a:srgbClr val="000000"/>
              </a:buClr>
            </a:pPr>
            <a:r>
              <a:rPr/>
              <a:t>You built and tested the right side of the production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What You Build Today</a:t>
            </a:r>
          </a:p>
        </p:txBody>
      </p:sp>
      <p:sp>
        <p:nvSpPr>
          <p:cNvPr id="3" name="Text Placeholder 2"/>
          <p:cNvSpPr>
            <a:spLocks noGrp="1"/>
          </p:cNvSpPr>
          <p:nvPr>
            <p:ph type="body" idx="13" sz="quarter"/>
          </p:nvPr>
        </p:nvSpPr>
        <p:spPr/>
        <p:txBody>
          <a:bodyPr/>
          <a:lstStyle/>
          <a:p>
            <a:pPr>
              <a:buClr>
                <a:srgbClr val="000000"/>
              </a:buClr>
            </a:pPr>
            <a:r>
              <a:rPr/>
              <a:t>You did Parts A to D on Day 1. Today you build Parts E, F and G</a:t>
            </a:r>
          </a:p>
        </p:txBody>
      </p:sp>
      <p:sp>
        <p:nvSpPr>
          <p:cNvPr id="4" name="Rounded Rectangle 3"/>
          <p:cNvSpPr/>
          <p:nvPr/>
        </p:nvSpPr>
        <p:spPr>
          <a:xfrm>
            <a:off x="2692908" y="1572768"/>
            <a:ext cx="6812279" cy="2852928"/>
          </a:xfrm>
          <a:prstGeom prst="roundRect">
            <a:avLst>
              <a:gd name="adj" fmla="val 4615"/>
            </a:avLst>
          </a:prstGeom>
          <a:noFill/>
          <a:ln w="12700">
            <a:solidFill>
              <a:srgbClr val="8FA9BC"/>
            </a:solidFill>
            <a:prstDash val="dash"/>
          </a:ln>
        </p:spPr>
        <p:txBody>
          <a:bodyPr rtlCol="0" anchor="ctr" wrap="square" lIns="54864" rIns="54864" tIns="27432" bIns="27432">
            <a:noAutofit/>
          </a:bodyPr>
          <a:lstStyle/>
          <a:p>
            <a:pPr algn="ctr"/>
          </a:p>
        </p:txBody>
      </p:sp>
      <p:sp>
        <p:nvSpPr>
          <p:cNvPr id="5" name="TextBox 4"/>
          <p:cNvSpPr txBox="1"/>
          <p:nvPr/>
        </p:nvSpPr>
        <p:spPr>
          <a:xfrm>
            <a:off x="2775204" y="1609344"/>
            <a:ext cx="5486400" cy="274320"/>
          </a:xfrm>
          <a:prstGeom prst="rect">
            <a:avLst/>
          </a:prstGeom>
          <a:noFill/>
        </p:spPr>
        <p:txBody>
          <a:bodyPr wrap="square" anchor="t" lIns="36576" rIns="36576" tIns="36576" bIns="36576">
            <a:noAutofit/>
          </a:bodyPr>
          <a:lstStyle/>
          <a:p>
            <a:pPr>
              <a:spcAft>
                <a:spcPts val="0"/>
              </a:spcAft>
            </a:pPr>
            <a:r>
              <a:rPr sz="1000" b="1">
                <a:solidFill>
                  <a:srgbClr val="5A6670"/>
                </a:solidFill>
              </a:rPr>
              <a:t>Insurligent.Interop.Production</a:t>
            </a:r>
            <a:r>
              <a:rPr sz="1000">
                <a:solidFill>
                  <a:srgbClr val="5A6670"/>
                </a:solidFill>
              </a:rPr>
              <a:t> (Part A)</a:t>
            </a:r>
          </a:p>
        </p:txBody>
      </p:sp>
      <p:sp>
        <p:nvSpPr>
          <p:cNvPr id="6" name="Rounded Rectangle 5"/>
          <p:cNvSpPr/>
          <p:nvPr/>
        </p:nvSpPr>
        <p:spPr>
          <a:xfrm>
            <a:off x="548640" y="1965960"/>
            <a:ext cx="2011680" cy="960120"/>
          </a:xfrm>
          <a:prstGeom prst="roundRect">
            <a:avLst>
              <a:gd name="adj" fmla="val 12000"/>
            </a:avLst>
          </a:prstGeom>
          <a:solidFill>
            <a:srgbClr val="FFFFFF"/>
          </a:solidFill>
          <a:ln w="12700">
            <a:solidFill>
              <a:srgbClr val="8FA9BC"/>
            </a:solidFill>
          </a:ln>
        </p:spPr>
        <p:txBody>
          <a:bodyPr rtlCol="0" anchor="ctr" wrap="square" lIns="54864" rIns="54864" tIns="27432" bIns="27432">
            <a:noAutofit/>
          </a:bodyPr>
          <a:lstStyle/>
          <a:p>
            <a:pPr algn="ctr"/>
            <a:r>
              <a:rPr sz="1000" b="1">
                <a:solidFill>
                  <a:srgbClr val="000000"/>
                </a:solidFill>
              </a:rPr>
              <a:t>D1 Front</a:t>
            </a:r>
          </a:p>
          <a:p>
            <a:pPr algn="ctr"/>
            <a:r>
              <a:rPr sz="950">
                <a:solidFill>
                  <a:srgbClr val="000000"/>
                </a:solidFill>
              </a:rPr>
              <a:t>REST client</a:t>
            </a:r>
          </a:p>
        </p:txBody>
      </p:sp>
      <p:sp>
        <p:nvSpPr>
          <p:cNvPr id="7" name="Rounded Rectangle 6"/>
          <p:cNvSpPr/>
          <p:nvPr/>
        </p:nvSpPr>
        <p:spPr>
          <a:xfrm>
            <a:off x="2820924" y="1965960"/>
            <a:ext cx="2011680" cy="960120"/>
          </a:xfrm>
          <a:prstGeom prst="roundRect">
            <a:avLst>
              <a:gd name="adj" fmla="val 12000"/>
            </a:avLst>
          </a:prstGeom>
          <a:solidFill>
            <a:srgbClr val="2F2A95"/>
          </a:solidFill>
          <a:ln>
            <a:noFill/>
          </a:ln>
        </p:spPr>
        <p:txBody>
          <a:bodyPr rtlCol="0" anchor="ctr" wrap="square" lIns="54864" rIns="54864" tIns="27432" bIns="27432">
            <a:noAutofit/>
          </a:bodyPr>
          <a:lstStyle/>
          <a:p>
            <a:pPr algn="ctr"/>
            <a:r>
              <a:rPr sz="1000" b="1">
                <a:solidFill>
                  <a:srgbClr val="FFFFFF"/>
                </a:solidFill>
              </a:rPr>
              <a:t>BS.GetPreAuthInfoView</a:t>
            </a:r>
          </a:p>
          <a:p>
            <a:pPr algn="ctr"/>
            <a:r>
              <a:rPr sz="950">
                <a:solidFill>
                  <a:srgbClr val="FFFFFF"/>
                </a:solidFill>
              </a:rPr>
              <a:t>REST.Router + service</a:t>
            </a:r>
          </a:p>
        </p:txBody>
      </p:sp>
      <p:sp>
        <p:nvSpPr>
          <p:cNvPr id="8" name="Oval 7"/>
          <p:cNvSpPr/>
          <p:nvPr/>
        </p:nvSpPr>
        <p:spPr>
          <a:xfrm>
            <a:off x="4558284" y="1819656"/>
            <a:ext cx="347472" cy="347472"/>
          </a:xfrm>
          <a:prstGeom prst="ellipse">
            <a:avLst/>
          </a:prstGeom>
          <a:solidFill>
            <a:srgbClr val="FFFFFF"/>
          </a:solidFill>
          <a:ln w="19050">
            <a:solidFill>
              <a:srgbClr val="2F2A95"/>
            </a:solidFill>
          </a:ln>
        </p:spPr>
        <p:txBody>
          <a:bodyPr rtlCol="0" anchor="ctr" lIns="0" rIns="0" tIns="0" bIns="0"/>
          <a:lstStyle/>
          <a:p>
            <a:pPr algn="ctr"/>
            <a:r>
              <a:rPr sz="1100" b="1">
                <a:solidFill>
                  <a:srgbClr val="2F2A95"/>
                </a:solidFill>
              </a:rPr>
              <a:t>F</a:t>
            </a:r>
          </a:p>
        </p:txBody>
      </p:sp>
      <p:sp>
        <p:nvSpPr>
          <p:cNvPr id="9" name="Rounded Rectangle 8"/>
          <p:cNvSpPr/>
          <p:nvPr/>
        </p:nvSpPr>
        <p:spPr>
          <a:xfrm>
            <a:off x="5093207" y="1965960"/>
            <a:ext cx="2011680" cy="960120"/>
          </a:xfrm>
          <a:prstGeom prst="roundRect">
            <a:avLst>
              <a:gd name="adj" fmla="val 12000"/>
            </a:avLst>
          </a:prstGeom>
          <a:solidFill>
            <a:srgbClr val="2F2A95"/>
          </a:solidFill>
          <a:ln>
            <a:noFill/>
          </a:ln>
        </p:spPr>
        <p:txBody>
          <a:bodyPr rtlCol="0" anchor="ctr" wrap="square" lIns="54864" rIns="54864" tIns="27432" bIns="27432">
            <a:noAutofit/>
          </a:bodyPr>
          <a:lstStyle/>
          <a:p>
            <a:pPr algn="ctr"/>
            <a:r>
              <a:rPr sz="1000" b="1">
                <a:solidFill>
                  <a:srgbClr val="FFFFFF"/>
                </a:solidFill>
              </a:rPr>
              <a:t>BP.GetPreAuthInfoView</a:t>
            </a:r>
          </a:p>
          <a:p>
            <a:pPr algn="ctr"/>
            <a:r>
              <a:rPr sz="950">
                <a:solidFill>
                  <a:srgbClr val="FFFFFF"/>
                </a:solidFill>
              </a:rPr>
              <a:t>main process</a:t>
            </a:r>
          </a:p>
        </p:txBody>
      </p:sp>
      <p:sp>
        <p:nvSpPr>
          <p:cNvPr id="10" name="Oval 9"/>
          <p:cNvSpPr/>
          <p:nvPr/>
        </p:nvSpPr>
        <p:spPr>
          <a:xfrm>
            <a:off x="6830568" y="1819656"/>
            <a:ext cx="347472" cy="347472"/>
          </a:xfrm>
          <a:prstGeom prst="ellipse">
            <a:avLst/>
          </a:prstGeom>
          <a:solidFill>
            <a:srgbClr val="FFFFFF"/>
          </a:solidFill>
          <a:ln w="19050">
            <a:solidFill>
              <a:srgbClr val="2F2A95"/>
            </a:solidFill>
          </a:ln>
        </p:spPr>
        <p:txBody>
          <a:bodyPr rtlCol="0" anchor="ctr" lIns="0" rIns="0" tIns="0" bIns="0"/>
          <a:lstStyle/>
          <a:p>
            <a:pPr algn="ctr"/>
            <a:r>
              <a:rPr sz="1100" b="1">
                <a:solidFill>
                  <a:srgbClr val="2F2A95"/>
                </a:solidFill>
              </a:rPr>
              <a:t>E</a:t>
            </a:r>
          </a:p>
        </p:txBody>
      </p:sp>
      <p:sp>
        <p:nvSpPr>
          <p:cNvPr id="11" name="Rounded Rectangle 10"/>
          <p:cNvSpPr/>
          <p:nvPr/>
        </p:nvSpPr>
        <p:spPr>
          <a:xfrm>
            <a:off x="7365492" y="1965960"/>
            <a:ext cx="2011680" cy="960120"/>
          </a:xfrm>
          <a:prstGeom prst="roundRect">
            <a:avLst>
              <a:gd name="adj" fmla="val 12000"/>
            </a:avLst>
          </a:prstGeom>
          <a:solidFill>
            <a:srgbClr val="006990"/>
          </a:solidFill>
          <a:ln>
            <a:noFill/>
          </a:ln>
        </p:spPr>
        <p:txBody>
          <a:bodyPr rtlCol="0" anchor="ctr" wrap="square" lIns="54864" rIns="54864" tIns="27432" bIns="27432">
            <a:noAutofit/>
          </a:bodyPr>
          <a:lstStyle/>
          <a:p>
            <a:pPr algn="ctr"/>
            <a:r>
              <a:rPr sz="1000" b="1">
                <a:solidFill>
                  <a:srgbClr val="FFFFFF"/>
                </a:solidFill>
              </a:rPr>
              <a:t>BO.Insurer.REST</a:t>
            </a:r>
          </a:p>
          <a:p>
            <a:pPr algn="ctr"/>
            <a:r>
              <a:rPr sz="950">
                <a:solidFill>
                  <a:srgbClr val="FFFFFF"/>
                </a:solidFill>
              </a:rPr>
              <a:t>Getinsurer over HTTP</a:t>
            </a:r>
          </a:p>
        </p:txBody>
      </p:sp>
      <p:sp>
        <p:nvSpPr>
          <p:cNvPr id="12" name="Oval 11"/>
          <p:cNvSpPr/>
          <p:nvPr/>
        </p:nvSpPr>
        <p:spPr>
          <a:xfrm>
            <a:off x="9102851" y="1819656"/>
            <a:ext cx="347472" cy="347472"/>
          </a:xfrm>
          <a:prstGeom prst="ellipse">
            <a:avLst/>
          </a:prstGeom>
          <a:solidFill>
            <a:srgbClr val="FFFFFF"/>
          </a:solidFill>
          <a:ln w="19050">
            <a:solidFill>
              <a:srgbClr val="006990"/>
            </a:solidFill>
          </a:ln>
        </p:spPr>
        <p:txBody>
          <a:bodyPr rtlCol="0" anchor="ctr" lIns="0" rIns="0" tIns="0" bIns="0"/>
          <a:lstStyle/>
          <a:p>
            <a:pPr algn="ctr"/>
            <a:r>
              <a:rPr sz="1100" b="1">
                <a:solidFill>
                  <a:srgbClr val="006990"/>
                </a:solidFill>
              </a:rPr>
              <a:t>C</a:t>
            </a:r>
          </a:p>
        </p:txBody>
      </p:sp>
      <p:sp>
        <p:nvSpPr>
          <p:cNvPr id="13" name="Rounded Rectangle 12"/>
          <p:cNvSpPr/>
          <p:nvPr/>
        </p:nvSpPr>
        <p:spPr>
          <a:xfrm>
            <a:off x="9637776" y="1965960"/>
            <a:ext cx="2011680" cy="960120"/>
          </a:xfrm>
          <a:prstGeom prst="roundRect">
            <a:avLst>
              <a:gd name="adj" fmla="val 12000"/>
            </a:avLst>
          </a:prstGeom>
          <a:solidFill>
            <a:srgbClr val="FFFFFF"/>
          </a:solidFill>
          <a:ln w="12700">
            <a:solidFill>
              <a:srgbClr val="8FA9BC"/>
            </a:solidFill>
          </a:ln>
        </p:spPr>
        <p:txBody>
          <a:bodyPr rtlCol="0" anchor="ctr" wrap="square" lIns="54864" rIns="54864" tIns="27432" bIns="27432">
            <a:noAutofit/>
          </a:bodyPr>
          <a:lstStyle/>
          <a:p>
            <a:pPr algn="ctr"/>
            <a:r>
              <a:rPr sz="1000" b="1">
                <a:solidFill>
                  <a:srgbClr val="000000"/>
                </a:solidFill>
              </a:rPr>
              <a:t>mock_insurer</a:t>
            </a:r>
          </a:p>
          <a:p>
            <a:pPr algn="ctr"/>
            <a:r>
              <a:rPr sz="950">
                <a:solidFill>
                  <a:srgbClr val="000000"/>
                </a:solidFill>
              </a:rPr>
              <a:t>REST / JSON</a:t>
            </a:r>
          </a:p>
        </p:txBody>
      </p:sp>
      <p:sp>
        <p:nvSpPr>
          <p:cNvPr id="14" name="Rounded Rectangle 13"/>
          <p:cNvSpPr/>
          <p:nvPr/>
        </p:nvSpPr>
        <p:spPr>
          <a:xfrm>
            <a:off x="5093207" y="3337560"/>
            <a:ext cx="2011680" cy="960120"/>
          </a:xfrm>
          <a:prstGeom prst="roundRect">
            <a:avLst>
              <a:gd name="adj" fmla="val 12000"/>
            </a:avLst>
          </a:prstGeom>
          <a:solidFill>
            <a:srgbClr val="006990"/>
          </a:solidFill>
          <a:ln>
            <a:noFill/>
          </a:ln>
        </p:spPr>
        <p:txBody>
          <a:bodyPr rtlCol="0" anchor="ctr" wrap="square" lIns="54864" rIns="54864" tIns="27432" bIns="27432">
            <a:noAutofit/>
          </a:bodyPr>
          <a:lstStyle/>
          <a:p>
            <a:pPr algn="ctr"/>
            <a:r>
              <a:rPr sz="1000" b="1">
                <a:solidFill>
                  <a:srgbClr val="FFFFFF"/>
                </a:solidFill>
              </a:rPr>
              <a:t>BP.HIS.Patient</a:t>
            </a:r>
          </a:p>
          <a:p>
            <a:pPr algn="ctr"/>
            <a:r>
              <a:rPr sz="950">
                <a:solidFill>
                  <a:srgbClr val="FFFFFF"/>
                </a:solidFill>
              </a:rPr>
              <a:t>sub-process + 2 DTLs</a:t>
            </a:r>
          </a:p>
        </p:txBody>
      </p:sp>
      <p:sp>
        <p:nvSpPr>
          <p:cNvPr id="15" name="Oval 14"/>
          <p:cNvSpPr/>
          <p:nvPr/>
        </p:nvSpPr>
        <p:spPr>
          <a:xfrm>
            <a:off x="6830568" y="3191256"/>
            <a:ext cx="347472" cy="347472"/>
          </a:xfrm>
          <a:prstGeom prst="ellipse">
            <a:avLst/>
          </a:prstGeom>
          <a:solidFill>
            <a:srgbClr val="FFFFFF"/>
          </a:solidFill>
          <a:ln w="19050">
            <a:solidFill>
              <a:srgbClr val="006990"/>
            </a:solidFill>
          </a:ln>
        </p:spPr>
        <p:txBody>
          <a:bodyPr rtlCol="0" anchor="ctr" lIns="0" rIns="0" tIns="0" bIns="0"/>
          <a:lstStyle/>
          <a:p>
            <a:pPr algn="ctr"/>
            <a:r>
              <a:rPr sz="1100" b="1">
                <a:solidFill>
                  <a:srgbClr val="006990"/>
                </a:solidFill>
              </a:rPr>
              <a:t>D</a:t>
            </a:r>
          </a:p>
        </p:txBody>
      </p:sp>
      <p:sp>
        <p:nvSpPr>
          <p:cNvPr id="16" name="Rounded Rectangle 15"/>
          <p:cNvSpPr/>
          <p:nvPr/>
        </p:nvSpPr>
        <p:spPr>
          <a:xfrm>
            <a:off x="7365492" y="3337560"/>
            <a:ext cx="2011680" cy="960120"/>
          </a:xfrm>
          <a:prstGeom prst="roundRect">
            <a:avLst>
              <a:gd name="adj" fmla="val 12000"/>
            </a:avLst>
          </a:prstGeom>
          <a:solidFill>
            <a:srgbClr val="006990"/>
          </a:solidFill>
          <a:ln>
            <a:noFill/>
          </a:ln>
        </p:spPr>
        <p:txBody>
          <a:bodyPr rtlCol="0" anchor="ctr" wrap="square" lIns="54864" rIns="54864" tIns="27432" bIns="27432">
            <a:noAutofit/>
          </a:bodyPr>
          <a:lstStyle/>
          <a:p>
            <a:pPr algn="ctr"/>
            <a:r>
              <a:rPr sz="1000" b="1">
                <a:solidFill>
                  <a:srgbClr val="FFFFFF"/>
                </a:solidFill>
              </a:rPr>
              <a:t>BO.HIS.HL7</a:t>
            </a:r>
          </a:p>
          <a:p>
            <a:pPr algn="ctr"/>
            <a:r>
              <a:rPr sz="950">
                <a:solidFill>
                  <a:srgbClr val="FFFFFF"/>
                </a:solidFill>
              </a:rPr>
              <a:t>PAT-01 over MLLP</a:t>
            </a:r>
          </a:p>
        </p:txBody>
      </p:sp>
      <p:sp>
        <p:nvSpPr>
          <p:cNvPr id="17" name="Oval 16"/>
          <p:cNvSpPr/>
          <p:nvPr/>
        </p:nvSpPr>
        <p:spPr>
          <a:xfrm>
            <a:off x="9102851" y="3191256"/>
            <a:ext cx="347472" cy="347472"/>
          </a:xfrm>
          <a:prstGeom prst="ellipse">
            <a:avLst/>
          </a:prstGeom>
          <a:solidFill>
            <a:srgbClr val="FFFFFF"/>
          </a:solidFill>
          <a:ln w="19050">
            <a:solidFill>
              <a:srgbClr val="006990"/>
            </a:solidFill>
          </a:ln>
        </p:spPr>
        <p:txBody>
          <a:bodyPr rtlCol="0" anchor="ctr" lIns="0" rIns="0" tIns="0" bIns="0"/>
          <a:lstStyle/>
          <a:p>
            <a:pPr algn="ctr"/>
            <a:r>
              <a:rPr sz="1100" b="1">
                <a:solidFill>
                  <a:srgbClr val="006990"/>
                </a:solidFill>
              </a:rPr>
              <a:t>B</a:t>
            </a:r>
          </a:p>
        </p:txBody>
      </p:sp>
      <p:sp>
        <p:nvSpPr>
          <p:cNvPr id="18" name="Rounded Rectangle 17"/>
          <p:cNvSpPr/>
          <p:nvPr/>
        </p:nvSpPr>
        <p:spPr>
          <a:xfrm>
            <a:off x="9637776" y="3337560"/>
            <a:ext cx="2011680" cy="960120"/>
          </a:xfrm>
          <a:prstGeom prst="roundRect">
            <a:avLst>
              <a:gd name="adj" fmla="val 12000"/>
            </a:avLst>
          </a:prstGeom>
          <a:solidFill>
            <a:srgbClr val="FFFFFF"/>
          </a:solidFill>
          <a:ln w="12700">
            <a:solidFill>
              <a:srgbClr val="8FA9BC"/>
            </a:solidFill>
          </a:ln>
        </p:spPr>
        <p:txBody>
          <a:bodyPr rtlCol="0" anchor="ctr" wrap="square" lIns="54864" rIns="54864" tIns="27432" bIns="27432">
            <a:noAutofit/>
          </a:bodyPr>
          <a:lstStyle/>
          <a:p>
            <a:pPr algn="ctr"/>
            <a:r>
              <a:rPr sz="1000" b="1">
                <a:solidFill>
                  <a:srgbClr val="000000"/>
                </a:solidFill>
              </a:rPr>
              <a:t>mock_his</a:t>
            </a:r>
          </a:p>
          <a:p>
            <a:pPr algn="ctr"/>
            <a:r>
              <a:rPr sz="950">
                <a:solidFill>
                  <a:srgbClr val="000000"/>
                </a:solidFill>
              </a:rPr>
              <a:t>HL7 v2</a:t>
            </a:r>
          </a:p>
        </p:txBody>
      </p:sp>
      <p:sp>
        <p:nvSpPr>
          <p:cNvPr id="19" name="Rounded Rectangle 18"/>
          <p:cNvSpPr/>
          <p:nvPr/>
        </p:nvSpPr>
        <p:spPr>
          <a:xfrm>
            <a:off x="5093207" y="4846320"/>
            <a:ext cx="2011680" cy="960120"/>
          </a:xfrm>
          <a:prstGeom prst="roundRect">
            <a:avLst>
              <a:gd name="adj" fmla="val 12000"/>
            </a:avLst>
          </a:prstGeom>
          <a:solidFill>
            <a:srgbClr val="FFFFFF"/>
          </a:solidFill>
          <a:ln w="12700">
            <a:solidFill>
              <a:srgbClr val="8FA9BC"/>
            </a:solidFill>
          </a:ln>
        </p:spPr>
        <p:txBody>
          <a:bodyPr rtlCol="0" anchor="ctr" wrap="square" lIns="54864" rIns="54864" tIns="27432" bIns="27432">
            <a:noAutofit/>
          </a:bodyPr>
          <a:lstStyle/>
          <a:p>
            <a:pPr algn="ctr"/>
            <a:r>
              <a:rPr sz="1000" b="1">
                <a:solidFill>
                  <a:srgbClr val="000000"/>
                </a:solidFill>
              </a:rPr>
              <a:t>Task Manager</a:t>
            </a:r>
          </a:p>
          <a:p>
            <a:pPr algn="ctr"/>
            <a:r>
              <a:rPr sz="950">
                <a:solidFill>
                  <a:srgbClr val="000000"/>
                </a:solidFill>
              </a:rPr>
              <a:t>runs at 01:00</a:t>
            </a:r>
          </a:p>
        </p:txBody>
      </p:sp>
      <p:sp>
        <p:nvSpPr>
          <p:cNvPr id="20" name="Rounded Rectangle 19"/>
          <p:cNvSpPr/>
          <p:nvPr/>
        </p:nvSpPr>
        <p:spPr>
          <a:xfrm>
            <a:off x="7365492" y="4846320"/>
            <a:ext cx="2011680" cy="960120"/>
          </a:xfrm>
          <a:prstGeom prst="roundRect">
            <a:avLst>
              <a:gd name="adj" fmla="val 12000"/>
            </a:avLst>
          </a:prstGeom>
          <a:solidFill>
            <a:srgbClr val="2F2A95"/>
          </a:solidFill>
          <a:ln>
            <a:noFill/>
          </a:ln>
        </p:spPr>
        <p:txBody>
          <a:bodyPr rtlCol="0" anchor="ctr" wrap="square" lIns="54864" rIns="54864" tIns="27432" bIns="27432">
            <a:noAutofit/>
          </a:bodyPr>
          <a:lstStyle/>
          <a:p>
            <a:pPr algn="ctr"/>
            <a:r>
              <a:rPr sz="1000" b="1">
                <a:solidFill>
                  <a:srgbClr val="FFFFFF"/>
                </a:solidFill>
              </a:rPr>
              <a:t>SFTPCleanup task</a:t>
            </a:r>
          </a:p>
          <a:p>
            <a:pPr algn="ctr"/>
            <a:r>
              <a:rPr sz="950">
                <a:solidFill>
                  <a:srgbClr val="FFFFFF"/>
                </a:solidFill>
              </a:rPr>
              <a:t>deletes old files</a:t>
            </a:r>
          </a:p>
        </p:txBody>
      </p:sp>
      <p:sp>
        <p:nvSpPr>
          <p:cNvPr id="21" name="Oval 20"/>
          <p:cNvSpPr/>
          <p:nvPr/>
        </p:nvSpPr>
        <p:spPr>
          <a:xfrm>
            <a:off x="9102851" y="4700016"/>
            <a:ext cx="347472" cy="347472"/>
          </a:xfrm>
          <a:prstGeom prst="ellipse">
            <a:avLst/>
          </a:prstGeom>
          <a:solidFill>
            <a:srgbClr val="FFFFFF"/>
          </a:solidFill>
          <a:ln w="19050">
            <a:solidFill>
              <a:srgbClr val="2F2A95"/>
            </a:solidFill>
          </a:ln>
        </p:spPr>
        <p:txBody>
          <a:bodyPr rtlCol="0" anchor="ctr" lIns="0" rIns="0" tIns="0" bIns="0"/>
          <a:lstStyle/>
          <a:p>
            <a:pPr algn="ctr"/>
            <a:r>
              <a:rPr sz="1100" b="1">
                <a:solidFill>
                  <a:srgbClr val="2F2A95"/>
                </a:solidFill>
              </a:rPr>
              <a:t>G</a:t>
            </a:r>
          </a:p>
        </p:txBody>
      </p:sp>
      <p:sp>
        <p:nvSpPr>
          <p:cNvPr id="22" name="Rounded Rectangle 21"/>
          <p:cNvSpPr/>
          <p:nvPr/>
        </p:nvSpPr>
        <p:spPr>
          <a:xfrm>
            <a:off x="9637776" y="4846320"/>
            <a:ext cx="2011680" cy="960120"/>
          </a:xfrm>
          <a:prstGeom prst="roundRect">
            <a:avLst>
              <a:gd name="adj" fmla="val 12000"/>
            </a:avLst>
          </a:prstGeom>
          <a:solidFill>
            <a:srgbClr val="FFFFFF"/>
          </a:solidFill>
          <a:ln w="12700">
            <a:solidFill>
              <a:srgbClr val="8FA9BC"/>
            </a:solidFill>
          </a:ln>
        </p:spPr>
        <p:txBody>
          <a:bodyPr rtlCol="0" anchor="ctr" wrap="square" lIns="54864" rIns="54864" tIns="27432" bIns="27432">
            <a:noAutofit/>
          </a:bodyPr>
          <a:lstStyle/>
          <a:p>
            <a:pPr algn="ctr"/>
            <a:r>
              <a:rPr sz="1000" b="1">
                <a:solidFill>
                  <a:srgbClr val="000000"/>
                </a:solidFill>
              </a:rPr>
              <a:t>mock_his</a:t>
            </a:r>
          </a:p>
          <a:p>
            <a:pPr algn="ctr"/>
            <a:r>
              <a:rPr sz="950">
                <a:solidFill>
                  <a:srgbClr val="000000"/>
                </a:solidFill>
              </a:rPr>
              <a:t>SFTP server</a:t>
            </a:r>
          </a:p>
        </p:txBody>
      </p:sp>
      <p:cxnSp>
        <p:nvCxnSpPr>
          <p:cNvPr id="23" name="Connector 22"/>
          <p:cNvCxnSpPr/>
          <p:nvPr/>
        </p:nvCxnSpPr>
        <p:spPr>
          <a:xfrm>
            <a:off x="2560320" y="2446020"/>
            <a:ext cx="260604" cy="0"/>
          </a:xfrm>
          <a:prstGeom prst="line">
            <a:avLst/>
          </a:prstGeom>
          <a:ln w="22225">
            <a:solidFill>
              <a:srgbClr val="8FA9BC"/>
            </a:solidFill>
            <a:tailEnd type="triangle" w="med" len="med"/>
          </a:ln>
        </p:spPr>
      </p:cxnSp>
      <p:cxnSp>
        <p:nvCxnSpPr>
          <p:cNvPr id="24" name="Connector 23"/>
          <p:cNvCxnSpPr/>
          <p:nvPr/>
        </p:nvCxnSpPr>
        <p:spPr>
          <a:xfrm>
            <a:off x="4832604" y="2446020"/>
            <a:ext cx="260603" cy="0"/>
          </a:xfrm>
          <a:prstGeom prst="line">
            <a:avLst/>
          </a:prstGeom>
          <a:ln w="22225">
            <a:solidFill>
              <a:srgbClr val="8FA9BC"/>
            </a:solidFill>
            <a:tailEnd type="triangle" w="med" len="med"/>
          </a:ln>
        </p:spPr>
      </p:cxnSp>
      <p:cxnSp>
        <p:nvCxnSpPr>
          <p:cNvPr id="25" name="Connector 24"/>
          <p:cNvCxnSpPr/>
          <p:nvPr/>
        </p:nvCxnSpPr>
        <p:spPr>
          <a:xfrm>
            <a:off x="7104888" y="2446020"/>
            <a:ext cx="260604" cy="0"/>
          </a:xfrm>
          <a:prstGeom prst="line">
            <a:avLst/>
          </a:prstGeom>
          <a:ln w="22225">
            <a:solidFill>
              <a:srgbClr val="8FA9BC"/>
            </a:solidFill>
            <a:tailEnd type="triangle" w="med" len="med"/>
          </a:ln>
        </p:spPr>
      </p:cxnSp>
      <p:cxnSp>
        <p:nvCxnSpPr>
          <p:cNvPr id="26" name="Connector 25"/>
          <p:cNvCxnSpPr/>
          <p:nvPr/>
        </p:nvCxnSpPr>
        <p:spPr>
          <a:xfrm>
            <a:off x="9377172" y="2446020"/>
            <a:ext cx="260604" cy="0"/>
          </a:xfrm>
          <a:prstGeom prst="line">
            <a:avLst/>
          </a:prstGeom>
          <a:ln w="22225">
            <a:solidFill>
              <a:srgbClr val="8FA9BC"/>
            </a:solidFill>
            <a:tailEnd type="triangle" w="med" len="med"/>
          </a:ln>
        </p:spPr>
      </p:cxnSp>
      <p:cxnSp>
        <p:nvCxnSpPr>
          <p:cNvPr id="27" name="Connector 26"/>
          <p:cNvCxnSpPr/>
          <p:nvPr/>
        </p:nvCxnSpPr>
        <p:spPr>
          <a:xfrm>
            <a:off x="7104888" y="3817620"/>
            <a:ext cx="260604" cy="0"/>
          </a:xfrm>
          <a:prstGeom prst="line">
            <a:avLst/>
          </a:prstGeom>
          <a:ln w="22225">
            <a:solidFill>
              <a:srgbClr val="8FA9BC"/>
            </a:solidFill>
            <a:tailEnd type="triangle" w="med" len="med"/>
          </a:ln>
        </p:spPr>
      </p:cxnSp>
      <p:cxnSp>
        <p:nvCxnSpPr>
          <p:cNvPr id="28" name="Connector 27"/>
          <p:cNvCxnSpPr/>
          <p:nvPr/>
        </p:nvCxnSpPr>
        <p:spPr>
          <a:xfrm>
            <a:off x="9377172" y="3817620"/>
            <a:ext cx="260604" cy="0"/>
          </a:xfrm>
          <a:prstGeom prst="line">
            <a:avLst/>
          </a:prstGeom>
          <a:ln w="22225">
            <a:solidFill>
              <a:srgbClr val="8FA9BC"/>
            </a:solidFill>
            <a:tailEnd type="triangle" w="med" len="med"/>
          </a:ln>
        </p:spPr>
      </p:cxnSp>
      <p:cxnSp>
        <p:nvCxnSpPr>
          <p:cNvPr id="29" name="Connector 28"/>
          <p:cNvCxnSpPr/>
          <p:nvPr/>
        </p:nvCxnSpPr>
        <p:spPr>
          <a:xfrm>
            <a:off x="7104888" y="5326380"/>
            <a:ext cx="260604" cy="0"/>
          </a:xfrm>
          <a:prstGeom prst="line">
            <a:avLst/>
          </a:prstGeom>
          <a:ln w="22225">
            <a:solidFill>
              <a:srgbClr val="8FA9BC"/>
            </a:solidFill>
            <a:tailEnd type="triangle" w="med" len="med"/>
          </a:ln>
        </p:spPr>
      </p:cxnSp>
      <p:cxnSp>
        <p:nvCxnSpPr>
          <p:cNvPr id="30" name="Connector 29"/>
          <p:cNvCxnSpPr/>
          <p:nvPr/>
        </p:nvCxnSpPr>
        <p:spPr>
          <a:xfrm>
            <a:off x="9377172" y="5326380"/>
            <a:ext cx="260604" cy="0"/>
          </a:xfrm>
          <a:prstGeom prst="line">
            <a:avLst/>
          </a:prstGeom>
          <a:ln w="22225">
            <a:solidFill>
              <a:srgbClr val="8FA9BC"/>
            </a:solidFill>
            <a:tailEnd type="triangle" w="med" len="med"/>
          </a:ln>
        </p:spPr>
      </p:cxnSp>
      <p:cxnSp>
        <p:nvCxnSpPr>
          <p:cNvPr id="31" name="Connector 30"/>
          <p:cNvCxnSpPr/>
          <p:nvPr/>
        </p:nvCxnSpPr>
        <p:spPr>
          <a:xfrm>
            <a:off x="6099048" y="2926080"/>
            <a:ext cx="0" cy="411480"/>
          </a:xfrm>
          <a:prstGeom prst="line">
            <a:avLst/>
          </a:prstGeom>
          <a:ln w="22225">
            <a:solidFill>
              <a:srgbClr val="8FA9BC"/>
            </a:solidFill>
            <a:tailEnd type="triangle" w="med" len="med"/>
          </a:ln>
        </p:spPr>
      </p:cxnSp>
      <p:sp>
        <p:nvSpPr>
          <p:cNvPr id="32" name="Rectangle 31"/>
          <p:cNvSpPr/>
          <p:nvPr/>
        </p:nvSpPr>
        <p:spPr>
          <a:xfrm>
            <a:off x="548640" y="3520440"/>
            <a:ext cx="274320" cy="274320"/>
          </a:xfrm>
          <a:prstGeom prst="rect">
            <a:avLst/>
          </a:prstGeom>
          <a:solidFill>
            <a:srgbClr val="006990"/>
          </a:solidFill>
          <a:ln>
            <a:noFill/>
          </a:ln>
        </p:spPr>
        <p:txBody>
          <a:bodyPr rtlCol="0" anchor="ctr" wrap="square" lIns="54864" rIns="54864" tIns="27432" bIns="27432">
            <a:noAutofit/>
          </a:bodyPr>
          <a:lstStyle/>
          <a:p>
            <a:pPr algn="ctr"/>
          </a:p>
        </p:txBody>
      </p:sp>
      <p:sp>
        <p:nvSpPr>
          <p:cNvPr id="33" name="TextBox 32"/>
          <p:cNvSpPr txBox="1"/>
          <p:nvPr/>
        </p:nvSpPr>
        <p:spPr>
          <a:xfrm>
            <a:off x="914400" y="3502152"/>
            <a:ext cx="1920240" cy="292608"/>
          </a:xfrm>
          <a:prstGeom prst="rect">
            <a:avLst/>
          </a:prstGeom>
          <a:noFill/>
        </p:spPr>
        <p:txBody>
          <a:bodyPr wrap="square" anchor="t" lIns="36576" rIns="36576" tIns="36576" bIns="36576">
            <a:noAutofit/>
          </a:bodyPr>
          <a:lstStyle/>
          <a:p>
            <a:pPr>
              <a:spcAft>
                <a:spcPts val="0"/>
              </a:spcAft>
            </a:pPr>
            <a:r>
              <a:rPr sz="1200">
                <a:solidFill>
                  <a:srgbClr val="000000"/>
                </a:solidFill>
              </a:rPr>
              <a:t>Day 1: Parts A to D</a:t>
            </a:r>
          </a:p>
        </p:txBody>
      </p:sp>
      <p:sp>
        <p:nvSpPr>
          <p:cNvPr id="34" name="Rectangle 33"/>
          <p:cNvSpPr/>
          <p:nvPr/>
        </p:nvSpPr>
        <p:spPr>
          <a:xfrm>
            <a:off x="548640" y="3931920"/>
            <a:ext cx="274320" cy="274320"/>
          </a:xfrm>
          <a:prstGeom prst="rect">
            <a:avLst/>
          </a:prstGeom>
          <a:solidFill>
            <a:srgbClr val="2F2A95"/>
          </a:solidFill>
          <a:ln>
            <a:noFill/>
          </a:ln>
        </p:spPr>
        <p:txBody>
          <a:bodyPr rtlCol="0" anchor="ctr" wrap="square" lIns="54864" rIns="54864" tIns="27432" bIns="27432">
            <a:noAutofit/>
          </a:bodyPr>
          <a:lstStyle/>
          <a:p>
            <a:pPr algn="ctr"/>
          </a:p>
        </p:txBody>
      </p:sp>
      <p:sp>
        <p:nvSpPr>
          <p:cNvPr id="35" name="TextBox 34"/>
          <p:cNvSpPr txBox="1"/>
          <p:nvPr/>
        </p:nvSpPr>
        <p:spPr>
          <a:xfrm>
            <a:off x="914400" y="3913632"/>
            <a:ext cx="1920240" cy="292608"/>
          </a:xfrm>
          <a:prstGeom prst="rect">
            <a:avLst/>
          </a:prstGeom>
          <a:noFill/>
        </p:spPr>
        <p:txBody>
          <a:bodyPr wrap="square" anchor="t" lIns="36576" rIns="36576" tIns="36576" bIns="36576">
            <a:noAutofit/>
          </a:bodyPr>
          <a:lstStyle/>
          <a:p>
            <a:pPr>
              <a:spcAft>
                <a:spcPts val="0"/>
              </a:spcAft>
            </a:pPr>
            <a:r>
              <a:rPr sz="1200">
                <a:solidFill>
                  <a:srgbClr val="000000"/>
                </a:solidFill>
              </a:rPr>
              <a:t>Day 2: Parts E to G</a:t>
            </a:r>
          </a:p>
        </p:txBody>
      </p:sp>
      <p:sp>
        <p:nvSpPr>
          <p:cNvPr id="36" name="Rectangle 35"/>
          <p:cNvSpPr/>
          <p:nvPr/>
        </p:nvSpPr>
        <p:spPr>
          <a:xfrm>
            <a:off x="548640" y="4343400"/>
            <a:ext cx="274320" cy="274320"/>
          </a:xfrm>
          <a:prstGeom prst="rect">
            <a:avLst/>
          </a:prstGeom>
          <a:solidFill>
            <a:srgbClr val="FFFFFF"/>
          </a:solidFill>
          <a:ln w="12700">
            <a:solidFill>
              <a:srgbClr val="8FA9BC"/>
            </a:solidFill>
          </a:ln>
        </p:spPr>
        <p:txBody>
          <a:bodyPr rtlCol="0" anchor="ctr" wrap="square" lIns="54864" rIns="54864" tIns="27432" bIns="27432">
            <a:noAutofit/>
          </a:bodyPr>
          <a:lstStyle/>
          <a:p>
            <a:pPr algn="ctr"/>
          </a:p>
        </p:txBody>
      </p:sp>
      <p:sp>
        <p:nvSpPr>
          <p:cNvPr id="37" name="TextBox 36"/>
          <p:cNvSpPr txBox="1"/>
          <p:nvPr/>
        </p:nvSpPr>
        <p:spPr>
          <a:xfrm>
            <a:off x="914400" y="4325112"/>
            <a:ext cx="1920240" cy="292608"/>
          </a:xfrm>
          <a:prstGeom prst="rect">
            <a:avLst/>
          </a:prstGeom>
          <a:noFill/>
        </p:spPr>
        <p:txBody>
          <a:bodyPr wrap="square" anchor="t" lIns="36576" rIns="36576" tIns="36576" bIns="36576">
            <a:noAutofit/>
          </a:bodyPr>
          <a:lstStyle/>
          <a:p>
            <a:pPr>
              <a:spcAft>
                <a:spcPts val="0"/>
              </a:spcAft>
            </a:pPr>
            <a:r>
              <a:rPr sz="1200">
                <a:solidFill>
                  <a:srgbClr val="000000"/>
                </a:solidFill>
              </a:rPr>
              <a:t>Outside system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32" sz="quarter"/>
          </p:nvPr>
        </p:nvSpPr>
        <p:spPr/>
        <p:txBody>
          <a:bodyPr/>
          <a:lstStyle/>
          <a:p>
            <a:pPr/>
            <a:r>
              <a:t>Day 2</a:t>
            </a:r>
          </a:p>
        </p:txBody>
      </p:sp>
      <p:sp>
        <p:nvSpPr>
          <p:cNvPr id="3" name="Text Placeholder 2"/>
          <p:cNvSpPr>
            <a:spLocks noGrp="1"/>
          </p:cNvSpPr>
          <p:nvPr>
            <p:ph type="body" idx="19" sz="quarter"/>
          </p:nvPr>
        </p:nvSpPr>
        <p:spPr/>
        <p:txBody>
          <a:bodyPr/>
          <a:lstStyle/>
          <a:p>
            <a:pPr/>
            <a:r>
              <a:t>01</a:t>
            </a:r>
          </a:p>
        </p:txBody>
      </p:sp>
      <p:sp>
        <p:nvSpPr>
          <p:cNvPr id="4" name="Text Placeholder 3"/>
          <p:cNvSpPr>
            <a:spLocks noGrp="1"/>
          </p:cNvSpPr>
          <p:nvPr>
            <p:ph type="body" idx="24" sz="quarter"/>
          </p:nvPr>
        </p:nvSpPr>
        <p:spPr/>
        <p:txBody>
          <a:bodyPr/>
          <a:lstStyle/>
          <a:p>
            <a:pPr/>
            <a:r>
              <a:t>02</a:t>
            </a:r>
          </a:p>
        </p:txBody>
      </p:sp>
      <p:sp>
        <p:nvSpPr>
          <p:cNvPr id="5" name="Text Placeholder 4"/>
          <p:cNvSpPr>
            <a:spLocks noGrp="1"/>
          </p:cNvSpPr>
          <p:nvPr>
            <p:ph type="body" idx="23" sz="quarter"/>
          </p:nvPr>
        </p:nvSpPr>
        <p:spPr/>
        <p:txBody>
          <a:bodyPr/>
          <a:lstStyle/>
          <a:p>
            <a:pPr/>
            <a:r>
              <a:t>03</a:t>
            </a:r>
          </a:p>
        </p:txBody>
      </p:sp>
      <p:sp>
        <p:nvSpPr>
          <p:cNvPr id="6" name="Text Placeholder 5"/>
          <p:cNvSpPr>
            <a:spLocks noGrp="1"/>
          </p:cNvSpPr>
          <p:nvPr>
            <p:ph type="body" idx="22" sz="quarter"/>
          </p:nvPr>
        </p:nvSpPr>
        <p:spPr/>
        <p:txBody>
          <a:bodyPr/>
          <a:lstStyle/>
          <a:p>
            <a:pPr/>
            <a:r>
              <a:t>04</a:t>
            </a:r>
          </a:p>
        </p:txBody>
      </p:sp>
      <p:sp>
        <p:nvSpPr>
          <p:cNvPr id="7" name="Text Placeholder 6"/>
          <p:cNvSpPr>
            <a:spLocks noGrp="1"/>
          </p:cNvSpPr>
          <p:nvPr>
            <p:ph type="body" idx="21" sz="quarter"/>
          </p:nvPr>
        </p:nvSpPr>
        <p:spPr/>
        <p:txBody>
          <a:bodyPr/>
          <a:lstStyle/>
          <a:p>
            <a:pPr/>
            <a:r>
              <a:t>05</a:t>
            </a:r>
          </a:p>
        </p:txBody>
      </p:sp>
      <p:sp>
        <p:nvSpPr>
          <p:cNvPr id="8" name="Text Placeholder 7"/>
          <p:cNvSpPr>
            <a:spLocks noGrp="1"/>
          </p:cNvSpPr>
          <p:nvPr>
            <p:ph type="body" idx="20" sz="quarter"/>
          </p:nvPr>
        </p:nvSpPr>
        <p:spPr/>
        <p:txBody>
          <a:bodyPr/>
          <a:lstStyle/>
          <a:p>
            <a:pPr/>
            <a:r>
              <a:t>06</a:t>
            </a:r>
          </a:p>
        </p:txBody>
      </p:sp>
      <p:sp>
        <p:nvSpPr>
          <p:cNvPr id="9" name="Text Placeholder 8"/>
          <p:cNvSpPr>
            <a:spLocks noGrp="1"/>
          </p:cNvSpPr>
          <p:nvPr>
            <p:ph type="body" idx="13" sz="quarter"/>
          </p:nvPr>
        </p:nvSpPr>
        <p:spPr/>
        <p:txBody>
          <a:bodyPr/>
          <a:lstStyle/>
          <a:p>
            <a:pPr/>
            <a:r>
              <a:t>Business processes in depth</a:t>
            </a:r>
          </a:p>
        </p:txBody>
      </p:sp>
      <p:sp>
        <p:nvSpPr>
          <p:cNvPr id="10" name="Text Placeholder 9"/>
          <p:cNvSpPr>
            <a:spLocks noGrp="1"/>
          </p:cNvSpPr>
          <p:nvPr>
            <p:ph type="body" idx="14" sz="quarter"/>
          </p:nvPr>
        </p:nvSpPr>
        <p:spPr/>
        <p:txBody>
          <a:bodyPr/>
          <a:lstStyle/>
          <a:p>
            <a:pPr/>
            <a:r>
              <a:t>Business services</a:t>
            </a:r>
          </a:p>
        </p:txBody>
      </p:sp>
      <p:sp>
        <p:nvSpPr>
          <p:cNvPr id="11" name="Text Placeholder 10"/>
          <p:cNvSpPr>
            <a:spLocks noGrp="1"/>
          </p:cNvSpPr>
          <p:nvPr>
            <p:ph type="body" idx="15" sz="quarter"/>
          </p:nvPr>
        </p:nvSpPr>
        <p:spPr/>
        <p:txBody>
          <a:bodyPr/>
          <a:lstStyle/>
          <a:p>
            <a:pPr/>
            <a:r>
              <a:t>Production design</a:t>
            </a:r>
          </a:p>
        </p:txBody>
      </p:sp>
      <p:sp>
        <p:nvSpPr>
          <p:cNvPr id="12" name="Text Placeholder 11"/>
          <p:cNvSpPr>
            <a:spLocks noGrp="1"/>
          </p:cNvSpPr>
          <p:nvPr>
            <p:ph type="body" idx="16" sz="quarter"/>
          </p:nvPr>
        </p:nvSpPr>
        <p:spPr/>
        <p:txBody>
          <a:bodyPr/>
          <a:lstStyle/>
          <a:p>
            <a:pPr/>
            <a:r>
              <a:t>Scheduled tasks</a:t>
            </a:r>
          </a:p>
        </p:txBody>
      </p:sp>
      <p:sp>
        <p:nvSpPr>
          <p:cNvPr id="13" name="Text Placeholder 12"/>
          <p:cNvSpPr>
            <a:spLocks noGrp="1"/>
          </p:cNvSpPr>
          <p:nvPr>
            <p:ph type="body" idx="17" sz="quarter"/>
          </p:nvPr>
        </p:nvSpPr>
        <p:spPr/>
        <p:txBody>
          <a:bodyPr/>
          <a:lstStyle/>
          <a:p>
            <a:pPr/>
            <a:r>
              <a:t>Monitoring and deployment</a:t>
            </a:r>
          </a:p>
        </p:txBody>
      </p:sp>
      <p:sp>
        <p:nvSpPr>
          <p:cNvPr id="14" name="Text Placeholder 13"/>
          <p:cNvSpPr>
            <a:spLocks noGrp="1"/>
          </p:cNvSpPr>
          <p:nvPr>
            <p:ph type="body" idx="18" sz="quarter"/>
          </p:nvPr>
        </p:nvSpPr>
        <p:spPr/>
        <p:txBody>
          <a:bodyPr/>
          <a:lstStyle/>
          <a:p>
            <a:pPr/>
            <a:r>
              <a:t>Wrap-up</a:t>
            </a:r>
          </a:p>
        </p:txBody>
      </p:sp>
      <p:sp>
        <p:nvSpPr>
          <p:cNvPr id="15" name="Text Placeholder 14"/>
          <p:cNvSpPr>
            <a:spLocks noGrp="1"/>
          </p:cNvSpPr>
          <p:nvPr>
            <p:ph type="body" idx="25" sz="quarter"/>
          </p:nvPr>
        </p:nvSpPr>
        <p:spPr/>
        <p:txBody>
          <a:bodyPr/>
          <a:lstStyle/>
          <a:p/>
        </p:txBody>
      </p:sp>
      <p:sp>
        <p:nvSpPr>
          <p:cNvPr id="16" name="Text Placeholder 15"/>
          <p:cNvSpPr>
            <a:spLocks noGrp="1"/>
          </p:cNvSpPr>
          <p:nvPr>
            <p:ph type="body" idx="26" sz="quarter"/>
          </p:nvPr>
        </p:nvSpPr>
        <p:spPr/>
        <p:txBody>
          <a:bodyPr/>
          <a:lstStyle/>
          <a:p/>
        </p:txBody>
      </p:sp>
      <p:sp>
        <p:nvSpPr>
          <p:cNvPr id="17" name="Text Placeholder 16"/>
          <p:cNvSpPr>
            <a:spLocks noGrp="1"/>
          </p:cNvSpPr>
          <p:nvPr>
            <p:ph type="body" idx="27" sz="quarter"/>
          </p:nvPr>
        </p:nvSpPr>
        <p:spPr/>
        <p:txBody>
          <a:bodyPr/>
          <a:lstStyle/>
          <a:p/>
        </p:txBody>
      </p:sp>
      <p:sp>
        <p:nvSpPr>
          <p:cNvPr id="18" name="Text Placeholder 17"/>
          <p:cNvSpPr>
            <a:spLocks noGrp="1"/>
          </p:cNvSpPr>
          <p:nvPr>
            <p:ph type="body" idx="28" sz="quarter"/>
          </p:nvPr>
        </p:nvSpPr>
        <p:spPr/>
        <p:txBody>
          <a:bodyPr/>
          <a:lstStyle/>
          <a:p/>
        </p:txBody>
      </p:sp>
      <p:sp>
        <p:nvSpPr>
          <p:cNvPr id="19" name="Text Placeholder 18"/>
          <p:cNvSpPr>
            <a:spLocks noGrp="1"/>
          </p:cNvSpPr>
          <p:nvPr>
            <p:ph type="body" idx="29" sz="quarter"/>
          </p:nvPr>
        </p:nvSpPr>
        <p:spPr/>
        <p:txBody>
          <a:bodyPr/>
          <a:lstStyle/>
          <a:p/>
        </p:txBody>
      </p:sp>
      <p:sp>
        <p:nvSpPr>
          <p:cNvPr id="20" name="Text Placeholder 19"/>
          <p:cNvSpPr>
            <a:spLocks noGrp="1"/>
          </p:cNvSpPr>
          <p:nvPr>
            <p:ph type="body" idx="30" sz="quarter"/>
          </p:nvPr>
        </p:nvSpPr>
        <p:spPr/>
        <p:txBody>
          <a:bodyPr/>
          <a:lstStyle/>
          <a:p/>
        </p:txBody>
      </p:sp>
      <p:sp>
        <p:nvSpPr>
          <p:cNvPr id="21" name="Text Placeholder 20"/>
          <p:cNvSpPr>
            <a:spLocks noGrp="1"/>
          </p:cNvSpPr>
          <p:nvPr>
            <p:ph type="body" idx="31" sz="quarter"/>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Business Processes in Depth</a:t>
            </a:r>
          </a:p>
        </p:txBody>
      </p:sp>
      <p:sp>
        <p:nvSpPr>
          <p:cNvPr id="3" name="Text Placeholder 2"/>
          <p:cNvSpPr>
            <a:spLocks noGrp="1"/>
          </p:cNvSpPr>
          <p:nvPr>
            <p:ph type="body" idx="1"/>
          </p:nvPr>
        </p:nvSpPr>
        <p:spPr/>
        <p:txBody>
          <a:bodyPr/>
          <a:lstStyle/>
          <a:p>
            <a:pPr>
              <a:buClr>
                <a:srgbClr val="000000"/>
              </a:buClr>
            </a:pPr>
            <a:r>
              <a:rPr/>
              <a:t>Decisions, sub-processes, calls and queues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BPL Activities</a:t>
            </a:r>
          </a:p>
        </p:txBody>
      </p:sp>
      <p:sp>
        <p:nvSpPr>
          <p:cNvPr id="3" name="Text Placeholder 2"/>
          <p:cNvSpPr>
            <a:spLocks noGrp="1"/>
          </p:cNvSpPr>
          <p:nvPr>
            <p:ph type="body" idx="13" sz="quarter"/>
          </p:nvPr>
        </p:nvSpPr>
        <p:spPr/>
        <p:txBody>
          <a:bodyPr/>
          <a:lstStyle/>
          <a:p>
            <a:pPr>
              <a:buClr>
                <a:srgbClr val="000000"/>
              </a:buClr>
            </a:pPr>
            <a:r>
              <a:rPr/>
              <a:t>The activities that you use most</a:t>
            </a:r>
          </a:p>
        </p:txBody>
      </p:sp>
      <p:graphicFrame>
        <p:nvGraphicFramePr>
          <p:cNvPr id="4" name="Table 3"/>
          <p:cNvGraphicFramePr>
            <a:graphicFrameLocks noGrp="1"/>
          </p:cNvGraphicFramePr>
          <p:nvPr/>
        </p:nvGraphicFramePr>
        <p:xfrm>
          <a:off x="548640" y="1783080"/>
          <a:ext cx="5440679" cy="3968496"/>
        </p:xfrm>
        <a:graphic>
          <a:graphicData uri="http://schemas.openxmlformats.org/drawingml/2006/table">
            <a:tbl>
              <a:tblPr firstRow="1">
                <a:tableStyleId>{5C22544A-7EE6-4342-B048-85BDC9FD1C3A}</a:tableStyleId>
              </a:tblPr>
              <a:tblGrid>
                <a:gridCol w="1463040"/>
                <a:gridCol w="3977639"/>
              </a:tblGrid>
              <a:tr h="566928">
                <a:tc>
                  <a:txBody>
                    <a:bodyPr wrap="square"/>
                    <a:lstStyle/>
                    <a:p>
                      <a:r>
                        <a:rPr sz="1400" b="1">
                          <a:solidFill>
                            <a:srgbClr val="FFFFFF"/>
                          </a:solidFill>
                        </a:rPr>
                        <a:t>Activity</a:t>
                      </a:r>
                    </a:p>
                  </a:txBody>
                  <a:tcPr marL="73152" marR="73152" marT="36576" marB="36576" anchor="ctr">
                    <a:solidFill>
                      <a:srgbClr val="006990"/>
                    </a:solidFill>
                  </a:tcPr>
                </a:tc>
                <a:tc>
                  <a:txBody>
                    <a:bodyPr wrap="square"/>
                    <a:lstStyle/>
                    <a:p>
                      <a:r>
                        <a:rPr sz="1400" b="1">
                          <a:solidFill>
                            <a:srgbClr val="FFFFFF"/>
                          </a:solidFill>
                        </a:rPr>
                        <a:t>What it does</a:t>
                      </a:r>
                    </a:p>
                  </a:txBody>
                  <a:tcPr marL="73152" marR="73152" marT="36576" marB="36576" anchor="ctr">
                    <a:solidFill>
                      <a:srgbClr val="006990"/>
                    </a:solidFill>
                  </a:tcPr>
                </a:tc>
              </a:tr>
              <a:tr h="566928">
                <a:tc>
                  <a:txBody>
                    <a:bodyPr wrap="square"/>
                    <a:lstStyle/>
                    <a:p>
                      <a:r>
                        <a:rPr sz="1400">
                          <a:solidFill>
                            <a:srgbClr val="2F2A95"/>
                          </a:solidFill>
                          <a:latin typeface="Consolas"/>
                        </a:rPr>
                        <a:t>call</a:t>
                      </a:r>
                    </a:p>
                  </a:txBody>
                  <a:tcPr marL="73152" marR="73152" marT="36576" marB="36576" anchor="ctr">
                    <a:solidFill>
                      <a:srgbClr val="FFFFFF"/>
                    </a:solidFill>
                  </a:tcPr>
                </a:tc>
                <a:tc>
                  <a:txBody>
                    <a:bodyPr wrap="square"/>
                    <a:lstStyle/>
                    <a:p>
                      <a:r>
                        <a:rPr sz="1400"/>
                        <a:t>Sends a request to an item, sync or async</a:t>
                      </a:r>
                    </a:p>
                  </a:txBody>
                  <a:tcPr marL="73152" marR="73152" marT="36576" marB="36576" anchor="ctr">
                    <a:solidFill>
                      <a:srgbClr val="FFFFFF"/>
                    </a:solidFill>
                  </a:tcPr>
                </a:tc>
              </a:tr>
              <a:tr h="566928">
                <a:tc>
                  <a:txBody>
                    <a:bodyPr wrap="square"/>
                    <a:lstStyle/>
                    <a:p>
                      <a:r>
                        <a:rPr sz="1400">
                          <a:solidFill>
                            <a:srgbClr val="2F2A95"/>
                          </a:solidFill>
                          <a:latin typeface="Consolas"/>
                        </a:rPr>
                        <a:t>sync</a:t>
                      </a:r>
                    </a:p>
                  </a:txBody>
                  <a:tcPr marL="73152" marR="73152" marT="36576" marB="36576" anchor="ctr">
                    <a:solidFill>
                      <a:srgbClr val="E6F0F7"/>
                    </a:solidFill>
                  </a:tcPr>
                </a:tc>
                <a:tc>
                  <a:txBody>
                    <a:bodyPr wrap="square"/>
                    <a:lstStyle/>
                    <a:p>
                      <a:r>
                        <a:rPr sz="1400"/>
                        <a:t>Waits for the responses of asynchronous calls</a:t>
                      </a:r>
                    </a:p>
                  </a:txBody>
                  <a:tcPr marL="73152" marR="73152" marT="36576" marB="36576" anchor="ctr">
                    <a:solidFill>
                      <a:srgbClr val="E6F0F7"/>
                    </a:solidFill>
                  </a:tcPr>
                </a:tc>
              </a:tr>
              <a:tr h="566928">
                <a:tc>
                  <a:txBody>
                    <a:bodyPr wrap="square"/>
                    <a:lstStyle/>
                    <a:p>
                      <a:r>
                        <a:rPr sz="1400">
                          <a:solidFill>
                            <a:srgbClr val="2F2A95"/>
                          </a:solidFill>
                          <a:latin typeface="Consolas"/>
                        </a:rPr>
                        <a:t>transform</a:t>
                      </a:r>
                    </a:p>
                  </a:txBody>
                  <a:tcPr marL="73152" marR="73152" marT="36576" marB="36576" anchor="ctr">
                    <a:solidFill>
                      <a:srgbClr val="FFFFFF"/>
                    </a:solidFill>
                  </a:tcPr>
                </a:tc>
                <a:tc>
                  <a:txBody>
                    <a:bodyPr wrap="square"/>
                    <a:lstStyle/>
                    <a:p>
                      <a:r>
                        <a:rPr sz="1400"/>
                        <a:t>Runs a DTL</a:t>
                      </a:r>
                    </a:p>
                  </a:txBody>
                  <a:tcPr marL="73152" marR="73152" marT="36576" marB="36576" anchor="ctr">
                    <a:solidFill>
                      <a:srgbClr val="FFFFFF"/>
                    </a:solidFill>
                  </a:tcPr>
                </a:tc>
              </a:tr>
              <a:tr h="566928">
                <a:tc>
                  <a:txBody>
                    <a:bodyPr wrap="square"/>
                    <a:lstStyle/>
                    <a:p>
                      <a:r>
                        <a:rPr sz="1400">
                          <a:solidFill>
                            <a:srgbClr val="2F2A95"/>
                          </a:solidFill>
                          <a:latin typeface="Consolas"/>
                        </a:rPr>
                        <a:t>assign</a:t>
                      </a:r>
                    </a:p>
                  </a:txBody>
                  <a:tcPr marL="73152" marR="73152" marT="36576" marB="36576" anchor="ctr">
                    <a:solidFill>
                      <a:srgbClr val="E6F0F7"/>
                    </a:solidFill>
                  </a:tcPr>
                </a:tc>
                <a:tc>
                  <a:txBody>
                    <a:bodyPr wrap="square"/>
                    <a:lstStyle/>
                    <a:p>
                      <a:r>
                        <a:rPr sz="1400"/>
                        <a:t>Sets a property of response or context</a:t>
                      </a:r>
                    </a:p>
                  </a:txBody>
                  <a:tcPr marL="73152" marR="73152" marT="36576" marB="36576" anchor="ctr">
                    <a:solidFill>
                      <a:srgbClr val="E6F0F7"/>
                    </a:solidFill>
                  </a:tcPr>
                </a:tc>
              </a:tr>
              <a:tr h="566928">
                <a:tc>
                  <a:txBody>
                    <a:bodyPr wrap="square"/>
                    <a:lstStyle/>
                    <a:p>
                      <a:r>
                        <a:rPr sz="1400">
                          <a:solidFill>
                            <a:srgbClr val="2F2A95"/>
                          </a:solidFill>
                          <a:latin typeface="Consolas"/>
                        </a:rPr>
                        <a:t>if</a:t>
                      </a:r>
                    </a:p>
                  </a:txBody>
                  <a:tcPr marL="73152" marR="73152" marT="36576" marB="36576" anchor="ctr">
                    <a:solidFill>
                      <a:srgbClr val="FFFFFF"/>
                    </a:solidFill>
                  </a:tcPr>
                </a:tc>
                <a:tc>
                  <a:txBody>
                    <a:bodyPr wrap="square"/>
                    <a:lstStyle/>
                    <a:p>
                      <a:r>
                        <a:rPr sz="1400"/>
                        <a:t>Runs the true branch or the false branch</a:t>
                      </a:r>
                    </a:p>
                  </a:txBody>
                  <a:tcPr marL="73152" marR="73152" marT="36576" marB="36576" anchor="ctr">
                    <a:solidFill>
                      <a:srgbClr val="FFFFFF"/>
                    </a:solidFill>
                  </a:tcPr>
                </a:tc>
              </a:tr>
              <a:tr h="566928">
                <a:tc>
                  <a:txBody>
                    <a:bodyPr wrap="square"/>
                    <a:lstStyle/>
                    <a:p>
                      <a:r>
                        <a:rPr sz="1400">
                          <a:solidFill>
                            <a:srgbClr val="2F2A95"/>
                          </a:solidFill>
                          <a:latin typeface="Consolas"/>
                        </a:rPr>
                        <a:t>switch</a:t>
                      </a:r>
                    </a:p>
                  </a:txBody>
                  <a:tcPr marL="73152" marR="73152" marT="36576" marB="36576" anchor="ctr">
                    <a:solidFill>
                      <a:srgbClr val="E6F0F7"/>
                    </a:solidFill>
                  </a:tcPr>
                </a:tc>
                <a:tc>
                  <a:txBody>
                    <a:bodyPr wrap="square"/>
                    <a:lstStyle/>
                    <a:p>
                      <a:r>
                        <a:rPr sz="1400"/>
                        <a:t>Chooses one of many branches</a:t>
                      </a:r>
                    </a:p>
                  </a:txBody>
                  <a:tcPr marL="73152" marR="73152" marT="36576" marB="36576" anchor="ctr">
                    <a:solidFill>
                      <a:srgbClr val="E6F0F7"/>
                    </a:solidFill>
                  </a:tcPr>
                </a:tc>
              </a:tr>
            </a:tbl>
          </a:graphicData>
        </a:graphic>
      </p:graphicFrame>
      <p:graphicFrame>
        <p:nvGraphicFramePr>
          <p:cNvPr id="5" name="Table 4"/>
          <p:cNvGraphicFramePr>
            <a:graphicFrameLocks noGrp="1"/>
          </p:cNvGraphicFramePr>
          <p:nvPr/>
        </p:nvGraphicFramePr>
        <p:xfrm>
          <a:off x="6208776" y="1783080"/>
          <a:ext cx="5440680" cy="3968496"/>
        </p:xfrm>
        <a:graphic>
          <a:graphicData uri="http://schemas.openxmlformats.org/drawingml/2006/table">
            <a:tbl>
              <a:tblPr firstRow="1">
                <a:tableStyleId>{5C22544A-7EE6-4342-B048-85BDC9FD1C3A}</a:tableStyleId>
              </a:tblPr>
              <a:tblGrid>
                <a:gridCol w="1737360"/>
                <a:gridCol w="3703320"/>
              </a:tblGrid>
              <a:tr h="566928">
                <a:tc>
                  <a:txBody>
                    <a:bodyPr wrap="square"/>
                    <a:lstStyle/>
                    <a:p>
                      <a:r>
                        <a:rPr sz="1400" b="1">
                          <a:solidFill>
                            <a:srgbClr val="FFFFFF"/>
                          </a:solidFill>
                        </a:rPr>
                        <a:t>Activity</a:t>
                      </a:r>
                    </a:p>
                  </a:txBody>
                  <a:tcPr marL="73152" marR="73152" marT="36576" marB="36576" anchor="ctr">
                    <a:solidFill>
                      <a:srgbClr val="006990"/>
                    </a:solidFill>
                  </a:tcPr>
                </a:tc>
                <a:tc>
                  <a:txBody>
                    <a:bodyPr wrap="square"/>
                    <a:lstStyle/>
                    <a:p>
                      <a:r>
                        <a:rPr sz="1400" b="1">
                          <a:solidFill>
                            <a:srgbClr val="FFFFFF"/>
                          </a:solidFill>
                        </a:rPr>
                        <a:t>What it does</a:t>
                      </a:r>
                    </a:p>
                  </a:txBody>
                  <a:tcPr marL="73152" marR="73152" marT="36576" marB="36576" anchor="ctr">
                    <a:solidFill>
                      <a:srgbClr val="006990"/>
                    </a:solidFill>
                  </a:tcPr>
                </a:tc>
              </a:tr>
              <a:tr h="566928">
                <a:tc>
                  <a:txBody>
                    <a:bodyPr wrap="square"/>
                    <a:lstStyle/>
                    <a:p>
                      <a:r>
                        <a:rPr sz="1400">
                          <a:solidFill>
                            <a:srgbClr val="2F2A95"/>
                          </a:solidFill>
                          <a:latin typeface="Consolas"/>
                        </a:rPr>
                        <a:t>foreach, while</a:t>
                      </a:r>
                    </a:p>
                  </a:txBody>
                  <a:tcPr marL="73152" marR="73152" marT="36576" marB="36576" anchor="ctr">
                    <a:solidFill>
                      <a:srgbClr val="FFFFFF"/>
                    </a:solidFill>
                  </a:tcPr>
                </a:tc>
                <a:tc>
                  <a:txBody>
                    <a:bodyPr wrap="square"/>
                    <a:lstStyle/>
                    <a:p>
                      <a:r>
                        <a:rPr sz="1400"/>
                        <a:t>Runs activities more than one time</a:t>
                      </a:r>
                    </a:p>
                  </a:txBody>
                  <a:tcPr marL="73152" marR="73152" marT="36576" marB="36576" anchor="ctr">
                    <a:solidFill>
                      <a:srgbClr val="FFFFFF"/>
                    </a:solidFill>
                  </a:tcPr>
                </a:tc>
              </a:tr>
              <a:tr h="566928">
                <a:tc>
                  <a:txBody>
                    <a:bodyPr wrap="square"/>
                    <a:lstStyle/>
                    <a:p>
                      <a:r>
                        <a:rPr sz="1400">
                          <a:solidFill>
                            <a:srgbClr val="2F2A95"/>
                          </a:solidFill>
                          <a:latin typeface="Consolas"/>
                        </a:rPr>
                        <a:t>code</a:t>
                      </a:r>
                    </a:p>
                  </a:txBody>
                  <a:tcPr marL="73152" marR="73152" marT="36576" marB="36576" anchor="ctr">
                    <a:solidFill>
                      <a:srgbClr val="E6F0F7"/>
                    </a:solidFill>
                  </a:tcPr>
                </a:tc>
                <a:tc>
                  <a:txBody>
                    <a:bodyPr wrap="square"/>
                    <a:lstStyle/>
                    <a:p>
                      <a:r>
                        <a:rPr sz="1400"/>
                        <a:t>Runs ObjectScript lines</a:t>
                      </a:r>
                    </a:p>
                  </a:txBody>
                  <a:tcPr marL="73152" marR="73152" marT="36576" marB="36576" anchor="ctr">
                    <a:solidFill>
                      <a:srgbClr val="E6F0F7"/>
                    </a:solidFill>
                  </a:tcPr>
                </a:tc>
              </a:tr>
              <a:tr h="566928">
                <a:tc>
                  <a:txBody>
                    <a:bodyPr wrap="square"/>
                    <a:lstStyle/>
                    <a:p>
                      <a:r>
                        <a:rPr sz="1400">
                          <a:solidFill>
                            <a:srgbClr val="2F2A95"/>
                          </a:solidFill>
                          <a:latin typeface="Consolas"/>
                        </a:rPr>
                        <a:t>rule</a:t>
                      </a:r>
                    </a:p>
                  </a:txBody>
                  <a:tcPr marL="73152" marR="73152" marT="36576" marB="36576" anchor="ctr">
                    <a:solidFill>
                      <a:srgbClr val="FFFFFF"/>
                    </a:solidFill>
                  </a:tcPr>
                </a:tc>
                <a:tc>
                  <a:txBody>
                    <a:bodyPr wrap="square"/>
                    <a:lstStyle/>
                    <a:p>
                      <a:r>
                        <a:rPr sz="1400"/>
                        <a:t>Runs a business rule and gets its result</a:t>
                      </a:r>
                    </a:p>
                  </a:txBody>
                  <a:tcPr marL="73152" marR="73152" marT="36576" marB="36576" anchor="ctr">
                    <a:solidFill>
                      <a:srgbClr val="FFFFFF"/>
                    </a:solidFill>
                  </a:tcPr>
                </a:tc>
              </a:tr>
              <a:tr h="566928">
                <a:tc>
                  <a:txBody>
                    <a:bodyPr wrap="square"/>
                    <a:lstStyle/>
                    <a:p>
                      <a:r>
                        <a:rPr sz="1400">
                          <a:solidFill>
                            <a:srgbClr val="2F2A95"/>
                          </a:solidFill>
                          <a:latin typeface="Consolas"/>
                        </a:rPr>
                        <a:t>alert</a:t>
                      </a:r>
                    </a:p>
                  </a:txBody>
                  <a:tcPr marL="73152" marR="73152" marT="36576" marB="36576" anchor="ctr">
                    <a:solidFill>
                      <a:srgbClr val="E6F0F7"/>
                    </a:solidFill>
                  </a:tcPr>
                </a:tc>
                <a:tc>
                  <a:txBody>
                    <a:bodyPr wrap="square"/>
                    <a:lstStyle/>
                    <a:p>
                      <a:r>
                        <a:rPr sz="1400"/>
                        <a:t>Sends an alert to Ens.Alert</a:t>
                      </a:r>
                    </a:p>
                  </a:txBody>
                  <a:tcPr marL="73152" marR="73152" marT="36576" marB="36576" anchor="ctr">
                    <a:solidFill>
                      <a:srgbClr val="E6F0F7"/>
                    </a:solidFill>
                  </a:tcPr>
                </a:tc>
              </a:tr>
              <a:tr h="566928">
                <a:tc>
                  <a:txBody>
                    <a:bodyPr wrap="square"/>
                    <a:lstStyle/>
                    <a:p>
                      <a:r>
                        <a:rPr sz="1400">
                          <a:solidFill>
                            <a:srgbClr val="2F2A95"/>
                          </a:solidFill>
                          <a:latin typeface="Consolas"/>
                        </a:rPr>
                        <a:t>delay</a:t>
                      </a:r>
                    </a:p>
                  </a:txBody>
                  <a:tcPr marL="73152" marR="73152" marT="36576" marB="36576" anchor="ctr">
                    <a:solidFill>
                      <a:srgbClr val="FFFFFF"/>
                    </a:solidFill>
                  </a:tcPr>
                </a:tc>
                <a:tc>
                  <a:txBody>
                    <a:bodyPr wrap="square"/>
                    <a:lstStyle/>
                    <a:p>
                      <a:r>
                        <a:rPr sz="1400"/>
                        <a:t>Waits for a time, or until a time</a:t>
                      </a:r>
                    </a:p>
                  </a:txBody>
                  <a:tcPr marL="73152" marR="73152" marT="36576" marB="36576" anchor="ctr">
                    <a:solidFill>
                      <a:srgbClr val="FFFFFF"/>
                    </a:solidFill>
                  </a:tcPr>
                </a:tc>
              </a:tr>
              <a:tr h="566928">
                <a:tc>
                  <a:txBody>
                    <a:bodyPr wrap="square"/>
                    <a:lstStyle/>
                    <a:p>
                      <a:r>
                        <a:rPr sz="1400">
                          <a:solidFill>
                            <a:srgbClr val="2F2A95"/>
                          </a:solidFill>
                          <a:latin typeface="Consolas"/>
                        </a:rPr>
                        <a:t>scope, catch</a:t>
                      </a:r>
                    </a:p>
                  </a:txBody>
                  <a:tcPr marL="73152" marR="73152" marT="36576" marB="36576" anchor="ctr">
                    <a:solidFill>
                      <a:srgbClr val="E6F0F7"/>
                    </a:solidFill>
                  </a:tcPr>
                </a:tc>
                <a:tc>
                  <a:txBody>
                    <a:bodyPr wrap="square"/>
                    <a:lstStyle/>
                    <a:p>
                      <a:r>
                        <a:rPr sz="1400"/>
                        <a:t>Catches errors in a group of activities</a:t>
                      </a:r>
                    </a:p>
                  </a:txBody>
                  <a:tcPr marL="73152" marR="73152" marT="36576" marB="36576" anchor="ctr">
                    <a:solidFill>
                      <a:srgbClr val="E6F0F7"/>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Synchronous and Asynchronous Calls</a:t>
            </a:r>
          </a:p>
        </p:txBody>
      </p:sp>
      <p:sp>
        <p:nvSpPr>
          <p:cNvPr id="3" name="Text Placeholder 2"/>
          <p:cNvSpPr>
            <a:spLocks noGrp="1"/>
          </p:cNvSpPr>
          <p:nvPr>
            <p:ph type="body" idx="1"/>
          </p:nvPr>
        </p:nvSpPr>
        <p:spPr/>
        <p:txBody>
          <a:bodyPr/>
          <a:lstStyle/>
          <a:p>
            <a:pPr>
              <a:buClr>
                <a:srgbClr val="000000"/>
              </a:buClr>
            </a:pPr>
            <a:r>
              <a:rPr sz="2200"/>
              <a:t>Synchronous call</a:t>
            </a:r>
          </a:p>
        </p:txBody>
      </p:sp>
      <p:sp>
        <p:nvSpPr>
          <p:cNvPr id="4" name="Content Placeholder 3"/>
          <p:cNvSpPr>
            <a:spLocks noGrp="1"/>
          </p:cNvSpPr>
          <p:nvPr>
            <p:ph idx="2" sz="half"/>
          </p:nvPr>
        </p:nvSpPr>
        <p:spPr/>
        <p:txBody>
          <a:bodyPr/>
          <a:lstStyle/>
          <a:p>
            <a:pPr>
              <a:spcAft>
                <a:spcPts val="1200"/>
              </a:spcAft>
              <a:buClr>
                <a:srgbClr val="000000"/>
              </a:buClr>
            </a:pPr>
            <a:r>
              <a:rPr sz="1800"/>
              <a:t>The process waits for the response</a:t>
            </a:r>
          </a:p>
          <a:p>
            <a:pPr>
              <a:spcAft>
                <a:spcPts val="1200"/>
              </a:spcAft>
              <a:buClr>
                <a:srgbClr val="000000"/>
              </a:buClr>
            </a:pPr>
            <a:r>
              <a:rPr sz="1800"/>
              <a:t>Set a timeout. After the timeout, IRIS discards the response</a:t>
            </a:r>
          </a:p>
          <a:p>
            <a:pPr>
              <a:spcAft>
                <a:spcPts val="1200"/>
              </a:spcAft>
              <a:buClr>
                <a:srgbClr val="000000"/>
              </a:buClr>
            </a:pPr>
            <a:r>
              <a:rPr sz="1800"/>
              <a:t>Below the surface it is asynchronous: the job is free while it waits</a:t>
            </a:r>
          </a:p>
          <a:p>
            <a:pPr>
              <a:spcAft>
                <a:spcPts val="1200"/>
              </a:spcAft>
              <a:buClr>
                <a:srgbClr val="000000"/>
              </a:buClr>
            </a:pPr>
            <a:r>
              <a:rPr sz="1800"/>
              <a:t>Use it when the next activity needs the response</a:t>
            </a:r>
          </a:p>
        </p:txBody>
      </p:sp>
      <p:sp>
        <p:nvSpPr>
          <p:cNvPr id="5" name="Text Placeholder 4"/>
          <p:cNvSpPr>
            <a:spLocks noGrp="1"/>
          </p:cNvSpPr>
          <p:nvPr>
            <p:ph type="body" idx="3" sz="quarter"/>
          </p:nvPr>
        </p:nvSpPr>
        <p:spPr/>
        <p:txBody>
          <a:bodyPr/>
          <a:lstStyle/>
          <a:p>
            <a:pPr>
              <a:buClr>
                <a:srgbClr val="000000"/>
              </a:buClr>
            </a:pPr>
            <a:r>
              <a:rPr sz="2200"/>
              <a:t>Asynchronous call</a:t>
            </a:r>
          </a:p>
        </p:txBody>
      </p:sp>
      <p:sp>
        <p:nvSpPr>
          <p:cNvPr id="6" name="Content Placeholder 5"/>
          <p:cNvSpPr>
            <a:spLocks noGrp="1"/>
          </p:cNvSpPr>
          <p:nvPr>
            <p:ph idx="4" sz="quarter"/>
          </p:nvPr>
        </p:nvSpPr>
        <p:spPr/>
        <p:txBody>
          <a:bodyPr/>
          <a:lstStyle/>
          <a:p>
            <a:pPr>
              <a:spcAft>
                <a:spcPts val="1200"/>
              </a:spcAft>
              <a:buClr>
                <a:srgbClr val="000000"/>
              </a:buClr>
            </a:pPr>
            <a:r>
              <a:rPr sz="1800"/>
              <a:t>The process does not wait</a:t>
            </a:r>
          </a:p>
          <a:p>
            <a:pPr>
              <a:spcAft>
                <a:spcPts val="1200"/>
              </a:spcAft>
              <a:buClr>
                <a:srgbClr val="000000"/>
              </a:buClr>
            </a:pPr>
            <a:r>
              <a:rPr sz="1800"/>
              <a:t>A sync activity waits for one or more responses</a:t>
            </a:r>
          </a:p>
          <a:p>
            <a:pPr>
              <a:spcAft>
                <a:spcPts val="1200"/>
              </a:spcAft>
              <a:buClr>
                <a:srgbClr val="000000"/>
              </a:buClr>
            </a:pPr>
            <a:r>
              <a:rPr sz="1800"/>
              <a:t>Without a sync, the next activities get empty values</a:t>
            </a:r>
          </a:p>
          <a:p>
            <a:pPr>
              <a:spcAft>
                <a:spcPts val="1200"/>
              </a:spcAft>
              <a:buClr>
                <a:srgbClr val="000000"/>
              </a:buClr>
            </a:pPr>
            <a:r>
              <a:rPr sz="1800"/>
              <a:t>Use it for calls that do not need each other, so that they run at the same time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Decisions with the If Activity</a:t>
            </a:r>
          </a:p>
        </p:txBody>
      </p:sp>
      <p:sp>
        <p:nvSpPr>
          <p:cNvPr id="3" name="Content Placeholder 2"/>
          <p:cNvSpPr>
            <a:spLocks noGrp="1"/>
          </p:cNvSpPr>
          <p:nvPr>
            <p:ph idx="1"/>
          </p:nvPr>
        </p:nvSpPr>
        <p:spPr/>
        <p:txBody>
          <a:bodyPr/>
          <a:lstStyle/>
          <a:p>
            <a:pPr>
              <a:spcAft>
                <a:spcPts val="1400"/>
              </a:spcAft>
              <a:buClr>
                <a:srgbClr val="000000"/>
              </a:buClr>
            </a:pPr>
            <a:r>
              <a:rPr sz="2000"/>
              <a:t>The if activity has a true branch and a false branch</a:t>
            </a:r>
          </a:p>
          <a:p>
            <a:pPr>
              <a:spcAft>
                <a:spcPts val="1400"/>
              </a:spcAft>
              <a:buClr>
                <a:srgbClr val="000000"/>
              </a:buClr>
            </a:pPr>
            <a:r>
              <a:rPr sz="2000"/>
              <a:t>The condition can read </a:t>
            </a:r>
            <a:r>
              <a:rPr sz="2000">
                <a:solidFill>
                  <a:srgbClr val="2F2A95"/>
                </a:solidFill>
                <a:latin typeface="Consolas"/>
              </a:rPr>
              <a:t>request</a:t>
            </a:r>
            <a:r>
              <a:rPr sz="2000"/>
              <a:t>, </a:t>
            </a:r>
            <a:r>
              <a:rPr sz="2000">
                <a:solidFill>
                  <a:srgbClr val="2F2A95"/>
                </a:solidFill>
                <a:latin typeface="Consolas"/>
              </a:rPr>
              <a:t>response</a:t>
            </a:r>
            <a:r>
              <a:rPr sz="2000"/>
              <a:t> and </a:t>
            </a:r>
            <a:r>
              <a:rPr sz="2000">
                <a:solidFill>
                  <a:srgbClr val="2F2A95"/>
                </a:solidFill>
                <a:latin typeface="Consolas"/>
              </a:rPr>
              <a:t>context</a:t>
            </a:r>
          </a:p>
          <a:p>
            <a:pPr>
              <a:spcAft>
                <a:spcPts val="1400"/>
              </a:spcAft>
              <a:buClr>
                <a:srgbClr val="000000"/>
              </a:buClr>
            </a:pPr>
            <a:r>
              <a:rPr sz="2000"/>
              <a:t>Example from the lab: </a:t>
            </a:r>
            <a:r>
              <a:rPr sz="2000">
                <a:solidFill>
                  <a:srgbClr val="2F2A95"/>
                </a:solidFill>
                <a:latin typeface="Consolas"/>
              </a:rPr>
              <a:t>response.ResponseCode="200"</a:t>
            </a:r>
          </a:p>
          <a:p>
            <a:pPr>
              <a:spcAft>
                <a:spcPts val="1400"/>
              </a:spcAft>
              <a:buClr>
                <a:srgbClr val="000000"/>
              </a:buClr>
            </a:pPr>
            <a:r>
              <a:rPr sz="2000"/>
              <a:t>Put the call that needs the decision in the true branch</a:t>
            </a:r>
          </a:p>
          <a:p>
            <a:pPr>
              <a:spcAft>
                <a:spcPts val="1400"/>
              </a:spcAft>
              <a:buClr>
                <a:srgbClr val="000000"/>
              </a:buClr>
            </a:pPr>
            <a:r>
              <a:rPr sz="2000"/>
              <a:t>Use switch for more than two branches</a:t>
            </a:r>
          </a:p>
        </p:txBody>
      </p:sp>
      <p:sp>
        <p:nvSpPr>
          <p:cNvPr id="4" name="Text Placeholder 3"/>
          <p:cNvSpPr>
            <a:spLocks noGrp="1"/>
          </p:cNvSpPr>
          <p:nvPr>
            <p:ph type="body" idx="14" sz="quarter"/>
          </p:nvPr>
        </p:nvSpPr>
        <p:spPr/>
        <p:txBody>
          <a:bodyPr/>
          <a:lstStyle/>
          <a:p>
            <a:pPr>
              <a:buClr>
                <a:srgbClr val="000000"/>
              </a:buClr>
            </a:pPr>
            <a:r>
              <a:rPr/>
              <a:t>The condition is an ObjectScript expression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A Process That Calls a Process</a:t>
            </a:r>
          </a:p>
        </p:txBody>
      </p:sp>
      <p:sp>
        <p:nvSpPr>
          <p:cNvPr id="3" name="Text Placeholder 2"/>
          <p:cNvSpPr>
            <a:spLocks noGrp="1"/>
          </p:cNvSpPr>
          <p:nvPr>
            <p:ph type="body" idx="13" sz="quarter"/>
          </p:nvPr>
        </p:nvSpPr>
        <p:spPr/>
        <p:txBody>
          <a:bodyPr/>
          <a:lstStyle/>
          <a:p>
            <a:pPr>
              <a:buClr>
                <a:srgbClr val="000000"/>
              </a:buClr>
            </a:pPr>
            <a:r>
              <a:rPr/>
              <a:t>A sub-process does one task, and its caller does not see the details</a:t>
            </a:r>
          </a:p>
        </p:txBody>
      </p:sp>
      <p:sp>
        <p:nvSpPr>
          <p:cNvPr id="4" name="Rounded Rectangle 3"/>
          <p:cNvSpPr/>
          <p:nvPr/>
        </p:nvSpPr>
        <p:spPr>
          <a:xfrm>
            <a:off x="548640" y="1783080"/>
            <a:ext cx="4206240" cy="868680"/>
          </a:xfrm>
          <a:prstGeom prst="roundRect">
            <a:avLst>
              <a:gd name="adj" fmla="val 12000"/>
            </a:avLst>
          </a:prstGeom>
          <a:solidFill>
            <a:srgbClr val="006990"/>
          </a:solidFill>
          <a:ln>
            <a:noFill/>
          </a:ln>
        </p:spPr>
        <p:txBody>
          <a:bodyPr rtlCol="0" anchor="ctr" wrap="square" lIns="54864" rIns="54864" tIns="27432" bIns="27432">
            <a:noAutofit/>
          </a:bodyPr>
          <a:lstStyle/>
          <a:p>
            <a:pPr algn="ctr"/>
            <a:r>
              <a:rPr sz="1500" b="1">
                <a:solidFill>
                  <a:srgbClr val="FFFFFF"/>
                </a:solidFill>
              </a:rPr>
              <a:t>BP.GetPreAuthInfoView</a:t>
            </a:r>
          </a:p>
          <a:p>
            <a:pPr algn="ctr"/>
            <a:r>
              <a:rPr sz="1300">
                <a:solidFill>
                  <a:srgbClr val="FFFFFF"/>
                </a:solidFill>
              </a:rPr>
              <a:t>the main process</a:t>
            </a:r>
          </a:p>
        </p:txBody>
      </p:sp>
      <p:cxnSp>
        <p:nvCxnSpPr>
          <p:cNvPr id="5" name="Connector 4"/>
          <p:cNvCxnSpPr/>
          <p:nvPr/>
        </p:nvCxnSpPr>
        <p:spPr>
          <a:xfrm>
            <a:off x="2286000" y="2651760"/>
            <a:ext cx="0" cy="548640"/>
          </a:xfrm>
          <a:prstGeom prst="line">
            <a:avLst/>
          </a:prstGeom>
          <a:ln w="25400">
            <a:solidFill>
              <a:srgbClr val="2F2A95"/>
            </a:solidFill>
            <a:tailEnd type="triangle" w="med" len="med"/>
          </a:ln>
        </p:spPr>
      </p:cxnSp>
      <p:cxnSp>
        <p:nvCxnSpPr>
          <p:cNvPr id="6" name="Connector 5"/>
          <p:cNvCxnSpPr/>
          <p:nvPr/>
        </p:nvCxnSpPr>
        <p:spPr>
          <a:xfrm flipV="1">
            <a:off x="3017520" y="2651760"/>
            <a:ext cx="0" cy="548640"/>
          </a:xfrm>
          <a:prstGeom prst="line">
            <a:avLst/>
          </a:prstGeom>
          <a:ln w="25400">
            <a:solidFill>
              <a:srgbClr val="2F2A95"/>
            </a:solidFill>
            <a:tailEnd type="triangle" w="med" len="med"/>
          </a:ln>
        </p:spPr>
      </p:cxnSp>
      <p:sp>
        <p:nvSpPr>
          <p:cNvPr id="7" name="TextBox 6"/>
          <p:cNvSpPr txBox="1"/>
          <p:nvPr/>
        </p:nvSpPr>
        <p:spPr>
          <a:xfrm>
            <a:off x="3154680" y="2670048"/>
            <a:ext cx="2377440" cy="548640"/>
          </a:xfrm>
          <a:prstGeom prst="rect">
            <a:avLst/>
          </a:prstGeom>
          <a:noFill/>
        </p:spPr>
        <p:txBody>
          <a:bodyPr wrap="square" anchor="t" lIns="36576" rIns="36576" tIns="36576" bIns="36576">
            <a:noAutofit/>
          </a:bodyPr>
          <a:lstStyle/>
          <a:p>
            <a:pPr>
              <a:spcAft>
                <a:spcPts val="0"/>
              </a:spcAft>
            </a:pPr>
            <a:r>
              <a:rPr sz="1200">
                <a:solidFill>
                  <a:srgbClr val="2F2A95"/>
                </a:solidFill>
                <a:latin typeface="Consolas"/>
              </a:rPr>
              <a:t>PatientRequest</a:t>
            </a:r>
            <a:r>
              <a:rPr sz="1200">
                <a:solidFill>
                  <a:srgbClr val="000000"/>
                </a:solidFill>
              </a:rPr>
              <a:t> ↓</a:t>
            </a:r>
          </a:p>
          <a:p>
            <a:pPr>
              <a:spcAft>
                <a:spcPts val="0"/>
              </a:spcAft>
            </a:pPr>
            <a:r>
              <a:rPr sz="1200">
                <a:solidFill>
                  <a:srgbClr val="2F2A95"/>
                </a:solidFill>
                <a:latin typeface="Consolas"/>
              </a:rPr>
              <a:t>PatientResponse</a:t>
            </a:r>
            <a:r>
              <a:rPr sz="1200">
                <a:solidFill>
                  <a:srgbClr val="000000"/>
                </a:solidFill>
              </a:rPr>
              <a:t> ↑</a:t>
            </a:r>
          </a:p>
        </p:txBody>
      </p:sp>
      <p:sp>
        <p:nvSpPr>
          <p:cNvPr id="8" name="Rounded Rectangle 7"/>
          <p:cNvSpPr/>
          <p:nvPr/>
        </p:nvSpPr>
        <p:spPr>
          <a:xfrm>
            <a:off x="548640" y="3200400"/>
            <a:ext cx="4206240" cy="1005840"/>
          </a:xfrm>
          <a:prstGeom prst="roundRect">
            <a:avLst>
              <a:gd name="adj" fmla="val 12000"/>
            </a:avLst>
          </a:prstGeom>
          <a:solidFill>
            <a:srgbClr val="E6F0F7"/>
          </a:solidFill>
          <a:ln>
            <a:noFill/>
          </a:ln>
        </p:spPr>
        <p:txBody>
          <a:bodyPr rtlCol="0" anchor="ctr" wrap="square" lIns="54864" rIns="54864" tIns="27432" bIns="27432">
            <a:noAutofit/>
          </a:bodyPr>
          <a:lstStyle/>
          <a:p>
            <a:pPr algn="ctr"/>
            <a:r>
              <a:rPr sz="1500" b="1">
                <a:solidFill>
                  <a:srgbClr val="000000"/>
                </a:solidFill>
              </a:rPr>
              <a:t>BP.HIS.Patient</a:t>
            </a:r>
          </a:p>
          <a:p>
            <a:pPr algn="ctr"/>
            <a:r>
              <a:rPr sz="1300">
                <a:solidFill>
                  <a:srgbClr val="000000"/>
                </a:solidFill>
              </a:rPr>
              <a:t>transform › call › transform</a:t>
            </a:r>
          </a:p>
        </p:txBody>
      </p:sp>
      <p:cxnSp>
        <p:nvCxnSpPr>
          <p:cNvPr id="9" name="Connector 8"/>
          <p:cNvCxnSpPr/>
          <p:nvPr/>
        </p:nvCxnSpPr>
        <p:spPr>
          <a:xfrm>
            <a:off x="2286000" y="4206240"/>
            <a:ext cx="0" cy="548640"/>
          </a:xfrm>
          <a:prstGeom prst="line">
            <a:avLst/>
          </a:prstGeom>
          <a:ln w="25400">
            <a:solidFill>
              <a:srgbClr val="2F2A95"/>
            </a:solidFill>
            <a:tailEnd type="triangle" w="med" len="med"/>
          </a:ln>
        </p:spPr>
      </p:cxnSp>
      <p:cxnSp>
        <p:nvCxnSpPr>
          <p:cNvPr id="10" name="Connector 9"/>
          <p:cNvCxnSpPr/>
          <p:nvPr/>
        </p:nvCxnSpPr>
        <p:spPr>
          <a:xfrm flipV="1">
            <a:off x="3017520" y="4206240"/>
            <a:ext cx="0" cy="548640"/>
          </a:xfrm>
          <a:prstGeom prst="line">
            <a:avLst/>
          </a:prstGeom>
          <a:ln w="25400">
            <a:solidFill>
              <a:srgbClr val="2F2A95"/>
            </a:solidFill>
            <a:tailEnd type="triangle" w="med" len="med"/>
          </a:ln>
        </p:spPr>
      </p:cxnSp>
      <p:sp>
        <p:nvSpPr>
          <p:cNvPr id="11" name="TextBox 10"/>
          <p:cNvSpPr txBox="1"/>
          <p:nvPr/>
        </p:nvSpPr>
        <p:spPr>
          <a:xfrm>
            <a:off x="3154680" y="4224528"/>
            <a:ext cx="2377440" cy="548640"/>
          </a:xfrm>
          <a:prstGeom prst="rect">
            <a:avLst/>
          </a:prstGeom>
          <a:noFill/>
        </p:spPr>
        <p:txBody>
          <a:bodyPr wrap="square" anchor="t" lIns="36576" rIns="36576" tIns="36576" bIns="36576">
            <a:noAutofit/>
          </a:bodyPr>
          <a:lstStyle/>
          <a:p>
            <a:pPr>
              <a:spcAft>
                <a:spcPts val="0"/>
              </a:spcAft>
            </a:pPr>
            <a:r>
              <a:rPr sz="1200">
                <a:solidFill>
                  <a:srgbClr val="2F2A95"/>
                </a:solidFill>
                <a:latin typeface="Consolas"/>
              </a:rPr>
              <a:t>EnsLib.HL7.Message</a:t>
            </a:r>
          </a:p>
          <a:p>
            <a:pPr>
              <a:spcAft>
                <a:spcPts val="0"/>
              </a:spcAft>
            </a:pPr>
            <a:r>
              <a:rPr sz="1200">
                <a:solidFill>
                  <a:srgbClr val="000000"/>
                </a:solidFill>
              </a:rPr>
              <a:t>query and reply</a:t>
            </a:r>
          </a:p>
        </p:txBody>
      </p:sp>
      <p:sp>
        <p:nvSpPr>
          <p:cNvPr id="12" name="Rounded Rectangle 11"/>
          <p:cNvSpPr/>
          <p:nvPr/>
        </p:nvSpPr>
        <p:spPr>
          <a:xfrm>
            <a:off x="548640" y="4754880"/>
            <a:ext cx="4206240" cy="868680"/>
          </a:xfrm>
          <a:prstGeom prst="roundRect">
            <a:avLst>
              <a:gd name="adj" fmla="val 12000"/>
            </a:avLst>
          </a:prstGeom>
          <a:solidFill>
            <a:srgbClr val="E6F0F7"/>
          </a:solidFill>
          <a:ln>
            <a:noFill/>
          </a:ln>
        </p:spPr>
        <p:txBody>
          <a:bodyPr rtlCol="0" anchor="ctr" wrap="square" lIns="54864" rIns="54864" tIns="27432" bIns="27432">
            <a:noAutofit/>
          </a:bodyPr>
          <a:lstStyle/>
          <a:p>
            <a:pPr algn="ctr"/>
            <a:r>
              <a:rPr sz="1500" b="1">
                <a:solidFill>
                  <a:srgbClr val="000000"/>
                </a:solidFill>
              </a:rPr>
              <a:t>BO.HIS.HL7</a:t>
            </a:r>
          </a:p>
          <a:p>
            <a:pPr algn="ctr"/>
            <a:r>
              <a:rPr sz="1300">
                <a:solidFill>
                  <a:srgbClr val="000000"/>
                </a:solidFill>
              </a:rPr>
              <a:t>to the HIS over MLLP</a:t>
            </a:r>
          </a:p>
        </p:txBody>
      </p:sp>
      <p:sp>
        <p:nvSpPr>
          <p:cNvPr id="13" name="TextBox 12"/>
          <p:cNvSpPr txBox="1"/>
          <p:nvPr/>
        </p:nvSpPr>
        <p:spPr>
          <a:xfrm>
            <a:off x="5669280" y="1828800"/>
            <a:ext cx="5943600" cy="4389120"/>
          </a:xfrm>
          <a:prstGeom prst="rect">
            <a:avLst/>
          </a:prstGeom>
          <a:noFill/>
        </p:spPr>
        <p:txBody>
          <a:bodyPr wrap="square" anchor="t" lIns="36576" rIns="36576" tIns="36576" bIns="36576">
            <a:noAutofit/>
          </a:bodyPr>
          <a:lstStyle/>
          <a:p>
            <a:pPr marL="256032" indent="-219456">
              <a:spcAft>
                <a:spcPts val="1400"/>
              </a:spcAft>
              <a:buClr>
                <a:srgbClr val="000000"/>
              </a:buClr>
              <a:buFont typeface="Arial"/>
              <a:buChar char="•"/>
            </a:pPr>
            <a:r>
              <a:rPr sz="1800">
                <a:solidFill>
                  <a:srgbClr val="000000"/>
                </a:solidFill>
              </a:rPr>
              <a:t>A sub-process does one task that you can use again, for example one HL7 query</a:t>
            </a:r>
          </a:p>
          <a:p>
            <a:pPr marL="256032" indent="-219456">
              <a:spcAft>
                <a:spcPts val="1400"/>
              </a:spcAft>
              <a:buClr>
                <a:srgbClr val="000000"/>
              </a:buClr>
              <a:buFont typeface="Arial"/>
              <a:buChar char="•"/>
            </a:pPr>
            <a:r>
              <a:rPr sz="1800">
                <a:solidFill>
                  <a:srgbClr val="000000"/>
                </a:solidFill>
              </a:rPr>
              <a:t>The caller calls it with a call activity, by its item name</a:t>
            </a:r>
          </a:p>
          <a:p>
            <a:pPr marL="256032" indent="-219456">
              <a:spcAft>
                <a:spcPts val="1400"/>
              </a:spcAft>
              <a:buClr>
                <a:srgbClr val="000000"/>
              </a:buClr>
              <a:buFont typeface="Arial"/>
              <a:buChar char="•"/>
            </a:pPr>
            <a:r>
              <a:rPr sz="1800">
                <a:solidFill>
                  <a:srgbClr val="000000"/>
                </a:solidFill>
              </a:rPr>
              <a:t>The caller sends and gets generic messages: it never sees the HL7</a:t>
            </a:r>
          </a:p>
          <a:p>
            <a:pPr marL="256032" indent="-219456">
              <a:spcAft>
                <a:spcPts val="1400"/>
              </a:spcAft>
              <a:buClr>
                <a:srgbClr val="000000"/>
              </a:buClr>
              <a:buFont typeface="Arial"/>
              <a:buChar char="•"/>
            </a:pPr>
            <a:r>
              <a:rPr sz="1800">
                <a:solidFill>
                  <a:srgbClr val="000000"/>
                </a:solidFill>
              </a:rPr>
              <a:t>You can test the sub-process alone, with the Test button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Public and Private Queues</a:t>
            </a:r>
          </a:p>
        </p:txBody>
      </p:sp>
      <p:sp>
        <p:nvSpPr>
          <p:cNvPr id="3" name="Text Placeholder 2"/>
          <p:cNvSpPr>
            <a:spLocks noGrp="1"/>
          </p:cNvSpPr>
          <p:nvPr>
            <p:ph type="body" idx="13" sz="quarter"/>
          </p:nvPr>
        </p:nvSpPr>
        <p:spPr/>
        <p:txBody>
          <a:bodyPr/>
          <a:lstStyle/>
          <a:p>
            <a:pPr>
              <a:buClr>
                <a:srgbClr val="000000"/>
              </a:buClr>
            </a:pPr>
            <a:r>
              <a:rPr/>
              <a:t>Pool Size decides which queue a business process uses</a:t>
            </a:r>
          </a:p>
        </p:txBody>
      </p:sp>
      <p:sp>
        <p:nvSpPr>
          <p:cNvPr id="4" name="TextBox 3"/>
          <p:cNvSpPr txBox="1"/>
          <p:nvPr/>
        </p:nvSpPr>
        <p:spPr>
          <a:xfrm>
            <a:off x="548640" y="1737360"/>
            <a:ext cx="5440680" cy="365760"/>
          </a:xfrm>
          <a:prstGeom prst="rect">
            <a:avLst/>
          </a:prstGeom>
          <a:noFill/>
        </p:spPr>
        <p:txBody>
          <a:bodyPr wrap="square" anchor="t" lIns="36576" rIns="36576" tIns="36576" bIns="36576">
            <a:noAutofit/>
          </a:bodyPr>
          <a:lstStyle/>
          <a:p>
            <a:pPr>
              <a:spcAft>
                <a:spcPts val="0"/>
              </a:spcAft>
            </a:pPr>
            <a:r>
              <a:rPr sz="1700" b="1">
                <a:solidFill>
                  <a:srgbClr val="006990"/>
                </a:solidFill>
              </a:rPr>
              <a:t>Pool Size = 0: the public queue</a:t>
            </a:r>
          </a:p>
        </p:txBody>
      </p:sp>
      <p:sp>
        <p:nvSpPr>
          <p:cNvPr id="5" name="Rounded Rectangle 4"/>
          <p:cNvSpPr/>
          <p:nvPr/>
        </p:nvSpPr>
        <p:spPr>
          <a:xfrm>
            <a:off x="548640" y="2286000"/>
            <a:ext cx="1417320" cy="530352"/>
          </a:xfrm>
          <a:prstGeom prst="roundRect">
            <a:avLst>
              <a:gd name="adj" fmla="val 12000"/>
            </a:avLst>
          </a:prstGeom>
          <a:solidFill>
            <a:srgbClr val="E6F0F7"/>
          </a:solidFill>
          <a:ln>
            <a:noFill/>
          </a:ln>
        </p:spPr>
        <p:txBody>
          <a:bodyPr rtlCol="0" anchor="ctr" wrap="square" lIns="54864" rIns="54864" tIns="27432" bIns="27432">
            <a:noAutofit/>
          </a:bodyPr>
          <a:lstStyle/>
          <a:p>
            <a:pPr algn="ctr"/>
            <a:r>
              <a:rPr sz="1300" b="1">
                <a:solidFill>
                  <a:srgbClr val="000000"/>
                </a:solidFill>
              </a:rPr>
              <a:t>Process A</a:t>
            </a:r>
          </a:p>
        </p:txBody>
      </p:sp>
      <p:cxnSp>
        <p:nvCxnSpPr>
          <p:cNvPr id="6" name="Connector 5"/>
          <p:cNvCxnSpPr/>
          <p:nvPr/>
        </p:nvCxnSpPr>
        <p:spPr>
          <a:xfrm>
            <a:off x="1965960" y="2551176"/>
            <a:ext cx="411480" cy="685800"/>
          </a:xfrm>
          <a:prstGeom prst="line">
            <a:avLst/>
          </a:prstGeom>
          <a:ln w="22225">
            <a:solidFill>
              <a:srgbClr val="8FA9BC"/>
            </a:solidFill>
            <a:tailEnd type="triangle" w="med" len="med"/>
          </a:ln>
        </p:spPr>
      </p:cxnSp>
      <p:sp>
        <p:nvSpPr>
          <p:cNvPr id="7" name="Rounded Rectangle 6"/>
          <p:cNvSpPr/>
          <p:nvPr/>
        </p:nvSpPr>
        <p:spPr>
          <a:xfrm>
            <a:off x="548640" y="2971800"/>
            <a:ext cx="1417320" cy="530352"/>
          </a:xfrm>
          <a:prstGeom prst="roundRect">
            <a:avLst>
              <a:gd name="adj" fmla="val 12000"/>
            </a:avLst>
          </a:prstGeom>
          <a:solidFill>
            <a:srgbClr val="E6F0F7"/>
          </a:solidFill>
          <a:ln>
            <a:noFill/>
          </a:ln>
        </p:spPr>
        <p:txBody>
          <a:bodyPr rtlCol="0" anchor="ctr" wrap="square" lIns="54864" rIns="54864" tIns="27432" bIns="27432">
            <a:noAutofit/>
          </a:bodyPr>
          <a:lstStyle/>
          <a:p>
            <a:pPr algn="ctr"/>
            <a:r>
              <a:rPr sz="1300" b="1">
                <a:solidFill>
                  <a:srgbClr val="000000"/>
                </a:solidFill>
              </a:rPr>
              <a:t>Process B</a:t>
            </a:r>
          </a:p>
        </p:txBody>
      </p:sp>
      <p:cxnSp>
        <p:nvCxnSpPr>
          <p:cNvPr id="8" name="Connector 7"/>
          <p:cNvCxnSpPr/>
          <p:nvPr/>
        </p:nvCxnSpPr>
        <p:spPr>
          <a:xfrm>
            <a:off x="1965960" y="3236976"/>
            <a:ext cx="411480" cy="0"/>
          </a:xfrm>
          <a:prstGeom prst="line">
            <a:avLst/>
          </a:prstGeom>
          <a:ln w="22225">
            <a:solidFill>
              <a:srgbClr val="8FA9BC"/>
            </a:solidFill>
            <a:tailEnd type="triangle" w="med" len="med"/>
          </a:ln>
        </p:spPr>
      </p:cxnSp>
      <p:sp>
        <p:nvSpPr>
          <p:cNvPr id="9" name="Rounded Rectangle 8"/>
          <p:cNvSpPr/>
          <p:nvPr/>
        </p:nvSpPr>
        <p:spPr>
          <a:xfrm>
            <a:off x="548640" y="3657600"/>
            <a:ext cx="1417320" cy="530352"/>
          </a:xfrm>
          <a:prstGeom prst="roundRect">
            <a:avLst>
              <a:gd name="adj" fmla="val 12000"/>
            </a:avLst>
          </a:prstGeom>
          <a:solidFill>
            <a:srgbClr val="E6F0F7"/>
          </a:solidFill>
          <a:ln>
            <a:noFill/>
          </a:ln>
        </p:spPr>
        <p:txBody>
          <a:bodyPr rtlCol="0" anchor="ctr" wrap="square" lIns="54864" rIns="54864" tIns="27432" bIns="27432">
            <a:noAutofit/>
          </a:bodyPr>
          <a:lstStyle/>
          <a:p>
            <a:pPr algn="ctr"/>
            <a:r>
              <a:rPr sz="1300" b="1">
                <a:solidFill>
                  <a:srgbClr val="000000"/>
                </a:solidFill>
              </a:rPr>
              <a:t>Process C</a:t>
            </a:r>
          </a:p>
        </p:txBody>
      </p:sp>
      <p:cxnSp>
        <p:nvCxnSpPr>
          <p:cNvPr id="10" name="Connector 9"/>
          <p:cNvCxnSpPr/>
          <p:nvPr/>
        </p:nvCxnSpPr>
        <p:spPr>
          <a:xfrm flipV="1">
            <a:off x="1965960" y="3236976"/>
            <a:ext cx="411480" cy="685800"/>
          </a:xfrm>
          <a:prstGeom prst="line">
            <a:avLst/>
          </a:prstGeom>
          <a:ln w="22225">
            <a:solidFill>
              <a:srgbClr val="8FA9BC"/>
            </a:solidFill>
            <a:tailEnd type="triangle" w="med" len="med"/>
          </a:ln>
        </p:spPr>
      </p:cxnSp>
      <p:sp>
        <p:nvSpPr>
          <p:cNvPr id="11" name="Rounded Rectangle 10"/>
          <p:cNvSpPr/>
          <p:nvPr/>
        </p:nvSpPr>
        <p:spPr>
          <a:xfrm>
            <a:off x="2377440" y="2697480"/>
            <a:ext cx="1463040" cy="1097280"/>
          </a:xfrm>
          <a:prstGeom prst="roundRect">
            <a:avLst>
              <a:gd name="adj" fmla="val 12000"/>
            </a:avLst>
          </a:prstGeom>
          <a:solidFill>
            <a:srgbClr val="FFFFFF"/>
          </a:solidFill>
          <a:ln w="12700">
            <a:solidFill>
              <a:srgbClr val="8FA9BC"/>
            </a:solidFill>
          </a:ln>
        </p:spPr>
        <p:txBody>
          <a:bodyPr rtlCol="0" anchor="ctr" wrap="square" lIns="54864" rIns="54864" tIns="27432" bIns="27432">
            <a:noAutofit/>
          </a:bodyPr>
          <a:lstStyle/>
          <a:p>
            <a:pPr algn="ctr"/>
            <a:r>
              <a:rPr sz="1400" b="1">
                <a:solidFill>
                  <a:srgbClr val="000000"/>
                </a:solidFill>
              </a:rPr>
              <a:t>Public</a:t>
            </a:r>
          </a:p>
          <a:p>
            <a:pPr algn="ctr"/>
            <a:r>
              <a:rPr sz="1400">
                <a:solidFill>
                  <a:srgbClr val="000000"/>
                </a:solidFill>
              </a:rPr>
              <a:t>queue</a:t>
            </a:r>
          </a:p>
        </p:txBody>
      </p:sp>
      <p:cxnSp>
        <p:nvCxnSpPr>
          <p:cNvPr id="12" name="Connector 11"/>
          <p:cNvCxnSpPr/>
          <p:nvPr/>
        </p:nvCxnSpPr>
        <p:spPr>
          <a:xfrm>
            <a:off x="3840480" y="3246120"/>
            <a:ext cx="411480" cy="0"/>
          </a:xfrm>
          <a:prstGeom prst="line">
            <a:avLst/>
          </a:prstGeom>
          <a:ln w="22225">
            <a:solidFill>
              <a:srgbClr val="8FA9BC"/>
            </a:solidFill>
            <a:tailEnd type="triangle" w="med" len="med"/>
          </a:ln>
        </p:spPr>
      </p:cxnSp>
      <p:sp>
        <p:nvSpPr>
          <p:cNvPr id="13" name="Rounded Rectangle 12"/>
          <p:cNvSpPr/>
          <p:nvPr/>
        </p:nvSpPr>
        <p:spPr>
          <a:xfrm>
            <a:off x="4251960" y="2697480"/>
            <a:ext cx="1737360" cy="1097280"/>
          </a:xfrm>
          <a:prstGeom prst="roundRect">
            <a:avLst>
              <a:gd name="adj" fmla="val 12000"/>
            </a:avLst>
          </a:prstGeom>
          <a:solidFill>
            <a:srgbClr val="006990"/>
          </a:solidFill>
          <a:ln>
            <a:noFill/>
          </a:ln>
        </p:spPr>
        <p:txBody>
          <a:bodyPr rtlCol="0" anchor="ctr" wrap="square" lIns="54864" rIns="54864" tIns="27432" bIns="27432">
            <a:noAutofit/>
          </a:bodyPr>
          <a:lstStyle/>
          <a:p>
            <a:pPr algn="ctr"/>
            <a:r>
              <a:rPr sz="1400" b="1">
                <a:solidFill>
                  <a:srgbClr val="FFFFFF"/>
                </a:solidFill>
              </a:rPr>
              <a:t>Actor pool</a:t>
            </a:r>
          </a:p>
          <a:p>
            <a:pPr algn="ctr"/>
            <a:r>
              <a:rPr sz="1200">
                <a:solidFill>
                  <a:srgbClr val="FFFFFF"/>
                </a:solidFill>
              </a:rPr>
              <a:t>Actor Pool Size</a:t>
            </a:r>
          </a:p>
        </p:txBody>
      </p:sp>
      <p:sp>
        <p:nvSpPr>
          <p:cNvPr id="14" name="TextBox 13"/>
          <p:cNvSpPr txBox="1"/>
          <p:nvPr/>
        </p:nvSpPr>
        <p:spPr>
          <a:xfrm>
            <a:off x="548640" y="4526280"/>
            <a:ext cx="5440680" cy="1737360"/>
          </a:xfrm>
          <a:prstGeom prst="rect">
            <a:avLst/>
          </a:prstGeom>
          <a:noFill/>
        </p:spPr>
        <p:txBody>
          <a:bodyPr wrap="square" anchor="t" lIns="36576" rIns="36576" tIns="36576" bIns="36576">
            <a:noAutofit/>
          </a:bodyPr>
          <a:lstStyle/>
          <a:p>
            <a:pPr marL="256032" indent="-219456">
              <a:spcAft>
                <a:spcPts val="400"/>
              </a:spcAft>
              <a:buClr>
                <a:srgbClr val="000000"/>
              </a:buClr>
              <a:buFont typeface="Arial"/>
              <a:buChar char="•"/>
            </a:pPr>
            <a:r>
              <a:rPr sz="1600">
                <a:solidFill>
                  <a:srgbClr val="000000"/>
                </a:solidFill>
              </a:rPr>
              <a:t>All processes with Pool Size 0 share one queue and one pool of jobs (actors).</a:t>
            </a:r>
          </a:p>
          <a:p>
            <a:pPr marL="256032" indent="-219456">
              <a:spcAft>
                <a:spcPts val="400"/>
              </a:spcAft>
              <a:buClr>
                <a:srgbClr val="000000"/>
              </a:buClr>
              <a:buFont typeface="Arial"/>
              <a:buChar char="•"/>
            </a:pPr>
            <a:r>
              <a:rPr sz="1600">
                <a:solidFill>
                  <a:srgbClr val="000000"/>
                </a:solidFill>
              </a:rPr>
              <a:t>An actor can work for any process.</a:t>
            </a:r>
          </a:p>
        </p:txBody>
      </p:sp>
      <p:sp>
        <p:nvSpPr>
          <p:cNvPr id="15" name="TextBox 14"/>
          <p:cNvSpPr txBox="1"/>
          <p:nvPr/>
        </p:nvSpPr>
        <p:spPr>
          <a:xfrm>
            <a:off x="6208776" y="1737360"/>
            <a:ext cx="5440680" cy="365760"/>
          </a:xfrm>
          <a:prstGeom prst="rect">
            <a:avLst/>
          </a:prstGeom>
          <a:noFill/>
        </p:spPr>
        <p:txBody>
          <a:bodyPr wrap="square" anchor="t" lIns="36576" rIns="36576" tIns="36576" bIns="36576">
            <a:noAutofit/>
          </a:bodyPr>
          <a:lstStyle/>
          <a:p>
            <a:pPr>
              <a:spcAft>
                <a:spcPts val="0"/>
              </a:spcAft>
            </a:pPr>
            <a:r>
              <a:rPr sz="1700" b="1">
                <a:solidFill>
                  <a:srgbClr val="006990"/>
                </a:solidFill>
              </a:rPr>
              <a:t>Pool Size &gt; 0: a private queue</a:t>
            </a:r>
          </a:p>
        </p:txBody>
      </p:sp>
      <p:sp>
        <p:nvSpPr>
          <p:cNvPr id="16" name="Rounded Rectangle 15"/>
          <p:cNvSpPr/>
          <p:nvPr/>
        </p:nvSpPr>
        <p:spPr>
          <a:xfrm>
            <a:off x="6208776" y="2980944"/>
            <a:ext cx="1417320" cy="530352"/>
          </a:xfrm>
          <a:prstGeom prst="roundRect">
            <a:avLst>
              <a:gd name="adj" fmla="val 12000"/>
            </a:avLst>
          </a:prstGeom>
          <a:solidFill>
            <a:srgbClr val="E6F0F7"/>
          </a:solidFill>
          <a:ln>
            <a:noFill/>
          </a:ln>
        </p:spPr>
        <p:txBody>
          <a:bodyPr rtlCol="0" anchor="ctr" wrap="square" lIns="54864" rIns="54864" tIns="27432" bIns="27432">
            <a:noAutofit/>
          </a:bodyPr>
          <a:lstStyle/>
          <a:p>
            <a:pPr algn="ctr"/>
            <a:r>
              <a:rPr sz="1300" b="1">
                <a:solidFill>
                  <a:srgbClr val="000000"/>
                </a:solidFill>
              </a:rPr>
              <a:t>Process D</a:t>
            </a:r>
          </a:p>
        </p:txBody>
      </p:sp>
      <p:cxnSp>
        <p:nvCxnSpPr>
          <p:cNvPr id="17" name="Connector 16"/>
          <p:cNvCxnSpPr/>
          <p:nvPr/>
        </p:nvCxnSpPr>
        <p:spPr>
          <a:xfrm>
            <a:off x="7626096" y="3246120"/>
            <a:ext cx="411479" cy="0"/>
          </a:xfrm>
          <a:prstGeom prst="line">
            <a:avLst/>
          </a:prstGeom>
          <a:ln w="22225">
            <a:solidFill>
              <a:srgbClr val="8FA9BC"/>
            </a:solidFill>
            <a:tailEnd type="triangle" w="med" len="med"/>
          </a:ln>
        </p:spPr>
      </p:cxnSp>
      <p:sp>
        <p:nvSpPr>
          <p:cNvPr id="18" name="Rounded Rectangle 17"/>
          <p:cNvSpPr/>
          <p:nvPr/>
        </p:nvSpPr>
        <p:spPr>
          <a:xfrm>
            <a:off x="8037575" y="2697480"/>
            <a:ext cx="1463040" cy="1097280"/>
          </a:xfrm>
          <a:prstGeom prst="roundRect">
            <a:avLst>
              <a:gd name="adj" fmla="val 12000"/>
            </a:avLst>
          </a:prstGeom>
          <a:solidFill>
            <a:srgbClr val="FFFFFF"/>
          </a:solidFill>
          <a:ln w="12700">
            <a:solidFill>
              <a:srgbClr val="8FA9BC"/>
            </a:solidFill>
          </a:ln>
        </p:spPr>
        <p:txBody>
          <a:bodyPr rtlCol="0" anchor="ctr" wrap="square" lIns="54864" rIns="54864" tIns="27432" bIns="27432">
            <a:noAutofit/>
          </a:bodyPr>
          <a:lstStyle/>
          <a:p>
            <a:pPr algn="ctr"/>
            <a:r>
              <a:rPr sz="1400" b="1">
                <a:solidFill>
                  <a:srgbClr val="000000"/>
                </a:solidFill>
              </a:rPr>
              <a:t>Private</a:t>
            </a:r>
          </a:p>
          <a:p>
            <a:pPr algn="ctr"/>
            <a:r>
              <a:rPr sz="1400">
                <a:solidFill>
                  <a:srgbClr val="000000"/>
                </a:solidFill>
              </a:rPr>
              <a:t>queue</a:t>
            </a:r>
          </a:p>
        </p:txBody>
      </p:sp>
      <p:cxnSp>
        <p:nvCxnSpPr>
          <p:cNvPr id="19" name="Connector 18"/>
          <p:cNvCxnSpPr/>
          <p:nvPr/>
        </p:nvCxnSpPr>
        <p:spPr>
          <a:xfrm>
            <a:off x="9500616" y="3246120"/>
            <a:ext cx="411480" cy="0"/>
          </a:xfrm>
          <a:prstGeom prst="line">
            <a:avLst/>
          </a:prstGeom>
          <a:ln w="22225">
            <a:solidFill>
              <a:srgbClr val="8FA9BC"/>
            </a:solidFill>
            <a:tailEnd type="triangle" w="med" len="med"/>
          </a:ln>
        </p:spPr>
      </p:cxnSp>
      <p:sp>
        <p:nvSpPr>
          <p:cNvPr id="20" name="Rounded Rectangle 19"/>
          <p:cNvSpPr/>
          <p:nvPr/>
        </p:nvSpPr>
        <p:spPr>
          <a:xfrm>
            <a:off x="9912096" y="2697480"/>
            <a:ext cx="1737360" cy="1097280"/>
          </a:xfrm>
          <a:prstGeom prst="roundRect">
            <a:avLst>
              <a:gd name="adj" fmla="val 12000"/>
            </a:avLst>
          </a:prstGeom>
          <a:solidFill>
            <a:srgbClr val="006990"/>
          </a:solidFill>
          <a:ln>
            <a:noFill/>
          </a:ln>
        </p:spPr>
        <p:txBody>
          <a:bodyPr rtlCol="0" anchor="ctr" wrap="square" lIns="54864" rIns="54864" tIns="27432" bIns="27432">
            <a:noAutofit/>
          </a:bodyPr>
          <a:lstStyle/>
          <a:p>
            <a:pPr algn="ctr"/>
            <a:r>
              <a:rPr sz="1400" b="1">
                <a:solidFill>
                  <a:srgbClr val="FFFFFF"/>
                </a:solidFill>
              </a:rPr>
              <a:t>Own jobs</a:t>
            </a:r>
          </a:p>
          <a:p>
            <a:pPr algn="ctr"/>
            <a:r>
              <a:rPr sz="1200">
                <a:solidFill>
                  <a:srgbClr val="FFFFFF"/>
                </a:solidFill>
              </a:rPr>
              <a:t>Pool Size</a:t>
            </a:r>
          </a:p>
        </p:txBody>
      </p:sp>
      <p:sp>
        <p:nvSpPr>
          <p:cNvPr id="21" name="TextBox 20"/>
          <p:cNvSpPr txBox="1"/>
          <p:nvPr/>
        </p:nvSpPr>
        <p:spPr>
          <a:xfrm>
            <a:off x="6208776" y="4526280"/>
            <a:ext cx="5440680" cy="1737360"/>
          </a:xfrm>
          <a:prstGeom prst="rect">
            <a:avLst/>
          </a:prstGeom>
          <a:noFill/>
        </p:spPr>
        <p:txBody>
          <a:bodyPr wrap="square" anchor="t" lIns="36576" rIns="36576" tIns="36576" bIns="36576">
            <a:noAutofit/>
          </a:bodyPr>
          <a:lstStyle/>
          <a:p>
            <a:pPr marL="256032" indent="-219456">
              <a:spcAft>
                <a:spcPts val="400"/>
              </a:spcAft>
              <a:buClr>
                <a:srgbClr val="000000"/>
              </a:buClr>
              <a:buFont typeface="Arial"/>
              <a:buChar char="•"/>
            </a:pPr>
            <a:r>
              <a:rPr sz="1600">
                <a:solidFill>
                  <a:srgbClr val="000000"/>
                </a:solidFill>
              </a:rPr>
              <a:t>The process has its own queue and its own jobs.</a:t>
            </a:r>
          </a:p>
          <a:p>
            <a:pPr marL="256032" indent="-219456">
              <a:spcAft>
                <a:spcPts val="400"/>
              </a:spcAft>
              <a:buClr>
                <a:srgbClr val="000000"/>
              </a:buClr>
              <a:buFont typeface="Arial"/>
              <a:buChar char="•"/>
            </a:pPr>
            <a:r>
              <a:rPr sz="1600">
                <a:solidFill>
                  <a:srgbClr val="000000"/>
                </a:solidFill>
              </a:rPr>
              <a:t>Slow processes on the public queue do not delay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Pool Size for Business Processes</a:t>
            </a:r>
          </a:p>
        </p:txBody>
      </p:sp>
      <p:sp>
        <p:nvSpPr>
          <p:cNvPr id="3" name="Content Placeholder 2"/>
          <p:cNvSpPr>
            <a:spLocks noGrp="1"/>
          </p:cNvSpPr>
          <p:nvPr>
            <p:ph idx="1"/>
          </p:nvPr>
        </p:nvSpPr>
        <p:spPr/>
        <p:txBody>
          <a:bodyPr/>
          <a:lstStyle/>
          <a:p>
            <a:pPr>
              <a:spcAft>
                <a:spcPts val="1400"/>
              </a:spcAft>
              <a:buClr>
                <a:srgbClr val="000000"/>
              </a:buClr>
            </a:pPr>
            <a:r>
              <a:rPr sz="1900"/>
              <a:t>Actor Pool Size is a production setting: the number of actors for the public queue</a:t>
            </a:r>
          </a:p>
          <a:p>
            <a:pPr>
              <a:spcAft>
                <a:spcPts val="1400"/>
              </a:spcAft>
              <a:buClr>
                <a:srgbClr val="000000"/>
              </a:buClr>
            </a:pPr>
            <a:r>
              <a:rPr sz="1900"/>
              <a:t>A private queue makes a fast process independent of slow processes</a:t>
            </a:r>
          </a:p>
          <a:p>
            <a:pPr>
              <a:spcAft>
                <a:spcPts val="1400"/>
              </a:spcAft>
              <a:buClr>
                <a:srgbClr val="000000"/>
              </a:buClr>
            </a:pPr>
            <a:r>
              <a:rPr sz="1900"/>
              <a:t>A private queue also keeps a slow process from slowing down the others</a:t>
            </a:r>
          </a:p>
          <a:p>
            <a:pPr>
              <a:spcAft>
                <a:spcPts val="1400"/>
              </a:spcAft>
              <a:buClr>
                <a:srgbClr val="000000"/>
              </a:buClr>
            </a:pPr>
            <a:r>
              <a:rPr sz="1900"/>
              <a:t>Pool Size 1 keeps first-in, first-out order, if the process calls nothing that replies</a:t>
            </a:r>
          </a:p>
          <a:p>
            <a:pPr>
              <a:spcAft>
                <a:spcPts val="1400"/>
              </a:spcAft>
              <a:buClr>
                <a:srgbClr val="000000"/>
              </a:buClr>
            </a:pPr>
            <a:r>
              <a:rPr sz="1900"/>
              <a:t>For a private queue, start with Pool Size 1</a:t>
            </a:r>
          </a:p>
          <a:p>
            <a:pPr>
              <a:spcAft>
                <a:spcPts val="1400"/>
              </a:spcAft>
              <a:buClr>
                <a:srgbClr val="000000"/>
              </a:buClr>
            </a:pPr>
            <a:r>
              <a:rPr sz="1900"/>
              <a:t>A very large pool size can show a different problem. Find that problem first</a:t>
            </a:r>
          </a:p>
        </p:txBody>
      </p:sp>
      <p:sp>
        <p:nvSpPr>
          <p:cNvPr id="4" name="Text Placeholder 3"/>
          <p:cNvSpPr>
            <a:spLocks noGrp="1"/>
          </p:cNvSpPr>
          <p:nvPr>
            <p:ph type="body" idx="14" sz="quarter"/>
          </p:nvPr>
        </p:nvSpPr>
        <p:spPr/>
        <p:txBody>
          <a:bodyPr/>
          <a:lstStyle/>
          <a:p>
            <a:pPr>
              <a:buClr>
                <a:srgbClr val="000000"/>
              </a:buClr>
            </a:pPr>
            <a:r>
              <a:rPr/>
              <a:t>Start small, and add jobs only when tests show a need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 sz="half"/>
          </p:nvPr>
        </p:nvSpPr>
        <p:spPr/>
        <p:txBody>
          <a:bodyPr anchor="ctr"/>
          <a:lstStyle/>
          <a:p>
            <a:pPr>
              <a:spcAft>
                <a:spcPts val="1800"/>
              </a:spcAft>
              <a:buClr>
                <a:srgbClr val="000000"/>
              </a:buClr>
            </a:pPr>
            <a:r>
              <a:rPr sz="2200"/>
              <a:t>Use a synchronous call when the next activity needs the response</a:t>
            </a:r>
          </a:p>
          <a:p>
            <a:pPr>
              <a:spcAft>
                <a:spcPts val="1800"/>
              </a:spcAft>
              <a:buClr>
                <a:srgbClr val="000000"/>
              </a:buClr>
            </a:pPr>
            <a:r>
              <a:rPr sz="2200"/>
              <a:t>An asynchronous call needs a sync activity</a:t>
            </a:r>
          </a:p>
          <a:p>
            <a:pPr>
              <a:spcAft>
                <a:spcPts val="1800"/>
              </a:spcAft>
              <a:buClr>
                <a:srgbClr val="000000"/>
              </a:buClr>
            </a:pPr>
            <a:r>
              <a:rPr sz="2200"/>
              <a:t>The if activity makes a decision with an ObjectScript condition</a:t>
            </a:r>
          </a:p>
          <a:p>
            <a:pPr>
              <a:spcAft>
                <a:spcPts val="1800"/>
              </a:spcAft>
              <a:buClr>
                <a:srgbClr val="000000"/>
              </a:buClr>
            </a:pPr>
            <a:r>
              <a:rPr sz="2200"/>
              <a:t>A sub-process hides the details of a task from its caller</a:t>
            </a:r>
          </a:p>
          <a:p>
            <a:pPr>
              <a:spcAft>
                <a:spcPts val="1800"/>
              </a:spcAft>
              <a:buClr>
                <a:srgbClr val="000000"/>
              </a:buClr>
            </a:pPr>
            <a:r>
              <a:rPr sz="2200"/>
              <a:t>Pool Size 0 uses the public queue. More than 0 uses a private queue</a:t>
            </a:r>
          </a:p>
        </p:txBody>
      </p:sp>
      <p:sp>
        <p:nvSpPr>
          <p:cNvPr id="3" name="Title 2"/>
          <p:cNvSpPr>
            <a:spLocks noGrp="1"/>
          </p:cNvSpPr>
          <p:nvPr>
            <p:ph type="title"/>
          </p:nvPr>
        </p:nvSpPr>
        <p:spPr/>
        <p:txBody>
          <a:bodyPr/>
          <a:lstStyle/>
          <a:p>
            <a:pPr>
              <a:buClr>
                <a:srgbClr val="000000"/>
              </a:buClr>
            </a:pPr>
            <a:r>
              <a:rPr/>
              <a:t>Key points: Business Processes in Depth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Lab: Part E — Main Process</a:t>
            </a:r>
          </a:p>
        </p:txBody>
      </p:sp>
      <p:sp>
        <p:nvSpPr>
          <p:cNvPr id="3" name="Text Placeholder 2"/>
          <p:cNvSpPr>
            <a:spLocks noGrp="1"/>
          </p:cNvSpPr>
          <p:nvPr>
            <p:ph type="body" idx="13" sz="quarter"/>
          </p:nvPr>
        </p:nvSpPr>
        <p:spPr/>
        <p:txBody>
          <a:bodyPr/>
          <a:lstStyle/>
          <a:p>
            <a:pPr>
              <a:buClr>
                <a:srgbClr val="000000"/>
              </a:buClr>
            </a:pPr>
            <a:r>
              <a:rPr/>
              <a:t>Lab handout, sections E1 to E4  ·  About 30 minutes</a:t>
            </a:r>
          </a:p>
        </p:txBody>
      </p:sp>
      <p:sp>
        <p:nvSpPr>
          <p:cNvPr id="4" name="TextBox 3"/>
          <p:cNvSpPr txBox="1"/>
          <p:nvPr/>
        </p:nvSpPr>
        <p:spPr>
          <a:xfrm>
            <a:off x="548640" y="1783080"/>
            <a:ext cx="6355080" cy="4480560"/>
          </a:xfrm>
          <a:prstGeom prst="rect">
            <a:avLst/>
          </a:prstGeom>
          <a:noFill/>
        </p:spPr>
        <p:txBody>
          <a:bodyPr wrap="square" anchor="t" lIns="36576" rIns="36576" tIns="36576" bIns="36576">
            <a:noAutofit/>
          </a:bodyPr>
          <a:lstStyle/>
          <a:p>
            <a:pPr>
              <a:spcBef>
                <a:spcPts val="0"/>
              </a:spcBef>
              <a:spcAft>
                <a:spcPts val="800"/>
              </a:spcAft>
            </a:pPr>
            <a:r>
              <a:rPr sz="1800" b="1">
                <a:solidFill>
                  <a:srgbClr val="006990"/>
                </a:solidFill>
              </a:rPr>
              <a:t>What you do</a:t>
            </a:r>
          </a:p>
          <a:p>
            <a:pPr marL="411480" indent="-411480">
              <a:spcAft>
                <a:spcPts val="900"/>
              </a:spcAft>
            </a:pPr>
            <a:r>
              <a:rPr sz="1700" b="1">
                <a:solidFill>
                  <a:srgbClr val="006990"/>
                </a:solidFill>
              </a:rPr>
              <a:t>1.	</a:t>
            </a:r>
            <a:r>
              <a:rPr sz="1700"/>
              <a:t>Write the messages </a:t>
            </a:r>
            <a:r>
              <a:rPr sz="1700">
                <a:solidFill>
                  <a:srgbClr val="2F2A95"/>
                </a:solidFill>
                <a:latin typeface="Consolas"/>
              </a:rPr>
              <a:t>GetPreAuthInfoViewRequest</a:t>
            </a:r>
            <a:r>
              <a:rPr sz="1700"/>
              <a:t> and </a:t>
            </a:r>
            <a:r>
              <a:rPr sz="1700">
                <a:solidFill>
                  <a:srgbClr val="2F2A95"/>
                </a:solidFill>
                <a:latin typeface="Consolas"/>
              </a:rPr>
              <a:t>GetPreAuthInfoViewResponse</a:t>
            </a:r>
            <a:r>
              <a:rPr sz="1700"/>
              <a:t>.</a:t>
            </a:r>
          </a:p>
          <a:p>
            <a:pPr marL="411480" indent="-411480">
              <a:spcAft>
                <a:spcPts val="900"/>
              </a:spcAft>
            </a:pPr>
            <a:r>
              <a:rPr sz="1700" b="1">
                <a:solidFill>
                  <a:srgbClr val="006990"/>
                </a:solidFill>
              </a:rPr>
              <a:t>2.	</a:t>
            </a:r>
            <a:r>
              <a:rPr sz="1700"/>
              <a:t>Create the business process </a:t>
            </a:r>
            <a:r>
              <a:rPr sz="1700">
                <a:solidFill>
                  <a:srgbClr val="2F2A95"/>
                </a:solidFill>
                <a:latin typeface="Consolas"/>
              </a:rPr>
              <a:t>GetPreAuthInfoView</a:t>
            </a:r>
            <a:r>
              <a:rPr sz="1700"/>
              <a:t>.</a:t>
            </a:r>
          </a:p>
          <a:p>
            <a:pPr marL="411480" indent="-411480">
              <a:spcAft>
                <a:spcPts val="900"/>
              </a:spcAft>
            </a:pPr>
            <a:r>
              <a:rPr sz="1700" b="1">
                <a:solidFill>
                  <a:srgbClr val="006990"/>
                </a:solidFill>
              </a:rPr>
              <a:t>3.	</a:t>
            </a:r>
            <a:r>
              <a:rPr sz="1700"/>
              <a:t>Add a call to </a:t>
            </a:r>
            <a:r>
              <a:rPr sz="1700">
                <a:solidFill>
                  <a:srgbClr val="2F2A95"/>
                </a:solidFill>
                <a:latin typeface="Consolas"/>
              </a:rPr>
              <a:t>BP.HIS.Patient</a:t>
            </a:r>
            <a:r>
              <a:rPr sz="1700"/>
              <a:t>, an if "Patient found?", and a call to </a:t>
            </a:r>
            <a:r>
              <a:rPr sz="1700">
                <a:solidFill>
                  <a:srgbClr val="2F2A95"/>
                </a:solidFill>
                <a:latin typeface="Consolas"/>
              </a:rPr>
              <a:t>BO.Insurer.REST</a:t>
            </a:r>
            <a:r>
              <a:rPr sz="1700"/>
              <a:t> in the true branch.</a:t>
            </a:r>
          </a:p>
          <a:p>
            <a:pPr marL="411480" indent="-411480">
              <a:spcAft>
                <a:spcPts val="900"/>
              </a:spcAft>
            </a:pPr>
            <a:r>
              <a:rPr sz="1700" b="1">
                <a:solidFill>
                  <a:srgbClr val="006990"/>
                </a:solidFill>
              </a:rPr>
              <a:t>4.	</a:t>
            </a:r>
            <a:r>
              <a:rPr sz="1700"/>
              <a:t>Add the item </a:t>
            </a:r>
            <a:r>
              <a:rPr sz="1700">
                <a:solidFill>
                  <a:srgbClr val="2F2A95"/>
                </a:solidFill>
                <a:latin typeface="Consolas"/>
              </a:rPr>
              <a:t>BP.GetPreAuthInfoView</a:t>
            </a:r>
            <a:r>
              <a:rPr sz="1700"/>
              <a:t>.</a:t>
            </a:r>
          </a:p>
          <a:p>
            <a:pPr marL="411480" indent="-411480">
              <a:spcAft>
                <a:spcPts val="900"/>
              </a:spcAft>
            </a:pPr>
            <a:r>
              <a:rPr sz="1700" b="1">
                <a:solidFill>
                  <a:srgbClr val="006990"/>
                </a:solidFill>
              </a:rPr>
              <a:t>5.	</a:t>
            </a:r>
            <a:r>
              <a:rPr sz="1700"/>
              <a:t>Test a known patient and an unknown patient.</a:t>
            </a:r>
          </a:p>
        </p:txBody>
      </p:sp>
      <p:sp>
        <p:nvSpPr>
          <p:cNvPr id="5" name="Rounded Rectangle 4"/>
          <p:cNvSpPr/>
          <p:nvPr/>
        </p:nvSpPr>
        <p:spPr>
          <a:xfrm>
            <a:off x="7178040" y="1783080"/>
            <a:ext cx="4471416" cy="4480560"/>
          </a:xfrm>
          <a:prstGeom prst="roundRect">
            <a:avLst>
              <a:gd name="adj" fmla="val 2938"/>
            </a:avLst>
          </a:prstGeom>
          <a:solidFill>
            <a:srgbClr val="E6F0F7"/>
          </a:solidFill>
          <a:ln>
            <a:noFill/>
          </a:ln>
        </p:spPr>
        <p:txBody>
          <a:bodyPr rtlCol="0" anchor="t" wrap="square" lIns="201168" rIns="201168" tIns="201168" bIns="27432">
            <a:noAutofit/>
          </a:bodyPr>
          <a:lstStyle/>
          <a:p>
            <a:pPr algn="l">
              <a:spcBef>
                <a:spcPts val="0"/>
              </a:spcBef>
              <a:spcAft>
                <a:spcPts val="600"/>
              </a:spcAft>
            </a:pPr>
            <a:r>
              <a:rPr sz="1800" b="1">
                <a:solidFill>
                  <a:srgbClr val="006990"/>
                </a:solidFill>
              </a:rPr>
              <a:t>Check</a:t>
            </a:r>
          </a:p>
          <a:p>
            <a:pPr algn="l">
              <a:spcBef>
                <a:spcPts val="0"/>
              </a:spcBef>
              <a:spcAft>
                <a:spcPts val="600"/>
              </a:spcAft>
            </a:pPr>
            <a:r>
              <a:rPr sz="1600">
                <a:solidFill>
                  <a:srgbClr val="2F2A95"/>
                </a:solidFill>
                <a:latin typeface="Consolas"/>
              </a:rPr>
              <a:t>BP.GetPreAuthInfoView</a:t>
            </a:r>
            <a:r>
              <a:rPr sz="1600">
                <a:solidFill>
                  <a:srgbClr val="000000"/>
                </a:solidFill>
              </a:rPr>
              <a:t> calls a BP and a BO, and uses an if to decide on the second call.</a:t>
            </a:r>
          </a:p>
          <a:p>
            <a:pPr algn="l">
              <a:spcBef>
                <a:spcPts val="1800"/>
              </a:spcBef>
              <a:spcAft>
                <a:spcPts val="600"/>
              </a:spcAft>
            </a:pPr>
            <a:r>
              <a:rPr sz="1500" b="1">
                <a:solidFill>
                  <a:srgbClr val="006990"/>
                </a:solidFill>
              </a:rPr>
              <a:t>If you have a problem</a:t>
            </a:r>
          </a:p>
          <a:p>
            <a:pPr algn="l">
              <a:spcBef>
                <a:spcPts val="0"/>
              </a:spcBef>
              <a:spcAft>
                <a:spcPts val="600"/>
              </a:spcAft>
            </a:pPr>
            <a:r>
              <a:rPr sz="1300">
                <a:solidFill>
                  <a:srgbClr val="5A6670"/>
                </a:solidFill>
              </a:rPr>
              <a:t>See "If something goes wrong" at the end of the handout. Compare your classes with </a:t>
            </a:r>
            <a:r>
              <a:rPr sz="1300">
                <a:solidFill>
                  <a:srgbClr val="5A6670"/>
                </a:solidFill>
                <a:latin typeface="Consolas"/>
              </a:rPr>
              <a:t>solution/src/Insurligent</a:t>
            </a:r>
            <a:r>
              <a:rPr sz="1300">
                <a:solidFill>
                  <a:srgbClr val="5A6670"/>
                </a:solidFill>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Business Services</a:t>
            </a:r>
          </a:p>
        </p:txBody>
      </p:sp>
      <p:sp>
        <p:nvSpPr>
          <p:cNvPr id="3" name="Text Placeholder 2"/>
          <p:cNvSpPr>
            <a:spLocks noGrp="1"/>
          </p:cNvSpPr>
          <p:nvPr>
            <p:ph type="body" idx="1"/>
          </p:nvPr>
        </p:nvSpPr>
        <p:spPr/>
        <p:txBody>
          <a:bodyPr/>
          <a:lstStyle/>
          <a:p>
            <a:pPr>
              <a:buClr>
                <a:srgbClr val="000000"/>
              </a:buClr>
            </a:pPr>
            <a:r>
              <a:rPr/>
              <a:t>Bring requests into the production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Where Business Services Fit</a:t>
            </a:r>
          </a:p>
        </p:txBody>
      </p:sp>
      <p:sp>
        <p:nvSpPr>
          <p:cNvPr id="3" name="Rounded Rectangle 2"/>
          <p:cNvSpPr/>
          <p:nvPr/>
        </p:nvSpPr>
        <p:spPr>
          <a:xfrm>
            <a:off x="2103120" y="1783080"/>
            <a:ext cx="7955279" cy="2788920"/>
          </a:xfrm>
          <a:prstGeom prst="roundRect">
            <a:avLst>
              <a:gd name="adj" fmla="val 4721"/>
            </a:avLst>
          </a:prstGeom>
          <a:noFill/>
          <a:ln w="15875">
            <a:solidFill>
              <a:srgbClr val="8FA9BC"/>
            </a:solidFill>
            <a:prstDash val="dash"/>
          </a:ln>
        </p:spPr>
        <p:txBody>
          <a:bodyPr rtlCol="0" anchor="ctr" wrap="square" lIns="54864" rIns="54864" tIns="27432" bIns="27432">
            <a:noAutofit/>
          </a:bodyPr>
          <a:lstStyle/>
          <a:p>
            <a:pPr algn="ctr"/>
          </a:p>
        </p:txBody>
      </p:sp>
      <p:sp>
        <p:nvSpPr>
          <p:cNvPr id="4" name="TextBox 3"/>
          <p:cNvSpPr txBox="1"/>
          <p:nvPr/>
        </p:nvSpPr>
        <p:spPr>
          <a:xfrm>
            <a:off x="2212848" y="1856231"/>
            <a:ext cx="3657600" cy="320040"/>
          </a:xfrm>
          <a:prstGeom prst="rect">
            <a:avLst/>
          </a:prstGeom>
          <a:noFill/>
        </p:spPr>
        <p:txBody>
          <a:bodyPr wrap="square" anchor="t" lIns="36576" rIns="36576" tIns="36576" bIns="36576">
            <a:noAutofit/>
          </a:bodyPr>
          <a:lstStyle/>
          <a:p>
            <a:pPr>
              <a:spcAft>
                <a:spcPts val="0"/>
              </a:spcAft>
            </a:pPr>
            <a:r>
              <a:rPr sz="1200" b="1">
                <a:solidFill>
                  <a:srgbClr val="5A6670"/>
                </a:solidFill>
              </a:rPr>
              <a:t>Production</a:t>
            </a:r>
          </a:p>
        </p:txBody>
      </p:sp>
      <p:sp>
        <p:nvSpPr>
          <p:cNvPr id="5" name="Rounded Rectangle 4"/>
          <p:cNvSpPr/>
          <p:nvPr/>
        </p:nvSpPr>
        <p:spPr>
          <a:xfrm>
            <a:off x="548640" y="2743200"/>
            <a:ext cx="1325880" cy="1280160"/>
          </a:xfrm>
          <a:prstGeom prst="roundRect">
            <a:avLst>
              <a:gd name="adj" fmla="val 10285"/>
            </a:avLst>
          </a:prstGeom>
          <a:solidFill>
            <a:srgbClr val="FFFFFF"/>
          </a:solidFill>
          <a:ln w="12700">
            <a:solidFill>
              <a:srgbClr val="8FA9BC"/>
            </a:solidFill>
          </a:ln>
        </p:spPr>
        <p:txBody>
          <a:bodyPr rtlCol="0" anchor="ctr" wrap="square" lIns="54864" rIns="54864" tIns="27432" bIns="27432">
            <a:noAutofit/>
          </a:bodyPr>
          <a:lstStyle/>
          <a:p>
            <a:pPr algn="ctr"/>
            <a:r>
              <a:rPr sz="1300">
                <a:solidFill>
                  <a:srgbClr val="000000"/>
                </a:solidFill>
              </a:rPr>
              <a:t>Client</a:t>
            </a:r>
          </a:p>
          <a:p>
            <a:pPr algn="ctr"/>
            <a:r>
              <a:rPr sz="1300">
                <a:solidFill>
                  <a:srgbClr val="000000"/>
                </a:solidFill>
              </a:rPr>
              <a:t>applications</a:t>
            </a:r>
          </a:p>
        </p:txBody>
      </p:sp>
      <p:sp>
        <p:nvSpPr>
          <p:cNvPr id="6" name="Rounded Rectangle 5"/>
          <p:cNvSpPr/>
          <p:nvPr/>
        </p:nvSpPr>
        <p:spPr>
          <a:xfrm>
            <a:off x="2240280" y="2743200"/>
            <a:ext cx="1051560" cy="1280160"/>
          </a:xfrm>
          <a:prstGeom prst="roundRect">
            <a:avLst>
              <a:gd name="adj" fmla="val 10285"/>
            </a:avLst>
          </a:prstGeom>
          <a:solidFill>
            <a:srgbClr val="006990"/>
          </a:solidFill>
          <a:ln>
            <a:noFill/>
          </a:ln>
        </p:spPr>
        <p:txBody>
          <a:bodyPr rtlCol="0" anchor="ctr" wrap="square" lIns="54864" rIns="54864" tIns="27432" bIns="27432">
            <a:noAutofit/>
          </a:bodyPr>
          <a:lstStyle/>
          <a:p>
            <a:pPr algn="ctr"/>
            <a:r>
              <a:rPr sz="1200" b="1">
                <a:solidFill>
                  <a:srgbClr val="FFFFFF"/>
                </a:solidFill>
              </a:rPr>
              <a:t>Inbound</a:t>
            </a:r>
          </a:p>
          <a:p>
            <a:pPr algn="ctr"/>
            <a:r>
              <a:rPr sz="1200">
                <a:solidFill>
                  <a:srgbClr val="FFFFFF"/>
                </a:solidFill>
              </a:rPr>
              <a:t>adapter</a:t>
            </a:r>
          </a:p>
        </p:txBody>
      </p:sp>
      <p:sp>
        <p:nvSpPr>
          <p:cNvPr id="7" name="Rounded Rectangle 6"/>
          <p:cNvSpPr/>
          <p:nvPr/>
        </p:nvSpPr>
        <p:spPr>
          <a:xfrm>
            <a:off x="3291840" y="2743200"/>
            <a:ext cx="1463040" cy="1280160"/>
          </a:xfrm>
          <a:prstGeom prst="roundRect">
            <a:avLst>
              <a:gd name="adj" fmla="val 10285"/>
            </a:avLst>
          </a:prstGeom>
          <a:solidFill>
            <a:srgbClr val="006990"/>
          </a:solidFill>
          <a:ln>
            <a:noFill/>
          </a:ln>
        </p:spPr>
        <p:txBody>
          <a:bodyPr rtlCol="0" anchor="ctr" wrap="square" lIns="54864" rIns="54864" tIns="27432" bIns="27432">
            <a:noAutofit/>
          </a:bodyPr>
          <a:lstStyle/>
          <a:p>
            <a:pPr algn="ctr"/>
            <a:r>
              <a:rPr sz="1600" b="1">
                <a:solidFill>
                  <a:srgbClr val="FFFFFF"/>
                </a:solidFill>
              </a:rPr>
              <a:t>Business</a:t>
            </a:r>
          </a:p>
          <a:p>
            <a:pPr algn="ctr"/>
            <a:r>
              <a:rPr sz="1600">
                <a:solidFill>
                  <a:srgbClr val="FFFFFF"/>
                </a:solidFill>
              </a:rPr>
              <a:t>service</a:t>
            </a:r>
          </a:p>
        </p:txBody>
      </p:sp>
      <p:sp>
        <p:nvSpPr>
          <p:cNvPr id="8" name="Rounded Rectangle 7"/>
          <p:cNvSpPr/>
          <p:nvPr/>
        </p:nvSpPr>
        <p:spPr>
          <a:xfrm>
            <a:off x="5349240" y="2743200"/>
            <a:ext cx="1463040" cy="1280160"/>
          </a:xfrm>
          <a:prstGeom prst="roundRect">
            <a:avLst>
              <a:gd name="adj" fmla="val 10285"/>
            </a:avLst>
          </a:prstGeom>
          <a:solidFill>
            <a:srgbClr val="E6F0F7"/>
          </a:solidFill>
          <a:ln>
            <a:noFill/>
          </a:ln>
        </p:spPr>
        <p:txBody>
          <a:bodyPr rtlCol="0" anchor="ctr" wrap="square" lIns="54864" rIns="54864" tIns="27432" bIns="27432">
            <a:noAutofit/>
          </a:bodyPr>
          <a:lstStyle/>
          <a:p>
            <a:pPr algn="ctr"/>
            <a:r>
              <a:rPr sz="1600" b="1">
                <a:solidFill>
                  <a:srgbClr val="000000"/>
                </a:solidFill>
              </a:rPr>
              <a:t>Business</a:t>
            </a:r>
          </a:p>
          <a:p>
            <a:pPr algn="ctr"/>
            <a:r>
              <a:rPr sz="1600">
                <a:solidFill>
                  <a:srgbClr val="000000"/>
                </a:solidFill>
              </a:rPr>
              <a:t>process</a:t>
            </a:r>
          </a:p>
        </p:txBody>
      </p:sp>
      <p:sp>
        <p:nvSpPr>
          <p:cNvPr id="9" name="Rounded Rectangle 8"/>
          <p:cNvSpPr/>
          <p:nvPr/>
        </p:nvSpPr>
        <p:spPr>
          <a:xfrm>
            <a:off x="7406640" y="2743200"/>
            <a:ext cx="1463040" cy="1280160"/>
          </a:xfrm>
          <a:prstGeom prst="roundRect">
            <a:avLst>
              <a:gd name="adj" fmla="val 10285"/>
            </a:avLst>
          </a:prstGeom>
          <a:solidFill>
            <a:srgbClr val="E6F0F7"/>
          </a:solidFill>
          <a:ln>
            <a:noFill/>
          </a:ln>
        </p:spPr>
        <p:txBody>
          <a:bodyPr rtlCol="0" anchor="ctr" wrap="square" lIns="54864" rIns="54864" tIns="27432" bIns="27432">
            <a:noAutofit/>
          </a:bodyPr>
          <a:lstStyle/>
          <a:p>
            <a:pPr algn="ctr"/>
            <a:r>
              <a:rPr sz="1600" b="1">
                <a:solidFill>
                  <a:srgbClr val="000000"/>
                </a:solidFill>
              </a:rPr>
              <a:t>Business</a:t>
            </a:r>
          </a:p>
          <a:p>
            <a:pPr algn="ctr"/>
            <a:r>
              <a:rPr sz="1600">
                <a:solidFill>
                  <a:srgbClr val="000000"/>
                </a:solidFill>
              </a:rPr>
              <a:t>operation</a:t>
            </a:r>
          </a:p>
        </p:txBody>
      </p:sp>
      <p:sp>
        <p:nvSpPr>
          <p:cNvPr id="10" name="Rounded Rectangle 9"/>
          <p:cNvSpPr/>
          <p:nvPr/>
        </p:nvSpPr>
        <p:spPr>
          <a:xfrm>
            <a:off x="8869680" y="2743200"/>
            <a:ext cx="1051560" cy="1280160"/>
          </a:xfrm>
          <a:prstGeom prst="roundRect">
            <a:avLst>
              <a:gd name="adj" fmla="val 10285"/>
            </a:avLst>
          </a:prstGeom>
          <a:solidFill>
            <a:srgbClr val="D5E2EC"/>
          </a:solidFill>
          <a:ln>
            <a:noFill/>
          </a:ln>
        </p:spPr>
        <p:txBody>
          <a:bodyPr rtlCol="0" anchor="ctr" wrap="square" lIns="54864" rIns="54864" tIns="27432" bIns="27432">
            <a:noAutofit/>
          </a:bodyPr>
          <a:lstStyle/>
          <a:p>
            <a:pPr algn="ctr"/>
            <a:r>
              <a:rPr sz="1200">
                <a:solidFill>
                  <a:srgbClr val="000000"/>
                </a:solidFill>
              </a:rPr>
              <a:t>Outbound</a:t>
            </a:r>
          </a:p>
          <a:p>
            <a:pPr algn="ctr"/>
            <a:r>
              <a:rPr sz="1200">
                <a:solidFill>
                  <a:srgbClr val="000000"/>
                </a:solidFill>
              </a:rPr>
              <a:t>adapter</a:t>
            </a:r>
          </a:p>
        </p:txBody>
      </p:sp>
      <p:sp>
        <p:nvSpPr>
          <p:cNvPr id="11" name="Rounded Rectangle 10"/>
          <p:cNvSpPr/>
          <p:nvPr/>
        </p:nvSpPr>
        <p:spPr>
          <a:xfrm>
            <a:off x="10332720" y="2743200"/>
            <a:ext cx="1316736" cy="1280160"/>
          </a:xfrm>
          <a:prstGeom prst="roundRect">
            <a:avLst>
              <a:gd name="adj" fmla="val 10285"/>
            </a:avLst>
          </a:prstGeom>
          <a:solidFill>
            <a:srgbClr val="FFFFFF"/>
          </a:solidFill>
          <a:ln w="12700">
            <a:solidFill>
              <a:srgbClr val="8FA9BC"/>
            </a:solidFill>
          </a:ln>
        </p:spPr>
        <p:txBody>
          <a:bodyPr rtlCol="0" anchor="ctr" wrap="square" lIns="54864" rIns="54864" tIns="27432" bIns="27432">
            <a:noAutofit/>
          </a:bodyPr>
          <a:lstStyle/>
          <a:p>
            <a:pPr algn="ctr"/>
            <a:r>
              <a:rPr sz="1300">
                <a:solidFill>
                  <a:srgbClr val="000000"/>
                </a:solidFill>
              </a:rPr>
              <a:t>External</a:t>
            </a:r>
          </a:p>
          <a:p>
            <a:pPr algn="ctr"/>
            <a:r>
              <a:rPr sz="1300">
                <a:solidFill>
                  <a:srgbClr val="000000"/>
                </a:solidFill>
              </a:rPr>
              <a:t>applications</a:t>
            </a:r>
          </a:p>
        </p:txBody>
      </p:sp>
      <p:cxnSp>
        <p:nvCxnSpPr>
          <p:cNvPr id="12" name="Connector 11"/>
          <p:cNvCxnSpPr/>
          <p:nvPr/>
        </p:nvCxnSpPr>
        <p:spPr>
          <a:xfrm>
            <a:off x="1874519" y="3383280"/>
            <a:ext cx="365761" cy="0"/>
          </a:xfrm>
          <a:prstGeom prst="line">
            <a:avLst/>
          </a:prstGeom>
          <a:ln w="22225">
            <a:solidFill>
              <a:srgbClr val="8FA9BC"/>
            </a:solidFill>
            <a:tailEnd type="triangle" w="med" len="med"/>
          </a:ln>
        </p:spPr>
      </p:cxnSp>
      <p:cxnSp>
        <p:nvCxnSpPr>
          <p:cNvPr id="13" name="Connector 12"/>
          <p:cNvCxnSpPr/>
          <p:nvPr/>
        </p:nvCxnSpPr>
        <p:spPr>
          <a:xfrm>
            <a:off x="4754880" y="3383280"/>
            <a:ext cx="594360" cy="0"/>
          </a:xfrm>
          <a:prstGeom prst="line">
            <a:avLst/>
          </a:prstGeom>
          <a:ln w="22225">
            <a:solidFill>
              <a:srgbClr val="8FA9BC"/>
            </a:solidFill>
            <a:tailEnd type="triangle" w="med" len="med"/>
          </a:ln>
        </p:spPr>
      </p:cxnSp>
      <p:cxnSp>
        <p:nvCxnSpPr>
          <p:cNvPr id="14" name="Connector 13"/>
          <p:cNvCxnSpPr/>
          <p:nvPr/>
        </p:nvCxnSpPr>
        <p:spPr>
          <a:xfrm>
            <a:off x="6812280" y="3383280"/>
            <a:ext cx="594360" cy="0"/>
          </a:xfrm>
          <a:prstGeom prst="line">
            <a:avLst/>
          </a:prstGeom>
          <a:ln w="22225">
            <a:solidFill>
              <a:srgbClr val="8FA9BC"/>
            </a:solidFill>
            <a:tailEnd type="triangle" w="med" len="med"/>
          </a:ln>
        </p:spPr>
      </p:cxnSp>
      <p:cxnSp>
        <p:nvCxnSpPr>
          <p:cNvPr id="15" name="Connector 14"/>
          <p:cNvCxnSpPr/>
          <p:nvPr/>
        </p:nvCxnSpPr>
        <p:spPr>
          <a:xfrm>
            <a:off x="9921240" y="3383280"/>
            <a:ext cx="411480" cy="0"/>
          </a:xfrm>
          <a:prstGeom prst="line">
            <a:avLst/>
          </a:prstGeom>
          <a:ln w="22225">
            <a:solidFill>
              <a:srgbClr val="8FA9BC"/>
            </a:solidFill>
            <a:tailEnd type="triangle" w="med" len="med"/>
          </a:ln>
        </p:spPr>
      </p:cxnSp>
      <p:sp>
        <p:nvSpPr>
          <p:cNvPr id="16" name="TextBox 15"/>
          <p:cNvSpPr txBox="1"/>
          <p:nvPr/>
        </p:nvSpPr>
        <p:spPr>
          <a:xfrm>
            <a:off x="548640" y="4846320"/>
            <a:ext cx="11100816" cy="1417320"/>
          </a:xfrm>
          <a:prstGeom prst="rect">
            <a:avLst/>
          </a:prstGeom>
          <a:noFill/>
        </p:spPr>
        <p:txBody>
          <a:bodyPr wrap="square" anchor="t" lIns="36576" rIns="36576" tIns="36576" bIns="36576">
            <a:noAutofit/>
          </a:bodyPr>
          <a:lstStyle/>
          <a:p>
            <a:pPr marL="256032" indent="-219456">
              <a:spcAft>
                <a:spcPts val="400"/>
              </a:spcAft>
              <a:buClr>
                <a:srgbClr val="000000"/>
              </a:buClr>
              <a:buFont typeface="Arial"/>
              <a:buChar char="•"/>
            </a:pPr>
            <a:r>
              <a:rPr sz="1700">
                <a:solidFill>
                  <a:srgbClr val="000000"/>
                </a:solidFill>
              </a:rPr>
              <a:t>A business service is the entry point of the production.</a:t>
            </a:r>
          </a:p>
          <a:p>
            <a:pPr marL="256032" indent="-219456">
              <a:spcAft>
                <a:spcPts val="400"/>
              </a:spcAft>
              <a:buClr>
                <a:srgbClr val="000000"/>
              </a:buClr>
              <a:buFont typeface="Arial"/>
              <a:buChar char="•"/>
            </a:pPr>
            <a:r>
              <a:rPr sz="1700">
                <a:solidFill>
                  <a:srgbClr val="000000"/>
                </a:solidFill>
              </a:rPr>
              <a:t>It gets input from outside, with an inbound adapter or from a client that calls it.</a:t>
            </a:r>
          </a:p>
          <a:p>
            <a:pPr marL="256032" indent="-219456">
              <a:spcAft>
                <a:spcPts val="400"/>
              </a:spcAft>
              <a:buClr>
                <a:srgbClr val="000000"/>
              </a:buClr>
              <a:buFont typeface="Arial"/>
              <a:buChar char="•"/>
            </a:pPr>
            <a:r>
              <a:rPr sz="1700">
                <a:solidFill>
                  <a:srgbClr val="000000"/>
                </a:solidFill>
              </a:rPr>
              <a:t>It sends a request message to a business process or a business operation.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Business Service Facts</a:t>
            </a:r>
          </a:p>
        </p:txBody>
      </p:sp>
      <p:sp>
        <p:nvSpPr>
          <p:cNvPr id="3" name="Content Placeholder 2"/>
          <p:cNvSpPr>
            <a:spLocks noGrp="1"/>
          </p:cNvSpPr>
          <p:nvPr>
            <p:ph idx="1"/>
          </p:nvPr>
        </p:nvSpPr>
        <p:spPr/>
        <p:txBody>
          <a:bodyPr/>
          <a:lstStyle/>
          <a:p>
            <a:pPr>
              <a:spcAft>
                <a:spcPts val="1400"/>
              </a:spcAft>
              <a:buClr>
                <a:srgbClr val="000000"/>
              </a:buClr>
            </a:pPr>
            <a:r>
              <a:rPr sz="2000"/>
              <a:t>The input is an object from outside, not a production message</a:t>
            </a:r>
          </a:p>
          <a:p>
            <a:pPr>
              <a:spcAft>
                <a:spcPts val="1400"/>
              </a:spcAft>
              <a:buClr>
                <a:srgbClr val="000000"/>
              </a:buClr>
            </a:pPr>
            <a:r>
              <a:rPr sz="2000"/>
              <a:t>The business service makes a request message from the input</a:t>
            </a:r>
          </a:p>
          <a:p>
            <a:pPr>
              <a:spcAft>
                <a:spcPts val="1400"/>
              </a:spcAft>
              <a:buClr>
                <a:srgbClr val="000000"/>
              </a:buClr>
            </a:pPr>
            <a:r>
              <a:rPr sz="2000"/>
              <a:t>It sends the request, usually to a business process</a:t>
            </a:r>
          </a:p>
          <a:p>
            <a:pPr>
              <a:spcAft>
                <a:spcPts val="1400"/>
              </a:spcAft>
              <a:buClr>
                <a:srgbClr val="000000"/>
              </a:buClr>
            </a:pPr>
            <a:r>
              <a:rPr sz="2000"/>
              <a:t>Put the logic in business processes and business operations, not in the service</a:t>
            </a:r>
          </a:p>
          <a:p>
            <a:pPr>
              <a:spcAft>
                <a:spcPts val="1400"/>
              </a:spcAft>
              <a:buClr>
                <a:srgbClr val="000000"/>
              </a:buClr>
            </a:pPr>
            <a:r>
              <a:rPr sz="2000"/>
              <a:t>A business service has no queue</a:t>
            </a:r>
          </a:p>
        </p:txBody>
      </p:sp>
      <p:sp>
        <p:nvSpPr>
          <p:cNvPr id="4" name="Text Placeholder 3"/>
          <p:cNvSpPr>
            <a:spLocks noGrp="1"/>
          </p:cNvSpPr>
          <p:nvPr>
            <p:ph type="body" idx="14" sz="quarter"/>
          </p:nvPr>
        </p:nvSpPr>
        <p:spPr/>
        <p:txBody>
          <a:bodyPr/>
          <a:lstStyle/>
          <a:p>
            <a:pPr>
              <a:buClr>
                <a:srgbClr val="000000"/>
              </a:buClr>
            </a:pPr>
            <a:r>
              <a:rPr/>
              <a:t>Keep a business service simple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Inbound Adapter or Direct Invocation</a:t>
            </a:r>
          </a:p>
        </p:txBody>
      </p:sp>
      <p:sp>
        <p:nvSpPr>
          <p:cNvPr id="3" name="Text Placeholder 2"/>
          <p:cNvSpPr>
            <a:spLocks noGrp="1"/>
          </p:cNvSpPr>
          <p:nvPr>
            <p:ph type="body" idx="1"/>
          </p:nvPr>
        </p:nvSpPr>
        <p:spPr/>
        <p:txBody>
          <a:bodyPr/>
          <a:lstStyle/>
          <a:p>
            <a:pPr>
              <a:buClr>
                <a:srgbClr val="000000"/>
              </a:buClr>
            </a:pPr>
            <a:r>
              <a:rPr sz="2200"/>
              <a:t>With an inbound adapter</a:t>
            </a:r>
          </a:p>
        </p:txBody>
      </p:sp>
      <p:sp>
        <p:nvSpPr>
          <p:cNvPr id="4" name="Content Placeholder 3"/>
          <p:cNvSpPr>
            <a:spLocks noGrp="1"/>
          </p:cNvSpPr>
          <p:nvPr>
            <p:ph idx="2" sz="half"/>
          </p:nvPr>
        </p:nvSpPr>
        <p:spPr/>
        <p:txBody>
          <a:bodyPr/>
          <a:lstStyle/>
          <a:p>
            <a:pPr>
              <a:spcAft>
                <a:spcPts val="1200"/>
              </a:spcAft>
              <a:buClr>
                <a:srgbClr val="000000"/>
              </a:buClr>
            </a:pPr>
            <a:r>
              <a:rPr sz="1800"/>
              <a:t>The adapter looks for input at each Call Interval</a:t>
            </a:r>
          </a:p>
          <a:p>
            <a:pPr>
              <a:spcAft>
                <a:spcPts val="1200"/>
              </a:spcAft>
              <a:buClr>
                <a:srgbClr val="000000"/>
              </a:buClr>
            </a:pPr>
            <a:r>
              <a:rPr sz="1800"/>
              <a:t>Set Pool Size to more than 0: each job has its own adapter</a:t>
            </a:r>
          </a:p>
          <a:p>
            <a:pPr>
              <a:spcAft>
                <a:spcPts val="1200"/>
              </a:spcAft>
              <a:buClr>
                <a:srgbClr val="000000"/>
              </a:buClr>
            </a:pPr>
            <a:r>
              <a:rPr sz="1800"/>
              <a:t>Examples: a file, FTP or TCP service</a:t>
            </a:r>
          </a:p>
          <a:p>
            <a:pPr>
              <a:spcAft>
                <a:spcPts val="1200"/>
              </a:spcAft>
              <a:buClr>
                <a:srgbClr val="000000"/>
              </a:buClr>
            </a:pPr>
            <a:r>
              <a:rPr sz="1800"/>
              <a:t>For TCP with Job Per Connection, Pool Size limits the number of connections</a:t>
            </a:r>
          </a:p>
        </p:txBody>
      </p:sp>
      <p:sp>
        <p:nvSpPr>
          <p:cNvPr id="5" name="Text Placeholder 4"/>
          <p:cNvSpPr>
            <a:spLocks noGrp="1"/>
          </p:cNvSpPr>
          <p:nvPr>
            <p:ph type="body" idx="3" sz="quarter"/>
          </p:nvPr>
        </p:nvSpPr>
        <p:spPr/>
        <p:txBody>
          <a:bodyPr/>
          <a:lstStyle/>
          <a:p>
            <a:pPr>
              <a:buClr>
                <a:srgbClr val="000000"/>
              </a:buClr>
            </a:pPr>
            <a:r>
              <a:rPr sz="2200"/>
              <a:t>Direct invocation</a:t>
            </a:r>
          </a:p>
        </p:txBody>
      </p:sp>
      <p:sp>
        <p:nvSpPr>
          <p:cNvPr id="6" name="Content Placeholder 5"/>
          <p:cNvSpPr>
            <a:spLocks noGrp="1"/>
          </p:cNvSpPr>
          <p:nvPr>
            <p:ph idx="4" sz="quarter"/>
          </p:nvPr>
        </p:nvSpPr>
        <p:spPr/>
        <p:txBody>
          <a:bodyPr/>
          <a:lstStyle/>
          <a:p>
            <a:pPr>
              <a:spcAft>
                <a:spcPts val="1200"/>
              </a:spcAft>
              <a:buClr>
                <a:srgbClr val="000000"/>
              </a:buClr>
            </a:pPr>
            <a:r>
              <a:rPr sz="1800"/>
              <a:t>A client application calls the business service</a:t>
            </a:r>
          </a:p>
          <a:p>
            <a:pPr>
              <a:spcAft>
                <a:spcPts val="1200"/>
              </a:spcAft>
              <a:buClr>
                <a:srgbClr val="000000"/>
              </a:buClr>
            </a:pPr>
            <a:r>
              <a:rPr sz="1800"/>
              <a:t>There is no adapter</a:t>
            </a:r>
          </a:p>
          <a:p>
            <a:pPr>
              <a:spcAft>
                <a:spcPts val="1200"/>
              </a:spcAft>
              <a:buClr>
                <a:srgbClr val="000000"/>
              </a:buClr>
            </a:pPr>
            <a:r>
              <a:rPr sz="1800"/>
              <a:t>Set Pool Size to 0: without an adapter, IRIS ignores it</a:t>
            </a:r>
          </a:p>
          <a:p>
            <a:pPr>
              <a:spcAft>
                <a:spcPts val="1200"/>
              </a:spcAft>
              <a:buClr>
                <a:srgbClr val="000000"/>
              </a:buClr>
            </a:pPr>
            <a:r>
              <a:rPr sz="1800"/>
              <a:t>Examples: a REST class or a SOAP service calls the business service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How a Business Service Runs</a:t>
            </a:r>
          </a:p>
        </p:txBody>
      </p:sp>
      <p:sp>
        <p:nvSpPr>
          <p:cNvPr id="3" name="Text Placeholder 2"/>
          <p:cNvSpPr>
            <a:spLocks noGrp="1"/>
          </p:cNvSpPr>
          <p:nvPr>
            <p:ph type="body" idx="13" sz="quarter"/>
          </p:nvPr>
        </p:nvSpPr>
        <p:spPr/>
        <p:txBody>
          <a:bodyPr/>
          <a:lstStyle/>
          <a:p>
            <a:pPr>
              <a:buClr>
                <a:srgbClr val="000000"/>
              </a:buClr>
            </a:pPr>
            <a:r>
              <a:rPr/>
              <a:t>The adapter or the client calls ProcessInput(). You write OnProcessInput()</a:t>
            </a:r>
          </a:p>
        </p:txBody>
      </p:sp>
      <p:sp>
        <p:nvSpPr>
          <p:cNvPr id="4" name="Rounded Rectangle 3"/>
          <p:cNvSpPr/>
          <p:nvPr/>
        </p:nvSpPr>
        <p:spPr>
          <a:xfrm>
            <a:off x="548640" y="2331720"/>
            <a:ext cx="2103120" cy="1188720"/>
          </a:xfrm>
          <a:prstGeom prst="roundRect">
            <a:avLst>
              <a:gd name="adj" fmla="val 11076"/>
            </a:avLst>
          </a:prstGeom>
          <a:solidFill>
            <a:srgbClr val="FFFFFF"/>
          </a:solidFill>
          <a:ln w="12700">
            <a:solidFill>
              <a:srgbClr val="8FA9BC"/>
            </a:solidFill>
          </a:ln>
        </p:spPr>
        <p:txBody>
          <a:bodyPr rtlCol="0" anchor="ctr" wrap="square" lIns="54864" rIns="54864" tIns="27432" bIns="27432">
            <a:noAutofit/>
          </a:bodyPr>
          <a:lstStyle/>
          <a:p>
            <a:pPr algn="ctr"/>
            <a:r>
              <a:rPr sz="1400" b="1">
                <a:solidFill>
                  <a:srgbClr val="000000"/>
                </a:solidFill>
              </a:rPr>
              <a:t>Client application</a:t>
            </a:r>
          </a:p>
          <a:p>
            <a:pPr algn="ctr"/>
            <a:r>
              <a:rPr sz="1200">
                <a:solidFill>
                  <a:srgbClr val="000000"/>
                </a:solidFill>
              </a:rPr>
              <a:t>or inbound adapter</a:t>
            </a:r>
          </a:p>
        </p:txBody>
      </p:sp>
      <p:sp>
        <p:nvSpPr>
          <p:cNvPr id="5" name="Rounded Rectangle 4"/>
          <p:cNvSpPr/>
          <p:nvPr/>
        </p:nvSpPr>
        <p:spPr>
          <a:xfrm>
            <a:off x="2880360" y="1828800"/>
            <a:ext cx="5303520" cy="2194560"/>
          </a:xfrm>
          <a:prstGeom prst="roundRect">
            <a:avLst>
              <a:gd name="adj" fmla="val 6000"/>
            </a:avLst>
          </a:prstGeom>
          <a:noFill/>
          <a:ln w="25400">
            <a:solidFill>
              <a:srgbClr val="006990"/>
            </a:solidFill>
          </a:ln>
        </p:spPr>
        <p:txBody>
          <a:bodyPr rtlCol="0" anchor="ctr" wrap="square" lIns="54864" rIns="54864" tIns="27432" bIns="27432">
            <a:noAutofit/>
          </a:bodyPr>
          <a:lstStyle/>
          <a:p>
            <a:pPr algn="ctr"/>
          </a:p>
        </p:txBody>
      </p:sp>
      <p:sp>
        <p:nvSpPr>
          <p:cNvPr id="6" name="TextBox 5"/>
          <p:cNvSpPr txBox="1"/>
          <p:nvPr/>
        </p:nvSpPr>
        <p:spPr>
          <a:xfrm>
            <a:off x="3017520" y="1874519"/>
            <a:ext cx="3657600" cy="320040"/>
          </a:xfrm>
          <a:prstGeom prst="rect">
            <a:avLst/>
          </a:prstGeom>
          <a:noFill/>
        </p:spPr>
        <p:txBody>
          <a:bodyPr wrap="square" anchor="t" lIns="36576" rIns="36576" tIns="36576" bIns="36576">
            <a:noAutofit/>
          </a:bodyPr>
          <a:lstStyle/>
          <a:p>
            <a:pPr>
              <a:spcAft>
                <a:spcPts val="0"/>
              </a:spcAft>
            </a:pPr>
            <a:r>
              <a:rPr sz="1500" b="1">
                <a:solidFill>
                  <a:srgbClr val="006990"/>
                </a:solidFill>
              </a:rPr>
              <a:t>Business service</a:t>
            </a:r>
          </a:p>
        </p:txBody>
      </p:sp>
      <p:sp>
        <p:nvSpPr>
          <p:cNvPr id="7" name="Rounded Rectangle 6"/>
          <p:cNvSpPr/>
          <p:nvPr/>
        </p:nvSpPr>
        <p:spPr>
          <a:xfrm>
            <a:off x="3108960" y="2423160"/>
            <a:ext cx="2194560" cy="1188720"/>
          </a:xfrm>
          <a:prstGeom prst="roundRect">
            <a:avLst>
              <a:gd name="adj" fmla="val 11076"/>
            </a:avLst>
          </a:prstGeom>
          <a:solidFill>
            <a:srgbClr val="E6F0F7"/>
          </a:solidFill>
          <a:ln>
            <a:noFill/>
          </a:ln>
        </p:spPr>
        <p:txBody>
          <a:bodyPr rtlCol="0" anchor="ctr" wrap="square" lIns="54864" rIns="54864" tIns="27432" bIns="27432">
            <a:noAutofit/>
          </a:bodyPr>
          <a:lstStyle/>
          <a:p>
            <a:pPr algn="ctr"/>
            <a:r>
              <a:rPr sz="1400" b="1">
                <a:solidFill>
                  <a:srgbClr val="2F2A95"/>
                </a:solidFill>
                <a:latin typeface="Consolas"/>
              </a:rPr>
              <a:t>ProcessInput()</a:t>
            </a:r>
          </a:p>
          <a:p>
            <a:pPr algn="ctr"/>
            <a:r>
              <a:rPr sz="1200">
                <a:solidFill>
                  <a:srgbClr val="000000"/>
                </a:solidFill>
              </a:rPr>
              <a:t>built in</a:t>
            </a:r>
          </a:p>
        </p:txBody>
      </p:sp>
      <p:sp>
        <p:nvSpPr>
          <p:cNvPr id="8" name="Rounded Rectangle 7"/>
          <p:cNvSpPr/>
          <p:nvPr/>
        </p:nvSpPr>
        <p:spPr>
          <a:xfrm>
            <a:off x="5760720" y="2423160"/>
            <a:ext cx="2240280" cy="1188720"/>
          </a:xfrm>
          <a:prstGeom prst="roundRect">
            <a:avLst>
              <a:gd name="adj" fmla="val 11076"/>
            </a:avLst>
          </a:prstGeom>
          <a:solidFill>
            <a:srgbClr val="006990"/>
          </a:solidFill>
          <a:ln>
            <a:noFill/>
          </a:ln>
        </p:spPr>
        <p:txBody>
          <a:bodyPr rtlCol="0" anchor="ctr" wrap="square" lIns="54864" rIns="54864" tIns="27432" bIns="27432">
            <a:noAutofit/>
          </a:bodyPr>
          <a:lstStyle/>
          <a:p>
            <a:pPr algn="ctr"/>
            <a:r>
              <a:rPr sz="1400" b="1">
                <a:solidFill>
                  <a:srgbClr val="FFFFFF"/>
                </a:solidFill>
                <a:latin typeface="Consolas"/>
              </a:rPr>
              <a:t>OnProcessInput()</a:t>
            </a:r>
          </a:p>
          <a:p>
            <a:pPr algn="ctr"/>
            <a:r>
              <a:rPr sz="1200">
                <a:solidFill>
                  <a:srgbClr val="FFFFFF"/>
                </a:solidFill>
              </a:rPr>
              <a:t>you write it</a:t>
            </a:r>
          </a:p>
        </p:txBody>
      </p:sp>
      <p:sp>
        <p:nvSpPr>
          <p:cNvPr id="9" name="Rounded Rectangle 8"/>
          <p:cNvSpPr/>
          <p:nvPr/>
        </p:nvSpPr>
        <p:spPr>
          <a:xfrm>
            <a:off x="9144000" y="2331720"/>
            <a:ext cx="2505456" cy="1188720"/>
          </a:xfrm>
          <a:prstGeom prst="roundRect">
            <a:avLst>
              <a:gd name="adj" fmla="val 11076"/>
            </a:avLst>
          </a:prstGeom>
          <a:solidFill>
            <a:srgbClr val="E6F0F7"/>
          </a:solidFill>
          <a:ln>
            <a:noFill/>
          </a:ln>
        </p:spPr>
        <p:txBody>
          <a:bodyPr rtlCol="0" anchor="ctr" wrap="square" lIns="54864" rIns="54864" tIns="27432" bIns="27432">
            <a:noAutofit/>
          </a:bodyPr>
          <a:lstStyle/>
          <a:p>
            <a:pPr algn="ctr"/>
            <a:r>
              <a:rPr sz="1400" b="1">
                <a:solidFill>
                  <a:srgbClr val="000000"/>
                </a:solidFill>
              </a:rPr>
              <a:t>Business process</a:t>
            </a:r>
          </a:p>
          <a:p>
            <a:pPr algn="ctr"/>
            <a:r>
              <a:rPr sz="1200">
                <a:solidFill>
                  <a:srgbClr val="000000"/>
                </a:solidFill>
              </a:rPr>
              <a:t>or business operation</a:t>
            </a:r>
          </a:p>
        </p:txBody>
      </p:sp>
      <p:cxnSp>
        <p:nvCxnSpPr>
          <p:cNvPr id="10" name="Connector 9"/>
          <p:cNvCxnSpPr/>
          <p:nvPr/>
        </p:nvCxnSpPr>
        <p:spPr>
          <a:xfrm>
            <a:off x="2651760" y="2926080"/>
            <a:ext cx="457200" cy="0"/>
          </a:xfrm>
          <a:prstGeom prst="line">
            <a:avLst/>
          </a:prstGeom>
          <a:ln w="22225">
            <a:solidFill>
              <a:srgbClr val="8FA9BC"/>
            </a:solidFill>
            <a:tailEnd type="triangle" w="med" len="med"/>
          </a:ln>
        </p:spPr>
      </p:cxnSp>
      <p:cxnSp>
        <p:nvCxnSpPr>
          <p:cNvPr id="11" name="Connector 10"/>
          <p:cNvCxnSpPr/>
          <p:nvPr/>
        </p:nvCxnSpPr>
        <p:spPr>
          <a:xfrm>
            <a:off x="5303520" y="3017520"/>
            <a:ext cx="457200" cy="0"/>
          </a:xfrm>
          <a:prstGeom prst="line">
            <a:avLst/>
          </a:prstGeom>
          <a:ln w="22225">
            <a:solidFill>
              <a:srgbClr val="8FA9BC"/>
            </a:solidFill>
            <a:tailEnd type="triangle" w="med" len="med"/>
          </a:ln>
        </p:spPr>
      </p:cxnSp>
      <p:cxnSp>
        <p:nvCxnSpPr>
          <p:cNvPr id="12" name="Connector 11"/>
          <p:cNvCxnSpPr/>
          <p:nvPr/>
        </p:nvCxnSpPr>
        <p:spPr>
          <a:xfrm>
            <a:off x="8001000" y="2926080"/>
            <a:ext cx="1143000" cy="0"/>
          </a:xfrm>
          <a:prstGeom prst="line">
            <a:avLst/>
          </a:prstGeom>
          <a:ln w="25400">
            <a:solidFill>
              <a:srgbClr val="2F2A95"/>
            </a:solidFill>
            <a:tailEnd type="triangle" w="med" len="med"/>
          </a:ln>
        </p:spPr>
      </p:cxnSp>
      <p:sp>
        <p:nvSpPr>
          <p:cNvPr id="13" name="TextBox 12"/>
          <p:cNvSpPr txBox="1"/>
          <p:nvPr/>
        </p:nvSpPr>
        <p:spPr>
          <a:xfrm>
            <a:off x="8211312" y="2542032"/>
            <a:ext cx="914400" cy="274320"/>
          </a:xfrm>
          <a:prstGeom prst="rect">
            <a:avLst/>
          </a:prstGeom>
          <a:noFill/>
        </p:spPr>
        <p:txBody>
          <a:bodyPr wrap="square" anchor="t" lIns="36576" rIns="36576" tIns="36576" bIns="36576">
            <a:noAutofit/>
          </a:bodyPr>
          <a:lstStyle/>
          <a:p>
            <a:pPr algn="ctr">
              <a:spcAft>
                <a:spcPts val="0"/>
              </a:spcAft>
            </a:pPr>
            <a:r>
              <a:rPr sz="1200">
                <a:solidFill>
                  <a:srgbClr val="2F2A95"/>
                </a:solidFill>
                <a:latin typeface="Consolas"/>
              </a:rPr>
              <a:t>request</a:t>
            </a:r>
          </a:p>
        </p:txBody>
      </p:sp>
      <p:sp>
        <p:nvSpPr>
          <p:cNvPr id="14" name="TextBox 13"/>
          <p:cNvSpPr txBox="1"/>
          <p:nvPr/>
        </p:nvSpPr>
        <p:spPr>
          <a:xfrm>
            <a:off x="548640" y="4343400"/>
            <a:ext cx="11100816" cy="1828800"/>
          </a:xfrm>
          <a:prstGeom prst="rect">
            <a:avLst/>
          </a:prstGeom>
          <a:noFill/>
        </p:spPr>
        <p:txBody>
          <a:bodyPr wrap="square" anchor="t" lIns="36576" rIns="36576" tIns="36576" bIns="36576">
            <a:noAutofit/>
          </a:bodyPr>
          <a:lstStyle/>
          <a:p>
            <a:pPr marL="256032" indent="-219456">
              <a:spcAft>
                <a:spcPts val="400"/>
              </a:spcAft>
              <a:buClr>
                <a:srgbClr val="000000"/>
              </a:buClr>
              <a:buFont typeface="Arial"/>
              <a:buChar char="•"/>
            </a:pPr>
            <a:r>
              <a:rPr sz="1700">
                <a:solidFill>
                  <a:srgbClr val="2F2A95"/>
                </a:solidFill>
                <a:latin typeface="Consolas"/>
              </a:rPr>
              <a:t>OnProcessInput()</a:t>
            </a:r>
            <a:r>
              <a:rPr sz="1700">
                <a:solidFill>
                  <a:srgbClr val="000000"/>
                </a:solidFill>
              </a:rPr>
              <a:t> makes the request message from the input object.</a:t>
            </a:r>
          </a:p>
          <a:p>
            <a:pPr marL="256032" indent="-219456">
              <a:spcAft>
                <a:spcPts val="400"/>
              </a:spcAft>
              <a:buClr>
                <a:srgbClr val="000000"/>
              </a:buClr>
              <a:buFont typeface="Arial"/>
              <a:buChar char="•"/>
            </a:pPr>
            <a:r>
              <a:rPr sz="1700">
                <a:solidFill>
                  <a:srgbClr val="000000"/>
                </a:solidFill>
              </a:rPr>
              <a:t>It sends the request with </a:t>
            </a:r>
            <a:r>
              <a:rPr sz="1700">
                <a:solidFill>
                  <a:srgbClr val="2F2A95"/>
                </a:solidFill>
                <a:latin typeface="Consolas"/>
              </a:rPr>
              <a:t>SendRequestSync()</a:t>
            </a:r>
            <a:r>
              <a:rPr sz="1700">
                <a:solidFill>
                  <a:srgbClr val="000000"/>
                </a:solidFill>
              </a:rPr>
              <a:t> or </a:t>
            </a:r>
            <a:r>
              <a:rPr sz="1700">
                <a:solidFill>
                  <a:srgbClr val="2F2A95"/>
                </a:solidFill>
                <a:latin typeface="Consolas"/>
              </a:rPr>
              <a:t>SendRequestAsync()</a:t>
            </a:r>
            <a:r>
              <a:rPr sz="1700">
                <a:solidFill>
                  <a:srgbClr val="000000"/>
                </a:solidFill>
              </a:rPr>
              <a:t>.</a:t>
            </a:r>
          </a:p>
          <a:p>
            <a:pPr marL="256032" indent="-219456">
              <a:spcAft>
                <a:spcPts val="400"/>
              </a:spcAft>
              <a:buClr>
                <a:srgbClr val="000000"/>
              </a:buClr>
              <a:buFont typeface="Arial"/>
              <a:buChar char="•"/>
            </a:pPr>
            <a:r>
              <a:rPr sz="1700">
                <a:solidFill>
                  <a:srgbClr val="000000"/>
                </a:solidFill>
              </a:rPr>
              <a:t>The target is an item name, often in a setting such as </a:t>
            </a:r>
            <a:r>
              <a:rPr sz="1700">
                <a:solidFill>
                  <a:srgbClr val="2F2A95"/>
                </a:solidFill>
                <a:latin typeface="Consolas"/>
              </a:rPr>
              <a:t>TargetConfigName</a:t>
            </a:r>
            <a:r>
              <a:rPr sz="1700">
                <a:solidFill>
                  <a:srgbClr val="000000"/>
                </a:solidFill>
              </a:rPr>
              <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Asynchronous or Synchronous Requests</a:t>
            </a:r>
          </a:p>
        </p:txBody>
      </p:sp>
      <p:sp>
        <p:nvSpPr>
          <p:cNvPr id="3" name="Text Placeholder 2"/>
          <p:cNvSpPr>
            <a:spLocks noGrp="1"/>
          </p:cNvSpPr>
          <p:nvPr>
            <p:ph type="body" idx="1"/>
          </p:nvPr>
        </p:nvSpPr>
        <p:spPr/>
        <p:txBody>
          <a:bodyPr/>
          <a:lstStyle/>
          <a:p>
            <a:pPr>
              <a:buClr>
                <a:srgbClr val="000000"/>
              </a:buClr>
            </a:pPr>
            <a:r>
              <a:rPr sz="2200"/>
              <a:t>SendRequestAsync()</a:t>
            </a:r>
          </a:p>
        </p:txBody>
      </p:sp>
      <p:sp>
        <p:nvSpPr>
          <p:cNvPr id="4" name="Content Placeholder 3"/>
          <p:cNvSpPr>
            <a:spLocks noGrp="1"/>
          </p:cNvSpPr>
          <p:nvPr>
            <p:ph idx="2" sz="half"/>
          </p:nvPr>
        </p:nvSpPr>
        <p:spPr/>
        <p:txBody>
          <a:bodyPr/>
          <a:lstStyle/>
          <a:p>
            <a:pPr>
              <a:spcAft>
                <a:spcPts val="1200"/>
              </a:spcAft>
              <a:buClr>
                <a:srgbClr val="000000"/>
              </a:buClr>
            </a:pPr>
            <a:r>
              <a:rPr sz="1800"/>
              <a:t>The usual choice</a:t>
            </a:r>
          </a:p>
          <a:p>
            <a:pPr>
              <a:spcAft>
                <a:spcPts val="1200"/>
              </a:spcAft>
              <a:buClr>
                <a:srgbClr val="000000"/>
              </a:buClr>
            </a:pPr>
            <a:r>
              <a:rPr sz="1800"/>
              <a:t>The service does not wait, so it can take the next input</a:t>
            </a:r>
          </a:p>
          <a:p>
            <a:pPr>
              <a:spcAft>
                <a:spcPts val="1200"/>
              </a:spcAft>
              <a:buClr>
                <a:srgbClr val="000000"/>
              </a:buClr>
            </a:pPr>
            <a:r>
              <a:rPr sz="1800"/>
              <a:t>The service cannot get a response: it keeps no state</a:t>
            </a:r>
          </a:p>
        </p:txBody>
      </p:sp>
      <p:sp>
        <p:nvSpPr>
          <p:cNvPr id="5" name="Text Placeholder 4"/>
          <p:cNvSpPr>
            <a:spLocks noGrp="1"/>
          </p:cNvSpPr>
          <p:nvPr>
            <p:ph type="body" idx="3" sz="quarter"/>
          </p:nvPr>
        </p:nvSpPr>
        <p:spPr/>
        <p:txBody>
          <a:bodyPr/>
          <a:lstStyle/>
          <a:p>
            <a:pPr>
              <a:buClr>
                <a:srgbClr val="000000"/>
              </a:buClr>
            </a:pPr>
            <a:r>
              <a:rPr sz="2200"/>
              <a:t>SendRequestSync()</a:t>
            </a:r>
          </a:p>
        </p:txBody>
      </p:sp>
      <p:sp>
        <p:nvSpPr>
          <p:cNvPr id="6" name="Content Placeholder 5"/>
          <p:cNvSpPr>
            <a:spLocks noGrp="1"/>
          </p:cNvSpPr>
          <p:nvPr>
            <p:ph idx="4" sz="quarter"/>
          </p:nvPr>
        </p:nvSpPr>
        <p:spPr/>
        <p:txBody>
          <a:bodyPr/>
          <a:lstStyle/>
          <a:p>
            <a:pPr>
              <a:spcAft>
                <a:spcPts val="1200"/>
              </a:spcAft>
              <a:buClr>
                <a:srgbClr val="000000"/>
              </a:buClr>
            </a:pPr>
            <a:r>
              <a:rPr sz="1800"/>
              <a:t>Use it only when the client needs the response now</a:t>
            </a:r>
          </a:p>
          <a:p>
            <a:pPr>
              <a:spcAft>
                <a:spcPts val="1200"/>
              </a:spcAft>
              <a:buClr>
                <a:srgbClr val="000000"/>
              </a:buClr>
            </a:pPr>
            <a:r>
              <a:rPr sz="1800"/>
              <a:t>The job waits for the response, up to a timeout</a:t>
            </a:r>
          </a:p>
          <a:p>
            <a:pPr>
              <a:spcAft>
                <a:spcPts val="1200"/>
              </a:spcAft>
              <a:buClr>
                <a:srgbClr val="000000"/>
              </a:buClr>
            </a:pPr>
            <a:r>
              <a:rPr sz="1800"/>
              <a:t>Pass the response by reference: </a:t>
            </a:r>
            <a:r>
              <a:rPr sz="1800">
                <a:solidFill>
                  <a:srgbClr val="2F2A95"/>
                </a:solidFill>
                <a:latin typeface="Consolas"/>
              </a:rPr>
              <a:t>.pOutput</a:t>
            </a:r>
          </a:p>
          <a:p>
            <a:pPr>
              <a:spcAft>
                <a:spcPts val="1200"/>
              </a:spcAft>
              <a:buClr>
                <a:srgbClr val="000000"/>
              </a:buClr>
            </a:pPr>
            <a:r>
              <a:rPr sz="1800"/>
              <a:t>A synchronous call is not recoverable. Let a business process do the long work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From a REST Class into the Production</a:t>
            </a:r>
          </a:p>
        </p:txBody>
      </p:sp>
      <p:sp>
        <p:nvSpPr>
          <p:cNvPr id="3" name="Text Placeholder 2"/>
          <p:cNvSpPr>
            <a:spLocks noGrp="1"/>
          </p:cNvSpPr>
          <p:nvPr>
            <p:ph type="body" idx="13" sz="quarter"/>
          </p:nvPr>
        </p:nvSpPr>
        <p:spPr/>
        <p:txBody>
          <a:bodyPr/>
          <a:lstStyle/>
          <a:p>
            <a:pPr>
              <a:buClr>
                <a:srgbClr val="000000"/>
              </a:buClr>
            </a:pPr>
            <a:r>
              <a:rPr/>
              <a:t>You know %CSP.REST. The new part is the call into the production</a:t>
            </a:r>
          </a:p>
        </p:txBody>
      </p:sp>
      <p:sp>
        <p:nvSpPr>
          <p:cNvPr id="4" name="Rounded Rectangle 3"/>
          <p:cNvSpPr/>
          <p:nvPr/>
        </p:nvSpPr>
        <p:spPr>
          <a:xfrm>
            <a:off x="548640" y="1828800"/>
            <a:ext cx="1645920" cy="1280160"/>
          </a:xfrm>
          <a:prstGeom prst="roundRect">
            <a:avLst>
              <a:gd name="adj" fmla="val 10285"/>
            </a:avLst>
          </a:prstGeom>
          <a:solidFill>
            <a:srgbClr val="FFFFFF"/>
          </a:solidFill>
          <a:ln w="12700">
            <a:solidFill>
              <a:srgbClr val="8FA9BC"/>
            </a:solidFill>
          </a:ln>
        </p:spPr>
        <p:txBody>
          <a:bodyPr rtlCol="0" anchor="ctr" wrap="square" lIns="54864" rIns="54864" tIns="27432" bIns="27432">
            <a:noAutofit/>
          </a:bodyPr>
          <a:lstStyle/>
          <a:p>
            <a:pPr algn="ctr"/>
            <a:r>
              <a:rPr sz="1300" b="1">
                <a:solidFill>
                  <a:srgbClr val="000000"/>
                </a:solidFill>
              </a:rPr>
              <a:t>REST client</a:t>
            </a:r>
          </a:p>
          <a:p>
            <a:pPr algn="ctr"/>
            <a:r>
              <a:rPr sz="1100">
                <a:solidFill>
                  <a:srgbClr val="000000"/>
                </a:solidFill>
              </a:rPr>
              <a:t>POST with JSON</a:t>
            </a:r>
          </a:p>
        </p:txBody>
      </p:sp>
      <p:sp>
        <p:nvSpPr>
          <p:cNvPr id="5" name="Rounded Rectangle 4"/>
          <p:cNvSpPr/>
          <p:nvPr/>
        </p:nvSpPr>
        <p:spPr>
          <a:xfrm>
            <a:off x="2478024" y="1828800"/>
            <a:ext cx="2103120" cy="1280160"/>
          </a:xfrm>
          <a:prstGeom prst="roundRect">
            <a:avLst>
              <a:gd name="adj" fmla="val 10285"/>
            </a:avLst>
          </a:prstGeom>
          <a:solidFill>
            <a:srgbClr val="E6F0F7"/>
          </a:solidFill>
          <a:ln>
            <a:noFill/>
          </a:ln>
        </p:spPr>
        <p:txBody>
          <a:bodyPr rtlCol="0" anchor="ctr" wrap="square" lIns="54864" rIns="54864" tIns="27432" bIns="27432">
            <a:noAutofit/>
          </a:bodyPr>
          <a:lstStyle/>
          <a:p>
            <a:pPr algn="ctr"/>
            <a:r>
              <a:rPr sz="1300" b="1">
                <a:solidFill>
                  <a:srgbClr val="000000"/>
                </a:solidFill>
              </a:rPr>
              <a:t>%CSP.REST class</a:t>
            </a:r>
          </a:p>
          <a:p>
            <a:pPr algn="ctr"/>
            <a:r>
              <a:rPr sz="1100">
                <a:solidFill>
                  <a:srgbClr val="2F2A95"/>
                </a:solidFill>
                <a:latin typeface="Consolas"/>
              </a:rPr>
              <a:t>%JSONImport()</a:t>
            </a:r>
          </a:p>
          <a:p>
            <a:pPr algn="ctr"/>
            <a:r>
              <a:rPr sz="1100">
                <a:solidFill>
                  <a:srgbClr val="2F2A95"/>
                </a:solidFill>
                <a:latin typeface="Consolas"/>
              </a:rPr>
              <a:t>%ValidateObject()</a:t>
            </a:r>
          </a:p>
        </p:txBody>
      </p:sp>
      <p:cxnSp>
        <p:nvCxnSpPr>
          <p:cNvPr id="6" name="Connector 5"/>
          <p:cNvCxnSpPr/>
          <p:nvPr/>
        </p:nvCxnSpPr>
        <p:spPr>
          <a:xfrm>
            <a:off x="2194560" y="2468880"/>
            <a:ext cx="283464" cy="0"/>
          </a:xfrm>
          <a:prstGeom prst="line">
            <a:avLst/>
          </a:prstGeom>
          <a:ln w="22225">
            <a:solidFill>
              <a:srgbClr val="8FA9BC"/>
            </a:solidFill>
            <a:tailEnd type="triangle" w="med" len="med"/>
          </a:ln>
        </p:spPr>
      </p:cxnSp>
      <p:sp>
        <p:nvSpPr>
          <p:cNvPr id="7" name="Rounded Rectangle 6"/>
          <p:cNvSpPr/>
          <p:nvPr/>
        </p:nvSpPr>
        <p:spPr>
          <a:xfrm>
            <a:off x="4864608" y="1828800"/>
            <a:ext cx="2377440" cy="1280160"/>
          </a:xfrm>
          <a:prstGeom prst="roundRect">
            <a:avLst>
              <a:gd name="adj" fmla="val 10285"/>
            </a:avLst>
          </a:prstGeom>
          <a:solidFill>
            <a:srgbClr val="006990"/>
          </a:solidFill>
          <a:ln>
            <a:noFill/>
          </a:ln>
        </p:spPr>
        <p:txBody>
          <a:bodyPr rtlCol="0" anchor="ctr" wrap="square" lIns="54864" rIns="54864" tIns="27432" bIns="27432">
            <a:noAutofit/>
          </a:bodyPr>
          <a:lstStyle/>
          <a:p>
            <a:pPr algn="ctr"/>
            <a:r>
              <a:rPr sz="1300" b="1">
                <a:solidFill>
                  <a:srgbClr val="FFFFFF"/>
                </a:solidFill>
              </a:rPr>
              <a:t>Ens.Director</a:t>
            </a:r>
          </a:p>
          <a:p>
            <a:pPr algn="ctr"/>
            <a:r>
              <a:rPr sz="1100">
                <a:solidFill>
                  <a:srgbClr val="FFFFFF"/>
                </a:solidFill>
                <a:latin typeface="Consolas"/>
              </a:rPr>
              <a:t>CreateBusinessService()</a:t>
            </a:r>
          </a:p>
        </p:txBody>
      </p:sp>
      <p:cxnSp>
        <p:nvCxnSpPr>
          <p:cNvPr id="8" name="Connector 7"/>
          <p:cNvCxnSpPr/>
          <p:nvPr/>
        </p:nvCxnSpPr>
        <p:spPr>
          <a:xfrm>
            <a:off x="4581144" y="2468880"/>
            <a:ext cx="283464" cy="0"/>
          </a:xfrm>
          <a:prstGeom prst="line">
            <a:avLst/>
          </a:prstGeom>
          <a:ln w="22225">
            <a:solidFill>
              <a:srgbClr val="8FA9BC"/>
            </a:solidFill>
            <a:tailEnd type="triangle" w="med" len="med"/>
          </a:ln>
        </p:spPr>
      </p:cxnSp>
      <p:sp>
        <p:nvSpPr>
          <p:cNvPr id="9" name="Rounded Rectangle 8"/>
          <p:cNvSpPr/>
          <p:nvPr/>
        </p:nvSpPr>
        <p:spPr>
          <a:xfrm>
            <a:off x="7525512" y="1828800"/>
            <a:ext cx="2103120" cy="1280160"/>
          </a:xfrm>
          <a:prstGeom prst="roundRect">
            <a:avLst>
              <a:gd name="adj" fmla="val 10285"/>
            </a:avLst>
          </a:prstGeom>
          <a:solidFill>
            <a:srgbClr val="006990"/>
          </a:solidFill>
          <a:ln>
            <a:noFill/>
          </a:ln>
        </p:spPr>
        <p:txBody>
          <a:bodyPr rtlCol="0" anchor="ctr" wrap="square" lIns="54864" rIns="54864" tIns="27432" bIns="27432">
            <a:noAutofit/>
          </a:bodyPr>
          <a:lstStyle/>
          <a:p>
            <a:pPr algn="ctr"/>
            <a:r>
              <a:rPr sz="1300" b="1">
                <a:solidFill>
                  <a:srgbClr val="FFFFFF"/>
                </a:solidFill>
              </a:rPr>
              <a:t>Business service</a:t>
            </a:r>
          </a:p>
          <a:p>
            <a:pPr algn="ctr"/>
            <a:r>
              <a:rPr sz="1100">
                <a:solidFill>
                  <a:srgbClr val="FFFFFF"/>
                </a:solidFill>
                <a:latin typeface="Consolas"/>
              </a:rPr>
              <a:t>ProcessInput()</a:t>
            </a:r>
          </a:p>
        </p:txBody>
      </p:sp>
      <p:cxnSp>
        <p:nvCxnSpPr>
          <p:cNvPr id="10" name="Connector 9"/>
          <p:cNvCxnSpPr/>
          <p:nvPr/>
        </p:nvCxnSpPr>
        <p:spPr>
          <a:xfrm>
            <a:off x="7242048" y="2468880"/>
            <a:ext cx="283464" cy="0"/>
          </a:xfrm>
          <a:prstGeom prst="line">
            <a:avLst/>
          </a:prstGeom>
          <a:ln w="22225">
            <a:solidFill>
              <a:srgbClr val="8FA9BC"/>
            </a:solidFill>
            <a:tailEnd type="triangle" w="med" len="med"/>
          </a:ln>
        </p:spPr>
      </p:cxnSp>
      <p:sp>
        <p:nvSpPr>
          <p:cNvPr id="11" name="Rounded Rectangle 10"/>
          <p:cNvSpPr/>
          <p:nvPr/>
        </p:nvSpPr>
        <p:spPr>
          <a:xfrm>
            <a:off x="9912096" y="1828800"/>
            <a:ext cx="1737360" cy="1280160"/>
          </a:xfrm>
          <a:prstGeom prst="roundRect">
            <a:avLst>
              <a:gd name="adj" fmla="val 10285"/>
            </a:avLst>
          </a:prstGeom>
          <a:solidFill>
            <a:srgbClr val="E6F0F7"/>
          </a:solidFill>
          <a:ln>
            <a:noFill/>
          </a:ln>
        </p:spPr>
        <p:txBody>
          <a:bodyPr rtlCol="0" anchor="ctr" wrap="square" lIns="54864" rIns="54864" tIns="27432" bIns="27432">
            <a:noAutofit/>
          </a:bodyPr>
          <a:lstStyle/>
          <a:p>
            <a:pPr algn="ctr"/>
            <a:r>
              <a:rPr sz="1300" b="1">
                <a:solidFill>
                  <a:srgbClr val="000000"/>
                </a:solidFill>
              </a:rPr>
              <a:t>Business process</a:t>
            </a:r>
          </a:p>
          <a:p>
            <a:pPr algn="ctr"/>
            <a:r>
              <a:rPr sz="1100">
                <a:solidFill>
                  <a:srgbClr val="000000"/>
                </a:solidFill>
              </a:rPr>
              <a:t>and the rest</a:t>
            </a:r>
          </a:p>
        </p:txBody>
      </p:sp>
      <p:cxnSp>
        <p:nvCxnSpPr>
          <p:cNvPr id="12" name="Connector 11"/>
          <p:cNvCxnSpPr/>
          <p:nvPr/>
        </p:nvCxnSpPr>
        <p:spPr>
          <a:xfrm>
            <a:off x="9628632" y="2468880"/>
            <a:ext cx="283464" cy="0"/>
          </a:xfrm>
          <a:prstGeom prst="line">
            <a:avLst/>
          </a:prstGeom>
          <a:ln w="22225">
            <a:solidFill>
              <a:srgbClr val="8FA9BC"/>
            </a:solidFill>
            <a:tailEnd type="triangle" w="med" len="med"/>
          </a:ln>
        </p:spPr>
      </p:cxnSp>
      <p:sp>
        <p:nvSpPr>
          <p:cNvPr id="13" name="TextBox 12"/>
          <p:cNvSpPr txBox="1"/>
          <p:nvPr/>
        </p:nvSpPr>
        <p:spPr>
          <a:xfrm>
            <a:off x="548640" y="3200400"/>
            <a:ext cx="4023360" cy="320040"/>
          </a:xfrm>
          <a:prstGeom prst="rect">
            <a:avLst/>
          </a:prstGeom>
          <a:noFill/>
        </p:spPr>
        <p:txBody>
          <a:bodyPr wrap="square" anchor="t" lIns="36576" rIns="36576" tIns="36576" bIns="36576">
            <a:noAutofit/>
          </a:bodyPr>
          <a:lstStyle/>
          <a:p>
            <a:pPr algn="ctr">
              <a:spcAft>
                <a:spcPts val="0"/>
              </a:spcAft>
            </a:pPr>
            <a:r>
              <a:rPr sz="1300">
                <a:solidFill>
                  <a:srgbClr val="5A6670"/>
                </a:solidFill>
              </a:rPr>
              <a:t>What you know</a:t>
            </a:r>
          </a:p>
        </p:txBody>
      </p:sp>
      <p:sp>
        <p:nvSpPr>
          <p:cNvPr id="14" name="TextBox 13"/>
          <p:cNvSpPr txBox="1"/>
          <p:nvPr/>
        </p:nvSpPr>
        <p:spPr>
          <a:xfrm>
            <a:off x="4572000" y="3200400"/>
            <a:ext cx="7077456" cy="320040"/>
          </a:xfrm>
          <a:prstGeom prst="rect">
            <a:avLst/>
          </a:prstGeom>
          <a:noFill/>
        </p:spPr>
        <p:txBody>
          <a:bodyPr wrap="square" anchor="t" lIns="36576" rIns="36576" tIns="36576" bIns="36576">
            <a:noAutofit/>
          </a:bodyPr>
          <a:lstStyle/>
          <a:p>
            <a:pPr algn="ctr">
              <a:spcAft>
                <a:spcPts val="0"/>
              </a:spcAft>
            </a:pPr>
            <a:r>
              <a:rPr sz="1300" b="1">
                <a:solidFill>
                  <a:srgbClr val="006990"/>
                </a:solidFill>
              </a:rPr>
              <a:t>The bridge into the production</a:t>
            </a:r>
          </a:p>
        </p:txBody>
      </p:sp>
      <p:sp>
        <p:nvSpPr>
          <p:cNvPr id="15" name="TextBox 14"/>
          <p:cNvSpPr txBox="1"/>
          <p:nvPr/>
        </p:nvSpPr>
        <p:spPr>
          <a:xfrm>
            <a:off x="548640" y="3840480"/>
            <a:ext cx="11100816" cy="2377440"/>
          </a:xfrm>
          <a:prstGeom prst="rect">
            <a:avLst/>
          </a:prstGeom>
          <a:noFill/>
        </p:spPr>
        <p:txBody>
          <a:bodyPr wrap="square" anchor="t" lIns="36576" rIns="36576" tIns="36576" bIns="36576">
            <a:noAutofit/>
          </a:bodyPr>
          <a:lstStyle/>
          <a:p>
            <a:pPr marL="256032" indent="-219456">
              <a:spcAft>
                <a:spcPts val="400"/>
              </a:spcAft>
              <a:buClr>
                <a:srgbClr val="000000"/>
              </a:buClr>
              <a:buFont typeface="Arial"/>
              <a:buChar char="•"/>
            </a:pPr>
            <a:r>
              <a:rPr sz="1700">
                <a:solidFill>
                  <a:srgbClr val="2F2A95"/>
                </a:solidFill>
                <a:latin typeface="Consolas"/>
              </a:rPr>
              <a:t>CreateBusinessService()</a:t>
            </a:r>
            <a:r>
              <a:rPr sz="1700">
                <a:solidFill>
                  <a:srgbClr val="000000"/>
                </a:solidFill>
              </a:rPr>
              <a:t> uses the item name. The production must run.</a:t>
            </a:r>
          </a:p>
          <a:p>
            <a:pPr marL="256032" indent="-219456">
              <a:spcAft>
                <a:spcPts val="400"/>
              </a:spcAft>
              <a:buClr>
                <a:srgbClr val="000000"/>
              </a:buClr>
              <a:buFont typeface="Arial"/>
              <a:buChar char="•"/>
            </a:pPr>
            <a:r>
              <a:rPr sz="1700">
                <a:solidFill>
                  <a:srgbClr val="000000"/>
                </a:solidFill>
              </a:rPr>
              <a:t>The business service has no adapter and Pool Size 0.</a:t>
            </a:r>
          </a:p>
          <a:p>
            <a:pPr marL="256032" indent="-219456">
              <a:spcAft>
                <a:spcPts val="400"/>
              </a:spcAft>
              <a:buClr>
                <a:srgbClr val="000000"/>
              </a:buClr>
              <a:buFont typeface="Arial"/>
              <a:buChar char="•"/>
            </a:pPr>
            <a:r>
              <a:rPr sz="1700">
                <a:solidFill>
                  <a:srgbClr val="000000"/>
                </a:solidFill>
              </a:rPr>
              <a:t>The reply is a message object. </a:t>
            </a:r>
            <a:r>
              <a:rPr sz="1700">
                <a:solidFill>
                  <a:srgbClr val="2F2A95"/>
                </a:solidFill>
                <a:latin typeface="Consolas"/>
              </a:rPr>
              <a:t>%JSONExport()</a:t>
            </a:r>
            <a:r>
              <a:rPr sz="1700">
                <a:solidFill>
                  <a:srgbClr val="000000"/>
                </a:solidFill>
              </a:rPr>
              <a:t> writes it as JSON.</a:t>
            </a:r>
          </a:p>
          <a:p>
            <a:pPr marL="256032" indent="-219456">
              <a:spcAft>
                <a:spcPts val="400"/>
              </a:spcAft>
              <a:buClr>
                <a:srgbClr val="000000"/>
              </a:buClr>
              <a:buFont typeface="Arial"/>
              <a:buChar char="•"/>
            </a:pPr>
            <a:r>
              <a:rPr sz="1700">
                <a:solidFill>
                  <a:srgbClr val="000000"/>
                </a:solidFill>
              </a:rPr>
              <a:t>IRIS also has built-in HTTP and REST services, for example </a:t>
            </a:r>
            <a:r>
              <a:rPr sz="1700">
                <a:solidFill>
                  <a:srgbClr val="2F2A95"/>
                </a:solidFill>
                <a:latin typeface="Consolas"/>
              </a:rPr>
              <a:t>EnsLib.REST.Service</a:t>
            </a:r>
            <a:r>
              <a:rPr sz="1700">
                <a:solidFill>
                  <a:srgbClr val="000000"/>
                </a:solidFill>
              </a:rPr>
              <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 sz="half"/>
          </p:nvPr>
        </p:nvSpPr>
        <p:spPr/>
        <p:txBody>
          <a:bodyPr anchor="ctr"/>
          <a:lstStyle/>
          <a:p>
            <a:pPr>
              <a:spcAft>
                <a:spcPts val="1800"/>
              </a:spcAft>
              <a:buClr>
                <a:srgbClr val="000000"/>
              </a:buClr>
            </a:pPr>
            <a:r>
              <a:rPr sz="2200"/>
              <a:t>A business service brings input into the production</a:t>
            </a:r>
          </a:p>
          <a:p>
            <a:pPr>
              <a:spcAft>
                <a:spcPts val="1800"/>
              </a:spcAft>
              <a:buClr>
                <a:srgbClr val="000000"/>
              </a:buClr>
            </a:pPr>
            <a:r>
              <a:rPr sz="2200"/>
              <a:t>It uses an inbound adapter, or a client calls it directly</a:t>
            </a:r>
          </a:p>
          <a:p>
            <a:pPr>
              <a:spcAft>
                <a:spcPts val="1800"/>
              </a:spcAft>
              <a:buClr>
                <a:srgbClr val="000000"/>
              </a:buClr>
            </a:pPr>
            <a:r>
              <a:rPr sz="2200"/>
              <a:t>Without an adapter, set Pool Size to 0</a:t>
            </a:r>
          </a:p>
          <a:p>
            <a:pPr>
              <a:spcAft>
                <a:spcPts val="1800"/>
              </a:spcAft>
              <a:buClr>
                <a:srgbClr val="000000"/>
              </a:buClr>
            </a:pPr>
            <a:r>
              <a:rPr sz="2200"/>
              <a:t>You write OnProcessInput()</a:t>
            </a:r>
          </a:p>
          <a:p>
            <a:pPr>
              <a:spcAft>
                <a:spcPts val="1800"/>
              </a:spcAft>
              <a:buClr>
                <a:srgbClr val="000000"/>
              </a:buClr>
            </a:pPr>
            <a:r>
              <a:rPr sz="2200"/>
              <a:t>A REST class calls a service with CreateBusinessService() and ProcessInput()</a:t>
            </a:r>
          </a:p>
        </p:txBody>
      </p:sp>
      <p:sp>
        <p:nvSpPr>
          <p:cNvPr id="3" name="Title 2"/>
          <p:cNvSpPr>
            <a:spLocks noGrp="1"/>
          </p:cNvSpPr>
          <p:nvPr>
            <p:ph type="title"/>
          </p:nvPr>
        </p:nvSpPr>
        <p:spPr/>
        <p:txBody>
          <a:bodyPr/>
          <a:lstStyle/>
          <a:p>
            <a:pPr>
              <a:buClr>
                <a:srgbClr val="000000"/>
              </a:buClr>
            </a:pPr>
            <a:r>
              <a:rPr/>
              <a:t>Key points: Business Services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Lab: Part F — Business Service and REST</a:t>
            </a:r>
          </a:p>
        </p:txBody>
      </p:sp>
      <p:sp>
        <p:nvSpPr>
          <p:cNvPr id="3" name="Text Placeholder 2"/>
          <p:cNvSpPr>
            <a:spLocks noGrp="1"/>
          </p:cNvSpPr>
          <p:nvPr>
            <p:ph type="body" idx="13" sz="quarter"/>
          </p:nvPr>
        </p:nvSpPr>
        <p:spPr/>
        <p:txBody>
          <a:bodyPr/>
          <a:lstStyle/>
          <a:p>
            <a:pPr>
              <a:buClr>
                <a:srgbClr val="000000"/>
              </a:buClr>
            </a:pPr>
            <a:r>
              <a:rPr/>
              <a:t>Lab handout, sections F1 to F6  ·  About 30 minutes</a:t>
            </a:r>
          </a:p>
        </p:txBody>
      </p:sp>
      <p:sp>
        <p:nvSpPr>
          <p:cNvPr id="4" name="TextBox 3"/>
          <p:cNvSpPr txBox="1"/>
          <p:nvPr/>
        </p:nvSpPr>
        <p:spPr>
          <a:xfrm>
            <a:off x="548640" y="1783080"/>
            <a:ext cx="6355080" cy="4480560"/>
          </a:xfrm>
          <a:prstGeom prst="rect">
            <a:avLst/>
          </a:prstGeom>
          <a:noFill/>
        </p:spPr>
        <p:txBody>
          <a:bodyPr wrap="square" anchor="t" lIns="36576" rIns="36576" tIns="36576" bIns="36576">
            <a:noAutofit/>
          </a:bodyPr>
          <a:lstStyle/>
          <a:p>
            <a:pPr>
              <a:spcBef>
                <a:spcPts val="0"/>
              </a:spcBef>
              <a:spcAft>
                <a:spcPts val="800"/>
              </a:spcAft>
            </a:pPr>
            <a:r>
              <a:rPr sz="1800" b="1">
                <a:solidFill>
                  <a:srgbClr val="006990"/>
                </a:solidFill>
              </a:rPr>
              <a:t>What you do</a:t>
            </a:r>
          </a:p>
          <a:p>
            <a:pPr marL="411480" indent="-411480">
              <a:spcAft>
                <a:spcPts val="900"/>
              </a:spcAft>
            </a:pPr>
            <a:r>
              <a:rPr sz="1700" b="1">
                <a:solidFill>
                  <a:srgbClr val="006990"/>
                </a:solidFill>
              </a:rPr>
              <a:t>1.	</a:t>
            </a:r>
            <a:r>
              <a:rPr sz="1700"/>
              <a:t>Write the business service </a:t>
            </a:r>
            <a:r>
              <a:rPr sz="1700">
                <a:solidFill>
                  <a:srgbClr val="2F2A95"/>
                </a:solidFill>
                <a:latin typeface="Consolas"/>
              </a:rPr>
              <a:t>D1FrontService</a:t>
            </a:r>
            <a:r>
              <a:rPr sz="1700"/>
              <a:t> (no adapter).</a:t>
            </a:r>
          </a:p>
          <a:p>
            <a:pPr marL="411480" indent="-411480">
              <a:spcAft>
                <a:spcPts val="900"/>
              </a:spcAft>
            </a:pPr>
            <a:r>
              <a:rPr sz="1700" b="1">
                <a:solidFill>
                  <a:srgbClr val="006990"/>
                </a:solidFill>
              </a:rPr>
              <a:t>2.	</a:t>
            </a:r>
            <a:r>
              <a:rPr sz="1700"/>
              <a:t>Add the item </a:t>
            </a:r>
            <a:r>
              <a:rPr sz="1700">
                <a:solidFill>
                  <a:srgbClr val="2F2A95"/>
                </a:solidFill>
                <a:latin typeface="Consolas"/>
              </a:rPr>
              <a:t>BS.GetPreAuthInfoView</a:t>
            </a:r>
            <a:r>
              <a:rPr sz="1700"/>
              <a:t>: Pool Size </a:t>
            </a:r>
            <a:r>
              <a:rPr sz="1700">
                <a:solidFill>
                  <a:srgbClr val="2F2A95"/>
                </a:solidFill>
                <a:latin typeface="Consolas"/>
              </a:rPr>
              <a:t>0</a:t>
            </a:r>
            <a:r>
              <a:rPr sz="1700"/>
              <a:t>, Target Config Name </a:t>
            </a:r>
            <a:r>
              <a:rPr sz="1700">
                <a:solidFill>
                  <a:srgbClr val="2F2A95"/>
                </a:solidFill>
                <a:latin typeface="Consolas"/>
              </a:rPr>
              <a:t>BP.GetPreAuthInfoView</a:t>
            </a:r>
            <a:r>
              <a:rPr sz="1700"/>
              <a:t>.</a:t>
            </a:r>
          </a:p>
          <a:p>
            <a:pPr marL="411480" indent="-411480">
              <a:spcAft>
                <a:spcPts val="900"/>
              </a:spcAft>
            </a:pPr>
            <a:r>
              <a:rPr sz="1700" b="1">
                <a:solidFill>
                  <a:srgbClr val="006990"/>
                </a:solidFill>
              </a:rPr>
              <a:t>3.	</a:t>
            </a:r>
            <a:r>
              <a:rPr sz="1700"/>
              <a:t>Write the REST class </a:t>
            </a:r>
            <a:r>
              <a:rPr sz="1700">
                <a:solidFill>
                  <a:srgbClr val="2F2A95"/>
                </a:solidFill>
                <a:latin typeface="Consolas"/>
              </a:rPr>
              <a:t>Insurligent.REST.Router</a:t>
            </a:r>
            <a:r>
              <a:rPr sz="1700"/>
              <a:t>.</a:t>
            </a:r>
          </a:p>
          <a:p>
            <a:pPr marL="411480" indent="-411480">
              <a:spcAft>
                <a:spcPts val="900"/>
              </a:spcAft>
            </a:pPr>
            <a:r>
              <a:rPr sz="1700" b="1">
                <a:solidFill>
                  <a:srgbClr val="006990"/>
                </a:solidFill>
              </a:rPr>
              <a:t>4.	</a:t>
            </a:r>
            <a:r>
              <a:rPr sz="1700"/>
              <a:t>Create the web application </a:t>
            </a:r>
            <a:r>
              <a:rPr sz="1700">
                <a:solidFill>
                  <a:srgbClr val="2F2A95"/>
                </a:solidFill>
                <a:latin typeface="Consolas"/>
              </a:rPr>
              <a:t>/api/insurligent</a:t>
            </a:r>
            <a:r>
              <a:rPr sz="1700"/>
              <a:t>.</a:t>
            </a:r>
          </a:p>
          <a:p>
            <a:pPr marL="411480" indent="-411480">
              <a:spcAft>
                <a:spcPts val="900"/>
              </a:spcAft>
            </a:pPr>
            <a:r>
              <a:rPr sz="1700" b="1">
                <a:solidFill>
                  <a:srgbClr val="006990"/>
                </a:solidFill>
              </a:rPr>
              <a:t>5.	</a:t>
            </a:r>
            <a:r>
              <a:rPr sz="1700"/>
              <a:t>Send the four requests in </a:t>
            </a:r>
            <a:r>
              <a:rPr sz="1700">
                <a:solidFill>
                  <a:srgbClr val="2F2A95"/>
                </a:solidFill>
                <a:latin typeface="Consolas"/>
              </a:rPr>
              <a:t>http/PreAuthInfo.http</a:t>
            </a:r>
            <a:r>
              <a:rPr sz="1700"/>
              <a:t>.</a:t>
            </a:r>
          </a:p>
          <a:p>
            <a:pPr marL="411480" indent="-411480">
              <a:spcAft>
                <a:spcPts val="900"/>
              </a:spcAft>
            </a:pPr>
            <a:r>
              <a:rPr sz="1700" b="1">
                <a:solidFill>
                  <a:srgbClr val="006990"/>
                </a:solidFill>
              </a:rPr>
              <a:t>6.	</a:t>
            </a:r>
            <a:r>
              <a:rPr sz="1700"/>
              <a:t>Follow request 1 in the Visual Trace.</a:t>
            </a:r>
          </a:p>
        </p:txBody>
      </p:sp>
      <p:sp>
        <p:nvSpPr>
          <p:cNvPr id="5" name="Rounded Rectangle 4"/>
          <p:cNvSpPr/>
          <p:nvPr/>
        </p:nvSpPr>
        <p:spPr>
          <a:xfrm>
            <a:off x="7178040" y="1783080"/>
            <a:ext cx="4471416" cy="4480560"/>
          </a:xfrm>
          <a:prstGeom prst="roundRect">
            <a:avLst>
              <a:gd name="adj" fmla="val 2938"/>
            </a:avLst>
          </a:prstGeom>
          <a:solidFill>
            <a:srgbClr val="E6F0F7"/>
          </a:solidFill>
          <a:ln>
            <a:noFill/>
          </a:ln>
        </p:spPr>
        <p:txBody>
          <a:bodyPr rtlCol="0" anchor="t" wrap="square" lIns="201168" rIns="201168" tIns="201168" bIns="27432">
            <a:noAutofit/>
          </a:bodyPr>
          <a:lstStyle/>
          <a:p>
            <a:pPr algn="l">
              <a:spcBef>
                <a:spcPts val="0"/>
              </a:spcBef>
              <a:spcAft>
                <a:spcPts val="600"/>
              </a:spcAft>
            </a:pPr>
            <a:r>
              <a:rPr sz="1800" b="1">
                <a:solidFill>
                  <a:srgbClr val="006990"/>
                </a:solidFill>
              </a:rPr>
              <a:t>Check</a:t>
            </a:r>
          </a:p>
          <a:p>
            <a:pPr algn="l">
              <a:spcBef>
                <a:spcPts val="0"/>
              </a:spcBef>
              <a:spcAft>
                <a:spcPts val="600"/>
              </a:spcAft>
            </a:pPr>
            <a:r>
              <a:rPr sz="1600">
                <a:solidFill>
                  <a:srgbClr val="000000"/>
                </a:solidFill>
              </a:rPr>
              <a:t>The REST request goes through the BS, the two BPs and the two BOs, and you can follow it in the Visual Trace.</a:t>
            </a:r>
          </a:p>
          <a:p>
            <a:pPr algn="l">
              <a:spcBef>
                <a:spcPts val="1800"/>
              </a:spcBef>
              <a:spcAft>
                <a:spcPts val="600"/>
              </a:spcAft>
            </a:pPr>
            <a:r>
              <a:rPr sz="1500" b="1">
                <a:solidFill>
                  <a:srgbClr val="006990"/>
                </a:solidFill>
              </a:rPr>
              <a:t>If you have a problem</a:t>
            </a:r>
          </a:p>
          <a:p>
            <a:pPr algn="l">
              <a:spcBef>
                <a:spcPts val="0"/>
              </a:spcBef>
              <a:spcAft>
                <a:spcPts val="600"/>
              </a:spcAft>
            </a:pPr>
            <a:r>
              <a:rPr sz="1300">
                <a:solidFill>
                  <a:srgbClr val="5A6670"/>
                </a:solidFill>
              </a:rPr>
              <a:t>See "If something goes wrong" at the end of the handout. Compare your classes with </a:t>
            </a:r>
            <a:r>
              <a:rPr sz="1300">
                <a:solidFill>
                  <a:srgbClr val="5A6670"/>
                </a:solidFill>
                <a:latin typeface="Consolas"/>
              </a:rPr>
              <a:t>solution/src/Insurligent</a:t>
            </a:r>
            <a:r>
              <a:rPr sz="1300">
                <a:solidFill>
                  <a:srgbClr val="5A6670"/>
                </a:solidFill>
              </a:rP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Production Design</a:t>
            </a:r>
          </a:p>
        </p:txBody>
      </p:sp>
      <p:sp>
        <p:nvSpPr>
          <p:cNvPr id="3" name="Text Placeholder 2"/>
          <p:cNvSpPr>
            <a:spLocks noGrp="1"/>
          </p:cNvSpPr>
          <p:nvPr>
            <p:ph type="body" idx="1"/>
          </p:nvPr>
        </p:nvSpPr>
        <p:spPr/>
        <p:txBody>
          <a:bodyPr/>
          <a:lstStyle/>
          <a:p>
            <a:pPr>
              <a:buClr>
                <a:srgbClr val="000000"/>
              </a:buClr>
            </a:pPr>
            <a:r>
              <a:rPr/>
              <a:t>Names, settings, routers, pools, adapters, credentials and alerts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Naming Conventions</a:t>
            </a:r>
          </a:p>
        </p:txBody>
      </p:sp>
      <p:sp>
        <p:nvSpPr>
          <p:cNvPr id="3" name="Text Placeholder 2"/>
          <p:cNvSpPr>
            <a:spLocks noGrp="1"/>
          </p:cNvSpPr>
          <p:nvPr>
            <p:ph type="body" idx="13" sz="quarter"/>
          </p:nvPr>
        </p:nvSpPr>
        <p:spPr/>
        <p:txBody>
          <a:bodyPr/>
          <a:lstStyle/>
          <a:p>
            <a:pPr>
              <a:buClr>
                <a:srgbClr val="000000"/>
              </a:buClr>
            </a:pPr>
            <a:r>
              <a:rPr/>
              <a:t>Decide the names during design, and use them always. A change later is difficult</a:t>
            </a:r>
          </a:p>
        </p:txBody>
      </p:sp>
      <p:graphicFrame>
        <p:nvGraphicFramePr>
          <p:cNvPr id="4" name="Table 3"/>
          <p:cNvGraphicFramePr>
            <a:graphicFrameLocks noGrp="1"/>
          </p:cNvGraphicFramePr>
          <p:nvPr/>
        </p:nvGraphicFramePr>
        <p:xfrm>
          <a:off x="548640" y="1783080"/>
          <a:ext cx="11100816" cy="2560320"/>
        </p:xfrm>
        <a:graphic>
          <a:graphicData uri="http://schemas.openxmlformats.org/drawingml/2006/table">
            <a:tbl>
              <a:tblPr firstRow="1">
                <a:tableStyleId>{5C22544A-7EE6-4342-B048-85BDC9FD1C3A}</a:tableStyleId>
              </a:tblPr>
              <a:tblGrid>
                <a:gridCol w="3108960"/>
                <a:gridCol w="5394960"/>
                <a:gridCol w="2596896"/>
              </a:tblGrid>
              <a:tr h="640080">
                <a:tc>
                  <a:txBody>
                    <a:bodyPr wrap="square"/>
                    <a:lstStyle/>
                    <a:p>
                      <a:r>
                        <a:rPr sz="1400" b="1">
                          <a:solidFill>
                            <a:srgbClr val="FFFFFF"/>
                          </a:solidFill>
                        </a:rPr>
                        <a:t>Approach</a:t>
                      </a:r>
                    </a:p>
                  </a:txBody>
                  <a:tcPr marL="73152" marR="73152" marT="36576" marB="36576" anchor="ctr">
                    <a:solidFill>
                      <a:srgbClr val="006990"/>
                    </a:solidFill>
                  </a:tcPr>
                </a:tc>
                <a:tc>
                  <a:txBody>
                    <a:bodyPr wrap="square"/>
                    <a:lstStyle/>
                    <a:p>
                      <a:r>
                        <a:rPr sz="1400" b="1">
                          <a:solidFill>
                            <a:srgbClr val="FFFFFF"/>
                          </a:solidFill>
                        </a:rPr>
                        <a:t>Example</a:t>
                      </a:r>
                    </a:p>
                  </a:txBody>
                  <a:tcPr marL="73152" marR="73152" marT="36576" marB="36576" anchor="ctr">
                    <a:solidFill>
                      <a:srgbClr val="006990"/>
                    </a:solidFill>
                  </a:tcPr>
                </a:tc>
                <a:tc>
                  <a:txBody>
                    <a:bodyPr wrap="square"/>
                    <a:lstStyle/>
                    <a:p>
                      <a:r>
                        <a:rPr sz="1400" b="1">
                          <a:solidFill>
                            <a:srgbClr val="FFFFFF"/>
                          </a:solidFill>
                        </a:rPr>
                        <a:t>Use it for</a:t>
                      </a:r>
                    </a:p>
                  </a:txBody>
                  <a:tcPr marL="73152" marR="73152" marT="36576" marB="36576" anchor="ctr">
                    <a:solidFill>
                      <a:srgbClr val="006990"/>
                    </a:solidFill>
                  </a:tcPr>
                </a:tc>
              </a:tr>
              <a:tr h="640080">
                <a:tc>
                  <a:txBody>
                    <a:bodyPr wrap="square"/>
                    <a:lstStyle/>
                    <a:p>
                      <a:r>
                        <a:rPr sz="1400"/>
                        <a:t>One package for all elements</a:t>
                      </a:r>
                    </a:p>
                  </a:txBody>
                  <a:tcPr marL="73152" marR="73152" marT="36576" marB="36576" anchor="ctr">
                    <a:solidFill>
                      <a:srgbClr val="FFFFFF"/>
                    </a:solidFill>
                  </a:tcPr>
                </a:tc>
                <a:tc>
                  <a:txBody>
                    <a:bodyPr wrap="square"/>
                    <a:lstStyle/>
                    <a:p>
                      <a:r>
                        <a:rPr sz="1400">
                          <a:solidFill>
                            <a:srgbClr val="2F2A95"/>
                          </a:solidFill>
                          <a:latin typeface="Consolas"/>
                        </a:rPr>
                        <a:t>MyProd.bopClassname</a:t>
                      </a:r>
                      <a:r>
                        <a:rPr sz="1400"/>
                        <a:t>, </a:t>
                      </a:r>
                      <a:r>
                        <a:rPr sz="1400">
                          <a:solidFill>
                            <a:srgbClr val="2F2A95"/>
                          </a:solidFill>
                          <a:latin typeface="Consolas"/>
                        </a:rPr>
                        <a:t>MyProd.dshClassname</a:t>
                      </a:r>
                    </a:p>
                  </a:txBody>
                  <a:tcPr marL="73152" marR="73152" marT="36576" marB="36576" anchor="ctr">
                    <a:solidFill>
                      <a:srgbClr val="FFFFFF"/>
                    </a:solidFill>
                  </a:tcPr>
                </a:tc>
                <a:tc>
                  <a:txBody>
                    <a:bodyPr wrap="square"/>
                    <a:lstStyle/>
                    <a:p>
                      <a:r>
                        <a:rPr sz="1400"/>
                        <a:t>Small productions only</a:t>
                      </a:r>
                    </a:p>
                  </a:txBody>
                  <a:tcPr marL="73152" marR="73152" marT="36576" marB="36576" anchor="ctr">
                    <a:solidFill>
                      <a:srgbClr val="FFFFFF"/>
                    </a:solidFill>
                  </a:tcPr>
                </a:tc>
              </a:tr>
              <a:tr h="640080">
                <a:tc>
                  <a:txBody>
                    <a:bodyPr wrap="square"/>
                    <a:lstStyle/>
                    <a:p>
                      <a:r>
                        <a:rPr sz="1400"/>
                        <a:t>A package for each element type</a:t>
                      </a:r>
                    </a:p>
                  </a:txBody>
                  <a:tcPr marL="73152" marR="73152" marT="36576" marB="36576" anchor="ctr">
                    <a:solidFill>
                      <a:srgbClr val="E6F0F7"/>
                    </a:solidFill>
                  </a:tcPr>
                </a:tc>
                <a:tc>
                  <a:txBody>
                    <a:bodyPr wrap="square"/>
                    <a:lstStyle/>
                    <a:p>
                      <a:r>
                        <a:rPr sz="1400">
                          <a:solidFill>
                            <a:srgbClr val="2F2A95"/>
                          </a:solidFill>
                          <a:latin typeface="Consolas"/>
                        </a:rPr>
                        <a:t>MyProd.bop.Classname</a:t>
                      </a:r>
                      <a:r>
                        <a:rPr sz="1400"/>
                        <a:t>, </a:t>
                      </a:r>
                      <a:r>
                        <a:rPr sz="1400">
                          <a:solidFill>
                            <a:srgbClr val="2F2A95"/>
                          </a:solidFill>
                          <a:latin typeface="Consolas"/>
                        </a:rPr>
                        <a:t>MyProd.dtl.Classname</a:t>
                      </a:r>
                    </a:p>
                  </a:txBody>
                  <a:tcPr marL="73152" marR="73152" marT="36576" marB="36576" anchor="ctr">
                    <a:solidFill>
                      <a:srgbClr val="E6F0F7"/>
                    </a:solidFill>
                  </a:tcPr>
                </a:tc>
                <a:tc>
                  <a:txBody>
                    <a:bodyPr wrap="square"/>
                    <a:lstStyle/>
                    <a:p>
                      <a:r>
                        <a:rPr sz="1400"/>
                        <a:t>Most productions</a:t>
                      </a:r>
                    </a:p>
                  </a:txBody>
                  <a:tcPr marL="73152" marR="73152" marT="36576" marB="36576" anchor="ctr">
                    <a:solidFill>
                      <a:srgbClr val="E6F0F7"/>
                    </a:solidFill>
                  </a:tcPr>
                </a:tc>
              </a:tr>
              <a:tr h="640080">
                <a:tc>
                  <a:txBody>
                    <a:bodyPr wrap="square"/>
                    <a:lstStyle/>
                    <a:p>
                      <a:r>
                        <a:rPr sz="1400"/>
                        <a:t>The lab</a:t>
                      </a:r>
                    </a:p>
                  </a:txBody>
                  <a:tcPr marL="73152" marR="73152" marT="36576" marB="36576" anchor="ctr">
                    <a:solidFill>
                      <a:srgbClr val="FFFFFF"/>
                    </a:solidFill>
                  </a:tcPr>
                </a:tc>
                <a:tc>
                  <a:txBody>
                    <a:bodyPr wrap="square"/>
                    <a:lstStyle/>
                    <a:p>
                      <a:r>
                        <a:rPr sz="1400">
                          <a:solidFill>
                            <a:srgbClr val="2F2A95"/>
                          </a:solidFill>
                          <a:latin typeface="Consolas"/>
                        </a:rPr>
                        <a:t>Insurligent.Interop.BO</a:t>
                      </a:r>
                      <a:r>
                        <a:rPr sz="1400"/>
                        <a:t>, </a:t>
                      </a:r>
                      <a:r>
                        <a:rPr sz="1400">
                          <a:solidFill>
                            <a:srgbClr val="2F2A95"/>
                          </a:solidFill>
                          <a:latin typeface="Consolas"/>
                        </a:rPr>
                        <a:t>.BP</a:t>
                      </a:r>
                      <a:r>
                        <a:rPr sz="1400"/>
                        <a:t>, </a:t>
                      </a:r>
                      <a:r>
                        <a:rPr sz="1400">
                          <a:solidFill>
                            <a:srgbClr val="2F2A95"/>
                          </a:solidFill>
                          <a:latin typeface="Consolas"/>
                        </a:rPr>
                        <a:t>.BS</a:t>
                      </a:r>
                      <a:r>
                        <a:rPr sz="1400"/>
                        <a:t>, </a:t>
                      </a:r>
                      <a:r>
                        <a:rPr sz="1400">
                          <a:solidFill>
                            <a:srgbClr val="2F2A95"/>
                          </a:solidFill>
                          <a:latin typeface="Consolas"/>
                        </a:rPr>
                        <a:t>.MSG</a:t>
                      </a:r>
                      <a:r>
                        <a:rPr sz="1400"/>
                        <a:t>, </a:t>
                      </a:r>
                      <a:r>
                        <a:rPr sz="1400">
                          <a:solidFill>
                            <a:srgbClr val="2F2A95"/>
                          </a:solidFill>
                          <a:latin typeface="Consolas"/>
                        </a:rPr>
                        <a:t>.DTL</a:t>
                      </a:r>
                    </a:p>
                  </a:txBody>
                  <a:tcPr marL="73152" marR="73152" marT="36576" marB="36576" anchor="ctr">
                    <a:solidFill>
                      <a:srgbClr val="FFFFFF"/>
                    </a:solidFill>
                  </a:tcPr>
                </a:tc>
                <a:tc>
                  <a:txBody>
                    <a:bodyPr wrap="square"/>
                    <a:lstStyle/>
                    <a:p>
                      <a:r>
                        <a:rPr sz="1400"/>
                        <a:t>Packages by type, short names</a:t>
                      </a:r>
                    </a:p>
                  </a:txBody>
                  <a:tcPr marL="73152" marR="73152" marT="36576" marB="36576" anchor="ctr">
                    <a:solidFill>
                      <a:srgbClr val="FFFFFF"/>
                    </a:solidFill>
                  </a:tcPr>
                </a:tc>
              </a:tr>
            </a:tbl>
          </a:graphicData>
        </a:graphic>
      </p:graphicFrame>
      <p:sp>
        <p:nvSpPr>
          <p:cNvPr id="5" name="TextBox 4"/>
          <p:cNvSpPr txBox="1"/>
          <p:nvPr/>
        </p:nvSpPr>
        <p:spPr>
          <a:xfrm>
            <a:off x="548640" y="4663440"/>
            <a:ext cx="11100816" cy="1600200"/>
          </a:xfrm>
          <a:prstGeom prst="rect">
            <a:avLst/>
          </a:prstGeom>
          <a:noFill/>
        </p:spPr>
        <p:txBody>
          <a:bodyPr wrap="square" anchor="t" lIns="36576" rIns="36576" tIns="36576" bIns="36576">
            <a:noAutofit/>
          </a:bodyPr>
          <a:lstStyle/>
          <a:p>
            <a:pPr marL="256032" indent="-219456">
              <a:spcAft>
                <a:spcPts val="400"/>
              </a:spcAft>
              <a:buClr>
                <a:srgbClr val="000000"/>
              </a:buClr>
              <a:buFont typeface="Arial"/>
              <a:buChar char="•"/>
            </a:pPr>
            <a:r>
              <a:rPr sz="1700">
                <a:solidFill>
                  <a:srgbClr val="000000"/>
                </a:solidFill>
              </a:rPr>
              <a:t>Keep the package names short.</a:t>
            </a:r>
          </a:p>
          <a:p>
            <a:pPr marL="256032" indent="-219456">
              <a:spcAft>
                <a:spcPts val="400"/>
              </a:spcAft>
              <a:buClr>
                <a:srgbClr val="000000"/>
              </a:buClr>
              <a:buFont typeface="Arial"/>
              <a:buChar char="•"/>
            </a:pPr>
            <a:r>
              <a:rPr sz="1700">
                <a:solidFill>
                  <a:srgbClr val="000000"/>
                </a:solidFill>
              </a:rPr>
              <a:t>Give message names a Request or Response ending, for example </a:t>
            </a:r>
            <a:r>
              <a:rPr sz="1700">
                <a:solidFill>
                  <a:srgbClr val="2F2A95"/>
                </a:solidFill>
                <a:latin typeface="Consolas"/>
              </a:rPr>
              <a:t>MyProd.msg.ApplicationReq</a:t>
            </a:r>
            <a:r>
              <a:rPr sz="1700">
                <a:solidFill>
                  <a:srgbClr val="000000"/>
                </a:solidFill>
              </a:rPr>
              <a:t>.</a:t>
            </a:r>
          </a:p>
          <a:p>
            <a:pPr marL="256032" indent="-219456">
              <a:spcAft>
                <a:spcPts val="400"/>
              </a:spcAft>
              <a:buClr>
                <a:srgbClr val="000000"/>
              </a:buClr>
              <a:buFont typeface="Arial"/>
              <a:buChar char="•"/>
            </a:pPr>
            <a:r>
              <a:rPr sz="1700">
                <a:solidFill>
                  <a:srgbClr val="000000"/>
                </a:solidFill>
              </a:rPr>
              <a:t>Item names follow a convention too, for example </a:t>
            </a:r>
            <a:r>
              <a:rPr sz="1700">
                <a:solidFill>
                  <a:srgbClr val="2F2A95"/>
                </a:solidFill>
                <a:latin typeface="Consolas"/>
              </a:rPr>
              <a:t>BO.HIS.HL7</a:t>
            </a:r>
            <a:r>
              <a:rPr sz="1700">
                <a:solidFill>
                  <a:srgbClr val="000000"/>
                </a:solidFill>
              </a:rPr>
              <a: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Custom Settings</a:t>
            </a:r>
          </a:p>
        </p:txBody>
      </p:sp>
      <p:sp>
        <p:nvSpPr>
          <p:cNvPr id="3" name="Text Placeholder 2"/>
          <p:cNvSpPr>
            <a:spLocks noGrp="1"/>
          </p:cNvSpPr>
          <p:nvPr>
            <p:ph type="body" idx="13" sz="quarter"/>
          </p:nvPr>
        </p:nvSpPr>
        <p:spPr/>
        <p:txBody>
          <a:bodyPr/>
          <a:lstStyle/>
          <a:p>
            <a:pPr>
              <a:buClr>
                <a:srgbClr val="000000"/>
              </a:buClr>
            </a:pPr>
            <a:r>
              <a:rPr/>
              <a:t>The SETTINGS parameter shows a property as a setting in the portal</a:t>
            </a:r>
          </a:p>
        </p:txBody>
      </p:sp>
      <p:sp>
        <p:nvSpPr>
          <p:cNvPr id="4" name="Rectangle 3"/>
          <p:cNvSpPr/>
          <p:nvPr/>
        </p:nvSpPr>
        <p:spPr>
          <a:xfrm>
            <a:off x="548640" y="1783080"/>
            <a:ext cx="11100816" cy="1219200"/>
          </a:xfrm>
          <a:prstGeom prst="rect">
            <a:avLst/>
          </a:prstGeom>
          <a:solidFill>
            <a:srgbClr val="F3F4F7"/>
          </a:solidFill>
          <a:ln w="12700">
            <a:solidFill>
              <a:srgbClr val="D3D8DE"/>
            </a:solidFill>
          </a:ln>
        </p:spPr>
        <p:txBody>
          <a:bodyPr rtlCol="0" anchor="t" wrap="square" lIns="128016" rIns="128016" tIns="128016" bIns="128016">
            <a:noAutofit/>
          </a:bodyPr>
          <a:lstStyle/>
          <a:p>
            <a:pPr algn="l"/>
            <a:r>
              <a:rPr sz="1400">
                <a:solidFill>
                  <a:srgbClr val="1F2A44"/>
                </a:solidFill>
                <a:latin typeface="Consolas"/>
              </a:rPr>
              <a:t>/// The insurer company code. This comment is the help text in the portal.</a:t>
            </a:r>
          </a:p>
          <a:p>
            <a:pPr algn="l"/>
            <a:r>
              <a:rPr sz="1400">
                <a:solidFill>
                  <a:srgbClr val="1F2A44"/>
                </a:solidFill>
                <a:latin typeface="Consolas"/>
              </a:rPr>
              <a:t>Property CompanyCode As %String [ InitialExpression = "AIA" ];</a:t>
            </a:r>
          </a:p>
          <a:p>
            <a:pPr algn="l"/>
            <a:r>
              <a:rPr sz="1400">
                <a:solidFill>
                  <a:srgbClr val="1F2A44"/>
                </a:solidFill>
                <a:latin typeface="Consolas"/>
              </a:rPr>
              <a:t/>
            </a:r>
          </a:p>
          <a:p>
            <a:pPr algn="l"/>
            <a:r>
              <a:rPr sz="1400">
                <a:solidFill>
                  <a:srgbClr val="1F2A44"/>
                </a:solidFill>
                <a:latin typeface="Consolas"/>
              </a:rPr>
              <a:t>Parameter SETTINGS = "CompanyCode:Basic";</a:t>
            </a:r>
          </a:p>
        </p:txBody>
      </p:sp>
      <p:sp>
        <p:nvSpPr>
          <p:cNvPr id="5" name="TextBox 4"/>
          <p:cNvSpPr txBox="1"/>
          <p:nvPr/>
        </p:nvSpPr>
        <p:spPr>
          <a:xfrm>
            <a:off x="548640" y="3246120"/>
            <a:ext cx="5486400" cy="3017520"/>
          </a:xfrm>
          <a:prstGeom prst="rect">
            <a:avLst/>
          </a:prstGeom>
          <a:noFill/>
        </p:spPr>
        <p:txBody>
          <a:bodyPr wrap="square" anchor="t" lIns="36576" rIns="36576" tIns="36576" bIns="36576">
            <a:noAutofit/>
          </a:bodyPr>
          <a:lstStyle/>
          <a:p>
            <a:pPr marL="256032" indent="-219456">
              <a:spcAft>
                <a:spcPts val="1200"/>
              </a:spcAft>
              <a:buClr>
                <a:srgbClr val="000000"/>
              </a:buClr>
              <a:buFont typeface="Arial"/>
              <a:buChar char="•"/>
            </a:pPr>
            <a:r>
              <a:rPr sz="1600">
                <a:solidFill>
                  <a:srgbClr val="000000"/>
                </a:solidFill>
              </a:rPr>
              <a:t>A comma-separated list of </a:t>
            </a:r>
            <a:r>
              <a:rPr sz="1600">
                <a:solidFill>
                  <a:srgbClr val="2F2A95"/>
                </a:solidFill>
                <a:latin typeface="Consolas"/>
              </a:rPr>
              <a:t>Name:Category:Control</a:t>
            </a:r>
          </a:p>
          <a:p>
            <a:pPr marL="256032" indent="-219456">
              <a:spcAft>
                <a:spcPts val="1200"/>
              </a:spcAft>
              <a:buClr>
                <a:srgbClr val="000000"/>
              </a:buClr>
              <a:buFont typeface="Arial"/>
              <a:buChar char="•"/>
            </a:pPr>
            <a:r>
              <a:rPr sz="1600">
                <a:solidFill>
                  <a:srgbClr val="000000"/>
                </a:solidFill>
              </a:rPr>
              <a:t>The </a:t>
            </a:r>
            <a:r>
              <a:rPr sz="1600">
                <a:solidFill>
                  <a:srgbClr val="2F2A95"/>
                </a:solidFill>
                <a:latin typeface="Consolas"/>
              </a:rPr>
              <a:t>///</a:t>
            </a:r>
            <a:r>
              <a:rPr sz="1600">
                <a:solidFill>
                  <a:srgbClr val="000000"/>
                </a:solidFill>
              </a:rPr>
              <a:t> comment of the property is the help text in the portal</a:t>
            </a:r>
          </a:p>
          <a:p>
            <a:pPr marL="256032" indent="-219456">
              <a:spcAft>
                <a:spcPts val="1200"/>
              </a:spcAft>
              <a:buClr>
                <a:srgbClr val="000000"/>
              </a:buClr>
              <a:buFont typeface="Arial"/>
              <a:buChar char="•"/>
            </a:pPr>
            <a:r>
              <a:rPr sz="1600">
                <a:solidFill>
                  <a:srgbClr val="000000"/>
                </a:solidFill>
              </a:rPr>
              <a:t>The control </a:t>
            </a:r>
            <a:r>
              <a:rPr sz="1600">
                <a:solidFill>
                  <a:srgbClr val="2F2A95"/>
                </a:solidFill>
                <a:latin typeface="Consolas"/>
              </a:rPr>
              <a:t>selector</a:t>
            </a:r>
            <a:r>
              <a:rPr sz="1600">
                <a:solidFill>
                  <a:srgbClr val="000000"/>
                </a:solidFill>
              </a:rPr>
              <a:t> gives a list of values. The lab service uses it for </a:t>
            </a:r>
            <a:r>
              <a:rPr sz="1600">
                <a:solidFill>
                  <a:srgbClr val="2F2A95"/>
                </a:solidFill>
                <a:latin typeface="Consolas"/>
              </a:rPr>
              <a:t>TargetConfigName</a:t>
            </a:r>
          </a:p>
        </p:txBody>
      </p:sp>
      <p:sp>
        <p:nvSpPr>
          <p:cNvPr id="6" name="TextBox 5"/>
          <p:cNvSpPr txBox="1"/>
          <p:nvPr/>
        </p:nvSpPr>
        <p:spPr>
          <a:xfrm>
            <a:off x="6163056" y="3246120"/>
            <a:ext cx="5486400" cy="3017520"/>
          </a:xfrm>
          <a:prstGeom prst="rect">
            <a:avLst/>
          </a:prstGeom>
          <a:noFill/>
        </p:spPr>
        <p:txBody>
          <a:bodyPr wrap="square" anchor="t" lIns="36576" rIns="36576" tIns="36576" bIns="36576">
            <a:noAutofit/>
          </a:bodyPr>
          <a:lstStyle/>
          <a:p>
            <a:pPr marL="256032" indent="-219456">
              <a:spcAft>
                <a:spcPts val="1200"/>
              </a:spcAft>
              <a:buClr>
                <a:srgbClr val="000000"/>
              </a:buClr>
              <a:buFont typeface="Arial"/>
              <a:buChar char="•"/>
            </a:pPr>
            <a:r>
              <a:rPr sz="1600">
                <a:solidFill>
                  <a:srgbClr val="000000"/>
                </a:solidFill>
              </a:rPr>
              <a:t>A person who is not a developer can then change the value</a:t>
            </a:r>
          </a:p>
          <a:p>
            <a:pPr marL="256032" indent="-219456">
              <a:spcAft>
                <a:spcPts val="1200"/>
              </a:spcAft>
              <a:buClr>
                <a:srgbClr val="000000"/>
              </a:buClr>
              <a:buFont typeface="Arial"/>
              <a:buChar char="•"/>
            </a:pPr>
            <a:r>
              <a:rPr sz="1600">
                <a:solidFill>
                  <a:srgbClr val="000000"/>
                </a:solidFill>
              </a:rPr>
              <a:t>Items of the same class can have different values, for example a different folder</a:t>
            </a:r>
          </a:p>
          <a:p>
            <a:pPr marL="256032" indent="-219456">
              <a:spcAft>
                <a:spcPts val="1200"/>
              </a:spcAft>
              <a:buClr>
                <a:srgbClr val="000000"/>
              </a:buClr>
              <a:buFont typeface="Arial"/>
              <a:buChar char="•"/>
            </a:pPr>
            <a:r>
              <a:rPr sz="1600">
                <a:solidFill>
                  <a:srgbClr val="000000"/>
                </a:solidFill>
              </a:rPr>
              <a:t>It works for productions, services, processes, operations and adapters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Pre-built Message Routers</a:t>
            </a:r>
          </a:p>
        </p:txBody>
      </p:sp>
      <p:sp>
        <p:nvSpPr>
          <p:cNvPr id="3" name="Content Placeholder 2"/>
          <p:cNvSpPr>
            <a:spLocks noGrp="1"/>
          </p:cNvSpPr>
          <p:nvPr>
            <p:ph idx="1"/>
          </p:nvPr>
        </p:nvSpPr>
        <p:spPr/>
        <p:txBody>
          <a:bodyPr/>
          <a:lstStyle/>
          <a:p>
            <a:pPr>
              <a:spcAft>
                <a:spcPts val="1400"/>
              </a:spcAft>
              <a:buClr>
                <a:srgbClr val="000000"/>
              </a:buClr>
            </a:pPr>
            <a:r>
              <a:rPr sz="2000">
                <a:solidFill>
                  <a:srgbClr val="2F2A95"/>
                </a:solidFill>
                <a:latin typeface="Consolas"/>
              </a:rPr>
              <a:t>EnsLib.MessageRouter.RoutingEngine</a:t>
            </a:r>
            <a:r>
              <a:rPr sz="2000"/>
              <a:t> for general messages</a:t>
            </a:r>
          </a:p>
          <a:p>
            <a:pPr>
              <a:spcAft>
                <a:spcPts val="1400"/>
              </a:spcAft>
              <a:buClr>
                <a:srgbClr val="000000"/>
              </a:buClr>
            </a:pPr>
            <a:r>
              <a:rPr sz="2000">
                <a:solidFill>
                  <a:srgbClr val="2F2A95"/>
                </a:solidFill>
                <a:latin typeface="Consolas"/>
              </a:rPr>
              <a:t>EnsLib.HL7.MessageRouter.RoutingEngine</a:t>
            </a:r>
            <a:r>
              <a:rPr sz="2000"/>
              <a:t> for HL7 v2</a:t>
            </a:r>
          </a:p>
          <a:p>
            <a:pPr>
              <a:spcAft>
                <a:spcPts val="1400"/>
              </a:spcAft>
              <a:buClr>
                <a:srgbClr val="000000"/>
              </a:buClr>
            </a:pPr>
            <a:r>
              <a:rPr sz="2000">
                <a:solidFill>
                  <a:srgbClr val="2F2A95"/>
                </a:solidFill>
                <a:latin typeface="Consolas"/>
              </a:rPr>
              <a:t>EnsLib.MessageRouter.VDocRoutingEngine</a:t>
            </a:r>
            <a:r>
              <a:rPr sz="2000"/>
              <a:t> for other virtual documents</a:t>
            </a:r>
          </a:p>
          <a:p>
            <a:pPr>
              <a:spcAft>
                <a:spcPts val="1400"/>
              </a:spcAft>
              <a:buClr>
                <a:srgbClr val="000000"/>
              </a:buClr>
            </a:pPr>
            <a:r>
              <a:rPr sz="2000"/>
              <a:t>Routing rules choose the targets from the source, the message class or values in the message</a:t>
            </a:r>
          </a:p>
          <a:p>
            <a:pPr>
              <a:spcAft>
                <a:spcPts val="1400"/>
              </a:spcAft>
              <a:buClr>
                <a:srgbClr val="000000"/>
              </a:buClr>
            </a:pPr>
            <a:r>
              <a:rPr sz="2000"/>
              <a:t>Productions that move HL7 and other EDI messages between many systems use many routers</a:t>
            </a:r>
          </a:p>
        </p:txBody>
      </p:sp>
      <p:sp>
        <p:nvSpPr>
          <p:cNvPr id="4" name="Text Placeholder 3"/>
          <p:cNvSpPr>
            <a:spLocks noGrp="1"/>
          </p:cNvSpPr>
          <p:nvPr>
            <p:ph type="body" idx="14" sz="quarter"/>
          </p:nvPr>
        </p:nvSpPr>
        <p:spPr/>
        <p:txBody>
          <a:bodyPr/>
          <a:lstStyle/>
          <a:p>
            <a:pPr>
              <a:buClr>
                <a:srgbClr val="000000"/>
              </a:buClr>
            </a:pPr>
            <a:r>
              <a:rPr/>
              <a:t>A router is a business process that sends each message to its targets, with no code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Actors and Pools</a:t>
            </a:r>
          </a:p>
        </p:txBody>
      </p:sp>
      <p:sp>
        <p:nvSpPr>
          <p:cNvPr id="3" name="Content Placeholder 2"/>
          <p:cNvSpPr>
            <a:spLocks noGrp="1"/>
          </p:cNvSpPr>
          <p:nvPr>
            <p:ph idx="1"/>
          </p:nvPr>
        </p:nvSpPr>
        <p:spPr/>
        <p:txBody>
          <a:bodyPr/>
          <a:lstStyle/>
          <a:p>
            <a:pPr>
              <a:spcAft>
                <a:spcPts val="1400"/>
              </a:spcAft>
              <a:buClr>
                <a:srgbClr val="000000"/>
              </a:buClr>
            </a:pPr>
            <a:r>
              <a:rPr sz="1900"/>
              <a:t>Business services and business operations: jobs from their Pool Size</a:t>
            </a:r>
          </a:p>
          <a:p>
            <a:pPr>
              <a:spcAft>
                <a:spcPts val="1400"/>
              </a:spcAft>
              <a:buClr>
                <a:srgbClr val="000000"/>
              </a:buClr>
            </a:pPr>
            <a:r>
              <a:rPr sz="1900"/>
              <a:t>Business processes with a private queue: jobs from their Pool Size</a:t>
            </a:r>
          </a:p>
          <a:p>
            <a:pPr>
              <a:spcAft>
                <a:spcPts val="1400"/>
              </a:spcAft>
              <a:buClr>
                <a:srgbClr val="000000"/>
              </a:buClr>
            </a:pPr>
            <a:r>
              <a:rPr sz="1900"/>
              <a:t>Business processes with Pool Size 0: actors from the Actor Pool Size of the production</a:t>
            </a:r>
          </a:p>
          <a:p>
            <a:pPr>
              <a:spcAft>
                <a:spcPts val="1400"/>
              </a:spcAft>
              <a:buClr>
                <a:srgbClr val="000000"/>
              </a:buClr>
            </a:pPr>
            <a:r>
              <a:rPr sz="1900"/>
              <a:t>You can change Pool Size while the production runs, for example at a high load</a:t>
            </a:r>
          </a:p>
          <a:p>
            <a:pPr>
              <a:spcAft>
                <a:spcPts val="1400"/>
              </a:spcAft>
              <a:buClr>
                <a:srgbClr val="000000"/>
              </a:buClr>
            </a:pPr>
            <a:r>
              <a:rPr sz="1900"/>
              <a:t>A synchronous request keeps a job busy while it waits. An asynchronous request does not</a:t>
            </a:r>
          </a:p>
          <a:p>
            <a:pPr>
              <a:spcAft>
                <a:spcPts val="1400"/>
              </a:spcAft>
              <a:buClr>
                <a:srgbClr val="000000"/>
              </a:buClr>
            </a:pPr>
            <a:r>
              <a:rPr sz="1900"/>
              <a:t>Do not disable a process with Pool Size 0: this stops all the actors</a:t>
            </a:r>
          </a:p>
        </p:txBody>
      </p:sp>
      <p:sp>
        <p:nvSpPr>
          <p:cNvPr id="4" name="Text Placeholder 3"/>
          <p:cNvSpPr>
            <a:spLocks noGrp="1"/>
          </p:cNvSpPr>
          <p:nvPr>
            <p:ph type="body" idx="14" sz="quarter"/>
          </p:nvPr>
        </p:nvSpPr>
        <p:spPr/>
        <p:txBody>
          <a:bodyPr/>
          <a:lstStyle/>
          <a:p>
            <a:pPr>
              <a:buClr>
                <a:srgbClr val="000000"/>
              </a:buClr>
            </a:pPr>
            <a:r>
              <a:rPr/>
              <a:t>When the production starts, IRIS starts the jobs of each item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Pool Size and FIFO</a:t>
            </a:r>
          </a:p>
        </p:txBody>
      </p:sp>
      <p:sp>
        <p:nvSpPr>
          <p:cNvPr id="3" name="Text Placeholder 2"/>
          <p:cNvSpPr>
            <a:spLocks noGrp="1"/>
          </p:cNvSpPr>
          <p:nvPr>
            <p:ph type="body" idx="1"/>
          </p:nvPr>
        </p:nvSpPr>
        <p:spPr/>
        <p:txBody>
          <a:bodyPr/>
          <a:lstStyle/>
          <a:p>
            <a:pPr>
              <a:buClr>
                <a:srgbClr val="000000"/>
              </a:buClr>
            </a:pPr>
            <a:r>
              <a:rPr sz="2200"/>
              <a:t>FIFO order is necessary</a:t>
            </a:r>
          </a:p>
        </p:txBody>
      </p:sp>
      <p:sp>
        <p:nvSpPr>
          <p:cNvPr id="4" name="Content Placeholder 3"/>
          <p:cNvSpPr>
            <a:spLocks noGrp="1"/>
          </p:cNvSpPr>
          <p:nvPr>
            <p:ph idx="2" sz="half"/>
          </p:nvPr>
        </p:nvSpPr>
        <p:spPr/>
        <p:txBody>
          <a:bodyPr/>
          <a:lstStyle/>
          <a:p>
            <a:pPr>
              <a:spcAft>
                <a:spcPts val="1200"/>
              </a:spcAft>
              <a:buClr>
                <a:srgbClr val="000000"/>
              </a:buClr>
            </a:pPr>
            <a:r>
              <a:rPr sz="1800"/>
              <a:t>Set Pool Size 1 for each item in the FIFO path</a:t>
            </a:r>
          </a:p>
          <a:p>
            <a:pPr>
              <a:spcAft>
                <a:spcPts val="1200"/>
              </a:spcAft>
              <a:buClr>
                <a:srgbClr val="000000"/>
              </a:buClr>
            </a:pPr>
            <a:r>
              <a:rPr sz="1800"/>
              <a:t>From version 2025.3, FIFO groups keep FIFO order with Pool Size more than 1</a:t>
            </a:r>
          </a:p>
        </p:txBody>
      </p:sp>
      <p:sp>
        <p:nvSpPr>
          <p:cNvPr id="5" name="Text Placeholder 4"/>
          <p:cNvSpPr>
            <a:spLocks noGrp="1"/>
          </p:cNvSpPr>
          <p:nvPr>
            <p:ph type="body" idx="3" sz="quarter"/>
          </p:nvPr>
        </p:nvSpPr>
        <p:spPr/>
        <p:txBody>
          <a:bodyPr/>
          <a:lstStyle/>
          <a:p>
            <a:pPr>
              <a:buClr>
                <a:srgbClr val="000000"/>
              </a:buClr>
            </a:pPr>
            <a:r>
              <a:rPr sz="2200"/>
              <a:t>FIFO order is not necessary</a:t>
            </a:r>
          </a:p>
        </p:txBody>
      </p:sp>
      <p:sp>
        <p:nvSpPr>
          <p:cNvPr id="6" name="Content Placeholder 5"/>
          <p:cNvSpPr>
            <a:spLocks noGrp="1"/>
          </p:cNvSpPr>
          <p:nvPr>
            <p:ph idx="4" sz="quarter"/>
          </p:nvPr>
        </p:nvSpPr>
        <p:spPr/>
        <p:txBody>
          <a:bodyPr/>
          <a:lstStyle/>
          <a:p>
            <a:pPr>
              <a:spcAft>
                <a:spcPts val="1200"/>
              </a:spcAft>
              <a:buClr>
                <a:srgbClr val="000000"/>
              </a:buClr>
            </a:pPr>
            <a:r>
              <a:rPr sz="1800"/>
              <a:t>Start with Pool Size 1</a:t>
            </a:r>
          </a:p>
          <a:p>
            <a:pPr>
              <a:spcAft>
                <a:spcPts val="1200"/>
              </a:spcAft>
              <a:buClr>
                <a:srgbClr val="000000"/>
              </a:buClr>
            </a:pPr>
            <a:r>
              <a:rPr sz="1800"/>
              <a:t>Increase it in small steps if you need more speed</a:t>
            </a:r>
          </a:p>
          <a:p>
            <a:pPr>
              <a:spcAft>
                <a:spcPts val="1200"/>
              </a:spcAft>
              <a:buClr>
                <a:srgbClr val="000000"/>
              </a:buClr>
            </a:pPr>
            <a:r>
              <a:rPr sz="1800"/>
              <a:t>Test to make sure that each change helps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Adapters</a:t>
            </a:r>
          </a:p>
        </p:txBody>
      </p:sp>
      <p:sp>
        <p:nvSpPr>
          <p:cNvPr id="3" name="Content Placeholder 2"/>
          <p:cNvSpPr>
            <a:spLocks noGrp="1"/>
          </p:cNvSpPr>
          <p:nvPr>
            <p:ph idx="1"/>
          </p:nvPr>
        </p:nvSpPr>
        <p:spPr/>
        <p:txBody>
          <a:bodyPr/>
          <a:lstStyle/>
          <a:p>
            <a:pPr>
              <a:spcAft>
                <a:spcPts val="1400"/>
              </a:spcAft>
              <a:buClr>
                <a:srgbClr val="000000"/>
              </a:buClr>
            </a:pPr>
            <a:r>
              <a:rPr sz="1900"/>
              <a:t>IRIS has many built-in adapters. Each one has an adapter guide in the documentation</a:t>
            </a:r>
          </a:p>
          <a:p>
            <a:pPr>
              <a:spcAft>
                <a:spcPts val="1400"/>
              </a:spcAft>
              <a:buClr>
                <a:srgbClr val="000000"/>
              </a:buClr>
            </a:pPr>
            <a:r>
              <a:rPr sz="1900"/>
              <a:t>You can also write an adapter, or use an adapter from a third party</a:t>
            </a:r>
          </a:p>
          <a:p>
            <a:pPr>
              <a:spcAft>
                <a:spcPts val="1400"/>
              </a:spcAft>
              <a:buClr>
                <a:srgbClr val="000000"/>
              </a:buClr>
            </a:pPr>
            <a:r>
              <a:rPr sz="1900"/>
              <a:t>An adapter extends </a:t>
            </a:r>
            <a:r>
              <a:rPr sz="1900">
                <a:solidFill>
                  <a:srgbClr val="2F2A95"/>
                </a:solidFill>
                <a:latin typeface="Consolas"/>
              </a:rPr>
              <a:t>Ens.InboundAdapter</a:t>
            </a:r>
            <a:r>
              <a:rPr sz="1900"/>
              <a:t> or </a:t>
            </a:r>
            <a:r>
              <a:rPr sz="1900">
                <a:solidFill>
                  <a:srgbClr val="2F2A95"/>
                </a:solidFill>
                <a:latin typeface="Consolas"/>
              </a:rPr>
              <a:t>Ens.OutboundAdapter</a:t>
            </a:r>
          </a:p>
          <a:p>
            <a:pPr>
              <a:spcAft>
                <a:spcPts val="1400"/>
              </a:spcAft>
              <a:buClr>
                <a:srgbClr val="000000"/>
              </a:buClr>
            </a:pPr>
            <a:r>
              <a:rPr sz="1900"/>
              <a:t>Use </a:t>
            </a:r>
            <a:r>
              <a:rPr sz="1900">
                <a:solidFill>
                  <a:srgbClr val="2F2A95"/>
                </a:solidFill>
                <a:latin typeface="Consolas"/>
              </a:rPr>
              <a:t>SETTINGS</a:t>
            </a:r>
            <a:r>
              <a:rPr sz="1900"/>
              <a:t> for its settings, and </a:t>
            </a:r>
            <a:r>
              <a:rPr sz="1900">
                <a:solidFill>
                  <a:srgbClr val="2F2A95"/>
                </a:solidFill>
                <a:latin typeface="Consolas"/>
              </a:rPr>
              <a:t>OnInit()</a:t>
            </a:r>
            <a:r>
              <a:rPr sz="1900"/>
              <a:t> and </a:t>
            </a:r>
            <a:r>
              <a:rPr sz="1900">
                <a:solidFill>
                  <a:srgbClr val="2F2A95"/>
                </a:solidFill>
                <a:latin typeface="Consolas"/>
              </a:rPr>
              <a:t>OnTearDown()</a:t>
            </a:r>
            <a:r>
              <a:rPr sz="1900"/>
              <a:t> for set-up and clean-up</a:t>
            </a:r>
          </a:p>
          <a:p>
            <a:pPr>
              <a:spcAft>
                <a:spcPts val="1400"/>
              </a:spcAft>
              <a:buClr>
                <a:srgbClr val="000000"/>
              </a:buClr>
            </a:pPr>
            <a:r>
              <a:rPr sz="1900"/>
              <a:t>An inbound adapter has </a:t>
            </a:r>
            <a:r>
              <a:rPr sz="1900">
                <a:solidFill>
                  <a:srgbClr val="2F2A95"/>
                </a:solidFill>
                <a:latin typeface="Consolas"/>
              </a:rPr>
              <a:t>OnTask()</a:t>
            </a:r>
            <a:r>
              <a:rPr sz="1900"/>
              <a:t>. An outbound adapter has the methods that its operation calls</a:t>
            </a:r>
          </a:p>
          <a:p>
            <a:pPr>
              <a:spcAft>
                <a:spcPts val="1400"/>
              </a:spcAft>
              <a:buClr>
                <a:srgbClr val="000000"/>
              </a:buClr>
            </a:pPr>
            <a:r>
              <a:rPr sz="1900"/>
              <a:t>The Archive IO setting keeps a copy of the input and output of the adapter</a:t>
            </a:r>
          </a:p>
        </p:txBody>
      </p:sp>
      <p:sp>
        <p:nvSpPr>
          <p:cNvPr id="4" name="Text Placeholder 3"/>
          <p:cNvSpPr>
            <a:spLocks noGrp="1"/>
          </p:cNvSpPr>
          <p:nvPr>
            <p:ph type="body" idx="14" sz="quarter"/>
          </p:nvPr>
        </p:nvSpPr>
        <p:spPr/>
        <p:txBody>
          <a:bodyPr/>
          <a:lstStyle/>
          <a:p>
            <a:pPr>
              <a:buClr>
                <a:srgbClr val="000000"/>
              </a:buClr>
            </a:pPr>
            <a:r>
              <a:rPr/>
              <a:t>An adapter connects an item to a protocol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How Adapters Work</a:t>
            </a:r>
          </a:p>
        </p:txBody>
      </p:sp>
      <p:sp>
        <p:nvSpPr>
          <p:cNvPr id="3" name="Text Placeholder 2"/>
          <p:cNvSpPr>
            <a:spLocks noGrp="1"/>
          </p:cNvSpPr>
          <p:nvPr>
            <p:ph type="body" idx="13" sz="quarter"/>
          </p:nvPr>
        </p:nvSpPr>
        <p:spPr/>
        <p:txBody>
          <a:bodyPr/>
          <a:lstStyle/>
          <a:p>
            <a:pPr>
              <a:buClr>
                <a:srgbClr val="000000"/>
              </a:buClr>
            </a:pPr>
            <a:r>
              <a:rPr/>
              <a:t>The adapter knows the protocol. The item knows the business data</a:t>
            </a:r>
          </a:p>
        </p:txBody>
      </p:sp>
      <p:sp>
        <p:nvSpPr>
          <p:cNvPr id="4" name="TextBox 3"/>
          <p:cNvSpPr txBox="1"/>
          <p:nvPr/>
        </p:nvSpPr>
        <p:spPr>
          <a:xfrm>
            <a:off x="548640" y="1691640"/>
            <a:ext cx="10972800" cy="320040"/>
          </a:xfrm>
          <a:prstGeom prst="rect">
            <a:avLst/>
          </a:prstGeom>
          <a:noFill/>
        </p:spPr>
        <p:txBody>
          <a:bodyPr wrap="square" anchor="t" lIns="36576" rIns="36576" tIns="36576" bIns="36576">
            <a:noAutofit/>
          </a:bodyPr>
          <a:lstStyle/>
          <a:p>
            <a:pPr>
              <a:spcAft>
                <a:spcPts val="0"/>
              </a:spcAft>
            </a:pPr>
            <a:r>
              <a:rPr sz="1500" b="1">
                <a:solidFill>
                  <a:srgbClr val="006990"/>
                </a:solidFill>
              </a:rPr>
              <a:t>Inbound: the adapter calls the business service</a:t>
            </a:r>
          </a:p>
        </p:txBody>
      </p:sp>
      <p:sp>
        <p:nvSpPr>
          <p:cNvPr id="5" name="TextBox 4"/>
          <p:cNvSpPr txBox="1"/>
          <p:nvPr/>
        </p:nvSpPr>
        <p:spPr>
          <a:xfrm>
            <a:off x="548640" y="3703320"/>
            <a:ext cx="10972800" cy="320040"/>
          </a:xfrm>
          <a:prstGeom prst="rect">
            <a:avLst/>
          </a:prstGeom>
          <a:noFill/>
        </p:spPr>
        <p:txBody>
          <a:bodyPr wrap="square" anchor="t" lIns="36576" rIns="36576" tIns="36576" bIns="36576">
            <a:noAutofit/>
          </a:bodyPr>
          <a:lstStyle/>
          <a:p>
            <a:pPr>
              <a:spcAft>
                <a:spcPts val="0"/>
              </a:spcAft>
            </a:pPr>
            <a:r>
              <a:rPr sz="1500" b="1">
                <a:solidFill>
                  <a:srgbClr val="006990"/>
                </a:solidFill>
              </a:rPr>
              <a:t>Outbound: the business operation calls the adapter</a:t>
            </a:r>
          </a:p>
        </p:txBody>
      </p:sp>
      <p:sp>
        <p:nvSpPr>
          <p:cNvPr id="6" name="Rounded Rectangle 5"/>
          <p:cNvSpPr/>
          <p:nvPr/>
        </p:nvSpPr>
        <p:spPr>
          <a:xfrm>
            <a:off x="548640" y="2103120"/>
            <a:ext cx="2103120" cy="1143000"/>
          </a:xfrm>
          <a:prstGeom prst="roundRect">
            <a:avLst>
              <a:gd name="adj" fmla="val 11520"/>
            </a:avLst>
          </a:prstGeom>
          <a:solidFill>
            <a:srgbClr val="FFFFFF"/>
          </a:solidFill>
          <a:ln w="12700">
            <a:solidFill>
              <a:srgbClr val="8FA9BC"/>
            </a:solidFill>
          </a:ln>
        </p:spPr>
        <p:txBody>
          <a:bodyPr rtlCol="0" anchor="ctr" wrap="square" lIns="54864" rIns="54864" tIns="27432" bIns="27432">
            <a:noAutofit/>
          </a:bodyPr>
          <a:lstStyle/>
          <a:p>
            <a:pPr algn="ctr"/>
            <a:r>
              <a:rPr sz="1400" b="1">
                <a:solidFill>
                  <a:srgbClr val="000000"/>
                </a:solidFill>
              </a:rPr>
              <a:t>Outside data</a:t>
            </a:r>
          </a:p>
          <a:p>
            <a:pPr algn="ctr"/>
            <a:r>
              <a:rPr sz="1100">
                <a:solidFill>
                  <a:srgbClr val="000000"/>
                </a:solidFill>
              </a:rPr>
              <a:t>file, TCP, FTP ...</a:t>
            </a:r>
          </a:p>
        </p:txBody>
      </p:sp>
      <p:sp>
        <p:nvSpPr>
          <p:cNvPr id="7" name="Rounded Rectangle 6"/>
          <p:cNvSpPr/>
          <p:nvPr/>
        </p:nvSpPr>
        <p:spPr>
          <a:xfrm>
            <a:off x="3108960" y="2103120"/>
            <a:ext cx="2743200" cy="1143000"/>
          </a:xfrm>
          <a:prstGeom prst="roundRect">
            <a:avLst>
              <a:gd name="adj" fmla="val 11520"/>
            </a:avLst>
          </a:prstGeom>
          <a:solidFill>
            <a:srgbClr val="E6F0F7"/>
          </a:solidFill>
          <a:ln>
            <a:noFill/>
          </a:ln>
        </p:spPr>
        <p:txBody>
          <a:bodyPr rtlCol="0" anchor="ctr" wrap="square" lIns="54864" rIns="54864" tIns="27432" bIns="27432">
            <a:noAutofit/>
          </a:bodyPr>
          <a:lstStyle/>
          <a:p>
            <a:pPr algn="ctr"/>
            <a:r>
              <a:rPr sz="1400" b="1">
                <a:solidFill>
                  <a:srgbClr val="000000"/>
                </a:solidFill>
              </a:rPr>
              <a:t>Inbound adapter</a:t>
            </a:r>
          </a:p>
          <a:p>
            <a:pPr algn="ctr"/>
            <a:r>
              <a:rPr sz="1100">
                <a:solidFill>
                  <a:srgbClr val="2F2A95"/>
                </a:solidFill>
                <a:latin typeface="Consolas"/>
              </a:rPr>
              <a:t>OnTask()</a:t>
            </a:r>
            <a:r>
              <a:rPr sz="1100">
                <a:solidFill>
                  <a:srgbClr val="000000"/>
                </a:solidFill>
              </a:rPr>
              <a:t> at each CallInterval</a:t>
            </a:r>
          </a:p>
        </p:txBody>
      </p:sp>
      <p:cxnSp>
        <p:nvCxnSpPr>
          <p:cNvPr id="8" name="Connector 7"/>
          <p:cNvCxnSpPr/>
          <p:nvPr/>
        </p:nvCxnSpPr>
        <p:spPr>
          <a:xfrm>
            <a:off x="2651760" y="2674620"/>
            <a:ext cx="457200" cy="0"/>
          </a:xfrm>
          <a:prstGeom prst="line">
            <a:avLst/>
          </a:prstGeom>
          <a:ln w="22225">
            <a:solidFill>
              <a:srgbClr val="8FA9BC"/>
            </a:solidFill>
            <a:tailEnd type="triangle" w="med" len="med"/>
          </a:ln>
        </p:spPr>
      </p:cxnSp>
      <p:sp>
        <p:nvSpPr>
          <p:cNvPr id="9" name="Rounded Rectangle 8"/>
          <p:cNvSpPr/>
          <p:nvPr/>
        </p:nvSpPr>
        <p:spPr>
          <a:xfrm>
            <a:off x="6309360" y="2103120"/>
            <a:ext cx="3017520" cy="1143000"/>
          </a:xfrm>
          <a:prstGeom prst="roundRect">
            <a:avLst>
              <a:gd name="adj" fmla="val 11520"/>
            </a:avLst>
          </a:prstGeom>
          <a:solidFill>
            <a:srgbClr val="006990"/>
          </a:solidFill>
          <a:ln>
            <a:noFill/>
          </a:ln>
        </p:spPr>
        <p:txBody>
          <a:bodyPr rtlCol="0" anchor="ctr" wrap="square" lIns="54864" rIns="54864" tIns="27432" bIns="27432">
            <a:noAutofit/>
          </a:bodyPr>
          <a:lstStyle/>
          <a:p>
            <a:pPr algn="ctr"/>
            <a:r>
              <a:rPr sz="1400" b="1">
                <a:solidFill>
                  <a:srgbClr val="FFFFFF"/>
                </a:solidFill>
              </a:rPr>
              <a:t>Business service</a:t>
            </a:r>
          </a:p>
          <a:p>
            <a:pPr algn="ctr"/>
            <a:r>
              <a:rPr sz="1100">
                <a:solidFill>
                  <a:srgbClr val="FFFFFF"/>
                </a:solidFill>
                <a:latin typeface="Consolas"/>
              </a:rPr>
              <a:t>ProcessInput()</a:t>
            </a:r>
            <a:r>
              <a:rPr sz="1100">
                <a:solidFill>
                  <a:srgbClr val="FFFFFF"/>
                </a:solidFill>
              </a:rPr>
              <a:t> → </a:t>
            </a:r>
            <a:r>
              <a:rPr sz="1100">
                <a:solidFill>
                  <a:srgbClr val="FFFFFF"/>
                </a:solidFill>
                <a:latin typeface="Consolas"/>
              </a:rPr>
              <a:t>OnProcessInput()</a:t>
            </a:r>
          </a:p>
        </p:txBody>
      </p:sp>
      <p:cxnSp>
        <p:nvCxnSpPr>
          <p:cNvPr id="10" name="Connector 9"/>
          <p:cNvCxnSpPr/>
          <p:nvPr/>
        </p:nvCxnSpPr>
        <p:spPr>
          <a:xfrm>
            <a:off x="5852160" y="2674620"/>
            <a:ext cx="457200" cy="0"/>
          </a:xfrm>
          <a:prstGeom prst="line">
            <a:avLst/>
          </a:prstGeom>
          <a:ln w="22225">
            <a:solidFill>
              <a:srgbClr val="8FA9BC"/>
            </a:solidFill>
            <a:tailEnd type="triangle" w="med" len="med"/>
          </a:ln>
        </p:spPr>
      </p:cxnSp>
      <p:sp>
        <p:nvSpPr>
          <p:cNvPr id="11" name="Rounded Rectangle 10"/>
          <p:cNvSpPr/>
          <p:nvPr/>
        </p:nvSpPr>
        <p:spPr>
          <a:xfrm>
            <a:off x="9784080" y="2103120"/>
            <a:ext cx="1865376" cy="1143000"/>
          </a:xfrm>
          <a:prstGeom prst="roundRect">
            <a:avLst>
              <a:gd name="adj" fmla="val 11520"/>
            </a:avLst>
          </a:prstGeom>
          <a:solidFill>
            <a:srgbClr val="E6F0F7"/>
          </a:solidFill>
          <a:ln>
            <a:noFill/>
          </a:ln>
        </p:spPr>
        <p:txBody>
          <a:bodyPr rtlCol="0" anchor="ctr" wrap="square" lIns="54864" rIns="54864" tIns="27432" bIns="27432">
            <a:noAutofit/>
          </a:bodyPr>
          <a:lstStyle/>
          <a:p>
            <a:pPr algn="ctr"/>
            <a:r>
              <a:rPr sz="1400" b="1">
                <a:solidFill>
                  <a:srgbClr val="000000"/>
                </a:solidFill>
              </a:rPr>
              <a:t>Business process</a:t>
            </a:r>
          </a:p>
        </p:txBody>
      </p:sp>
      <p:cxnSp>
        <p:nvCxnSpPr>
          <p:cNvPr id="12" name="Connector 11"/>
          <p:cNvCxnSpPr/>
          <p:nvPr/>
        </p:nvCxnSpPr>
        <p:spPr>
          <a:xfrm>
            <a:off x="9326880" y="2674620"/>
            <a:ext cx="457200" cy="0"/>
          </a:xfrm>
          <a:prstGeom prst="line">
            <a:avLst/>
          </a:prstGeom>
          <a:ln w="22225">
            <a:solidFill>
              <a:srgbClr val="8FA9BC"/>
            </a:solidFill>
            <a:tailEnd type="triangle" w="med" len="med"/>
          </a:ln>
        </p:spPr>
      </p:cxnSp>
      <p:sp>
        <p:nvSpPr>
          <p:cNvPr id="13" name="Rounded Rectangle 12"/>
          <p:cNvSpPr/>
          <p:nvPr/>
        </p:nvSpPr>
        <p:spPr>
          <a:xfrm>
            <a:off x="548640" y="4114800"/>
            <a:ext cx="2103120" cy="1143000"/>
          </a:xfrm>
          <a:prstGeom prst="roundRect">
            <a:avLst>
              <a:gd name="adj" fmla="val 11520"/>
            </a:avLst>
          </a:prstGeom>
          <a:solidFill>
            <a:srgbClr val="E6F0F7"/>
          </a:solidFill>
          <a:ln>
            <a:noFill/>
          </a:ln>
        </p:spPr>
        <p:txBody>
          <a:bodyPr rtlCol="0" anchor="ctr" wrap="square" lIns="54864" rIns="54864" tIns="27432" bIns="27432">
            <a:noAutofit/>
          </a:bodyPr>
          <a:lstStyle/>
          <a:p>
            <a:pPr algn="ctr"/>
            <a:r>
              <a:rPr sz="1400" b="1">
                <a:solidFill>
                  <a:srgbClr val="000000"/>
                </a:solidFill>
              </a:rPr>
              <a:t>Business process</a:t>
            </a:r>
          </a:p>
        </p:txBody>
      </p:sp>
      <p:sp>
        <p:nvSpPr>
          <p:cNvPr id="14" name="Rounded Rectangle 13"/>
          <p:cNvSpPr/>
          <p:nvPr/>
        </p:nvSpPr>
        <p:spPr>
          <a:xfrm>
            <a:off x="3108960" y="4114800"/>
            <a:ext cx="2743200" cy="1143000"/>
          </a:xfrm>
          <a:prstGeom prst="roundRect">
            <a:avLst>
              <a:gd name="adj" fmla="val 11520"/>
            </a:avLst>
          </a:prstGeom>
          <a:solidFill>
            <a:srgbClr val="006990"/>
          </a:solidFill>
          <a:ln>
            <a:noFill/>
          </a:ln>
        </p:spPr>
        <p:txBody>
          <a:bodyPr rtlCol="0" anchor="ctr" wrap="square" lIns="54864" rIns="54864" tIns="27432" bIns="27432">
            <a:noAutofit/>
          </a:bodyPr>
          <a:lstStyle/>
          <a:p>
            <a:pPr algn="ctr"/>
            <a:r>
              <a:rPr sz="1400" b="1">
                <a:solidFill>
                  <a:srgbClr val="FFFFFF"/>
                </a:solidFill>
              </a:rPr>
              <a:t>Business operation</a:t>
            </a:r>
          </a:p>
          <a:p>
            <a:pPr algn="ctr"/>
            <a:r>
              <a:rPr sz="1100">
                <a:solidFill>
                  <a:srgbClr val="FFFFFF"/>
                </a:solidFill>
                <a:latin typeface="Consolas"/>
              </a:rPr>
              <a:t>..Adapter.Method()</a:t>
            </a:r>
          </a:p>
        </p:txBody>
      </p:sp>
      <p:cxnSp>
        <p:nvCxnSpPr>
          <p:cNvPr id="15" name="Connector 14"/>
          <p:cNvCxnSpPr/>
          <p:nvPr/>
        </p:nvCxnSpPr>
        <p:spPr>
          <a:xfrm>
            <a:off x="2651760" y="4686300"/>
            <a:ext cx="457200" cy="0"/>
          </a:xfrm>
          <a:prstGeom prst="line">
            <a:avLst/>
          </a:prstGeom>
          <a:ln w="22225">
            <a:solidFill>
              <a:srgbClr val="8FA9BC"/>
            </a:solidFill>
            <a:tailEnd type="triangle" w="med" len="med"/>
          </a:ln>
        </p:spPr>
      </p:cxnSp>
      <p:sp>
        <p:nvSpPr>
          <p:cNvPr id="16" name="Rounded Rectangle 15"/>
          <p:cNvSpPr/>
          <p:nvPr/>
        </p:nvSpPr>
        <p:spPr>
          <a:xfrm>
            <a:off x="6309360" y="4114800"/>
            <a:ext cx="3017520" cy="1143000"/>
          </a:xfrm>
          <a:prstGeom prst="roundRect">
            <a:avLst>
              <a:gd name="adj" fmla="val 11520"/>
            </a:avLst>
          </a:prstGeom>
          <a:solidFill>
            <a:srgbClr val="E6F0F7"/>
          </a:solidFill>
          <a:ln>
            <a:noFill/>
          </a:ln>
        </p:spPr>
        <p:txBody>
          <a:bodyPr rtlCol="0" anchor="ctr" wrap="square" lIns="54864" rIns="54864" tIns="27432" bIns="27432">
            <a:noAutofit/>
          </a:bodyPr>
          <a:lstStyle/>
          <a:p>
            <a:pPr algn="ctr"/>
            <a:r>
              <a:rPr sz="1400" b="1">
                <a:solidFill>
                  <a:srgbClr val="000000"/>
                </a:solidFill>
              </a:rPr>
              <a:t>Outbound adapter</a:t>
            </a:r>
          </a:p>
          <a:p>
            <a:pPr algn="ctr"/>
            <a:r>
              <a:rPr sz="1100">
                <a:solidFill>
                  <a:srgbClr val="2F2A95"/>
                </a:solidFill>
                <a:latin typeface="Consolas"/>
              </a:rPr>
              <a:t>Method()</a:t>
            </a:r>
          </a:p>
        </p:txBody>
      </p:sp>
      <p:cxnSp>
        <p:nvCxnSpPr>
          <p:cNvPr id="17" name="Connector 16"/>
          <p:cNvCxnSpPr/>
          <p:nvPr/>
        </p:nvCxnSpPr>
        <p:spPr>
          <a:xfrm>
            <a:off x="5852160" y="4686300"/>
            <a:ext cx="457200" cy="0"/>
          </a:xfrm>
          <a:prstGeom prst="line">
            <a:avLst/>
          </a:prstGeom>
          <a:ln w="22225">
            <a:solidFill>
              <a:srgbClr val="8FA9BC"/>
            </a:solidFill>
            <a:tailEnd type="triangle" w="med" len="med"/>
          </a:ln>
        </p:spPr>
      </p:cxnSp>
      <p:sp>
        <p:nvSpPr>
          <p:cNvPr id="18" name="Rounded Rectangle 17"/>
          <p:cNvSpPr/>
          <p:nvPr/>
        </p:nvSpPr>
        <p:spPr>
          <a:xfrm>
            <a:off x="9784080" y="4114800"/>
            <a:ext cx="1865376" cy="1143000"/>
          </a:xfrm>
          <a:prstGeom prst="roundRect">
            <a:avLst>
              <a:gd name="adj" fmla="val 11520"/>
            </a:avLst>
          </a:prstGeom>
          <a:solidFill>
            <a:srgbClr val="FFFFFF"/>
          </a:solidFill>
          <a:ln w="12700">
            <a:solidFill>
              <a:srgbClr val="8FA9BC"/>
            </a:solidFill>
          </a:ln>
        </p:spPr>
        <p:txBody>
          <a:bodyPr rtlCol="0" anchor="ctr" wrap="square" lIns="54864" rIns="54864" tIns="27432" bIns="27432">
            <a:noAutofit/>
          </a:bodyPr>
          <a:lstStyle/>
          <a:p>
            <a:pPr algn="ctr"/>
            <a:r>
              <a:rPr sz="1400" b="1">
                <a:solidFill>
                  <a:srgbClr val="000000"/>
                </a:solidFill>
              </a:rPr>
              <a:t>External application</a:t>
            </a:r>
          </a:p>
        </p:txBody>
      </p:sp>
      <p:cxnSp>
        <p:nvCxnSpPr>
          <p:cNvPr id="19" name="Connector 18"/>
          <p:cNvCxnSpPr/>
          <p:nvPr/>
        </p:nvCxnSpPr>
        <p:spPr>
          <a:xfrm>
            <a:off x="9326880" y="4686300"/>
            <a:ext cx="457200" cy="0"/>
          </a:xfrm>
          <a:prstGeom prst="line">
            <a:avLst/>
          </a:prstGeom>
          <a:ln w="22225">
            <a:solidFill>
              <a:srgbClr val="8FA9BC"/>
            </a:solidFill>
            <a:tailEnd type="triangle" w="med" len="med"/>
          </a:ln>
        </p:spPr>
      </p:cxnSp>
      <p:sp>
        <p:nvSpPr>
          <p:cNvPr id="20" name="TextBox 19"/>
          <p:cNvSpPr txBox="1"/>
          <p:nvPr/>
        </p:nvSpPr>
        <p:spPr>
          <a:xfrm>
            <a:off x="548640" y="5486400"/>
            <a:ext cx="11100816" cy="777240"/>
          </a:xfrm>
          <a:prstGeom prst="rect">
            <a:avLst/>
          </a:prstGeom>
          <a:noFill/>
        </p:spPr>
        <p:txBody>
          <a:bodyPr wrap="square" anchor="t" lIns="36576" rIns="36576" tIns="36576" bIns="36576">
            <a:noAutofit/>
          </a:bodyPr>
          <a:lstStyle/>
          <a:p>
            <a:pPr marL="256032" indent="-219456">
              <a:spcAft>
                <a:spcPts val="400"/>
              </a:spcAft>
              <a:buClr>
                <a:srgbClr val="000000"/>
              </a:buClr>
              <a:buFont typeface="Arial"/>
              <a:buChar char="•"/>
            </a:pPr>
            <a:r>
              <a:rPr sz="1500">
                <a:solidFill>
                  <a:srgbClr val="000000"/>
                </a:solidFill>
              </a:rPr>
              <a:t>If the work of the service takes longer than CallInterval, IRIS calls </a:t>
            </a:r>
            <a:r>
              <a:rPr sz="1500">
                <a:solidFill>
                  <a:srgbClr val="2F2A95"/>
                </a:solidFill>
                <a:latin typeface="Consolas"/>
              </a:rPr>
              <a:t>OnTask()</a:t>
            </a:r>
            <a:r>
              <a:rPr sz="1500">
                <a:solidFill>
                  <a:srgbClr val="000000"/>
                </a:solidFill>
              </a:rPr>
              <a:t> again at once.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Credentials</a:t>
            </a:r>
          </a:p>
        </p:txBody>
      </p:sp>
      <p:sp>
        <p:nvSpPr>
          <p:cNvPr id="3" name="Content Placeholder 2"/>
          <p:cNvSpPr>
            <a:spLocks noGrp="1"/>
          </p:cNvSpPr>
          <p:nvPr>
            <p:ph idx="1"/>
          </p:nvPr>
        </p:nvSpPr>
        <p:spPr/>
        <p:txBody>
          <a:bodyPr/>
          <a:lstStyle/>
          <a:p>
            <a:pPr>
              <a:spcAft>
                <a:spcPts val="1400"/>
              </a:spcAft>
              <a:buClr>
                <a:srgbClr val="000000"/>
              </a:buClr>
            </a:pPr>
            <a:r>
              <a:rPr sz="2000"/>
              <a:t>Interoperability › Configure › Credentials</a:t>
            </a:r>
          </a:p>
          <a:p>
            <a:pPr>
              <a:spcAft>
                <a:spcPts val="1400"/>
              </a:spcAft>
              <a:buClr>
                <a:srgbClr val="000000"/>
              </a:buClr>
            </a:pPr>
            <a:r>
              <a:rPr sz="2000"/>
              <a:t>Each set of credentials has an ID, a username and a password</a:t>
            </a:r>
          </a:p>
          <a:p>
            <a:pPr>
              <a:spcAft>
                <a:spcPts val="1400"/>
              </a:spcAft>
              <a:buClr>
                <a:srgbClr val="000000"/>
              </a:buClr>
            </a:pPr>
            <a:r>
              <a:rPr sz="2000"/>
              <a:t>Give the ID in the Credentials setting of an adapter</a:t>
            </a:r>
          </a:p>
          <a:p>
            <a:pPr>
              <a:spcAft>
                <a:spcPts val="1400"/>
              </a:spcAft>
              <a:buClr>
                <a:srgbClr val="000000"/>
              </a:buClr>
            </a:pPr>
            <a:r>
              <a:rPr sz="2000"/>
              <a:t>In code: </a:t>
            </a:r>
            <a:r>
              <a:rPr sz="2000">
                <a:solidFill>
                  <a:srgbClr val="2F2A95"/>
                </a:solidFill>
                <a:latin typeface="Consolas"/>
              </a:rPr>
              <a:t>##class(Ens.Config.Credentials).%OpenId(id)</a:t>
            </a:r>
          </a:p>
          <a:p>
            <a:pPr>
              <a:spcAft>
                <a:spcPts val="1400"/>
              </a:spcAft>
              <a:buClr>
                <a:srgbClr val="000000"/>
              </a:buClr>
            </a:pPr>
            <a:r>
              <a:rPr sz="2000"/>
              <a:t>All users who can see a setting can read its value. Credentials keep the password hidden</a:t>
            </a:r>
          </a:p>
        </p:txBody>
      </p:sp>
      <p:sp>
        <p:nvSpPr>
          <p:cNvPr id="4" name="Text Placeholder 3"/>
          <p:cNvSpPr>
            <a:spLocks noGrp="1"/>
          </p:cNvSpPr>
          <p:nvPr>
            <p:ph type="body" idx="14" sz="quarter"/>
          </p:nvPr>
        </p:nvSpPr>
        <p:spPr/>
        <p:txBody>
          <a:bodyPr/>
          <a:lstStyle/>
          <a:p>
            <a:pPr>
              <a:buClr>
                <a:srgbClr val="000000"/>
              </a:buClr>
            </a:pPr>
            <a:r>
              <a:rPr/>
              <a:t>Keep usernames and passwords in credentials, not in settings or code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Alerts</a:t>
            </a:r>
          </a:p>
        </p:txBody>
      </p:sp>
      <p:sp>
        <p:nvSpPr>
          <p:cNvPr id="3" name="Content Placeholder 2"/>
          <p:cNvSpPr>
            <a:spLocks noGrp="1"/>
          </p:cNvSpPr>
          <p:nvPr>
            <p:ph idx="1"/>
          </p:nvPr>
        </p:nvSpPr>
        <p:spPr/>
        <p:txBody>
          <a:bodyPr/>
          <a:lstStyle/>
          <a:p>
            <a:pPr>
              <a:spcAft>
                <a:spcPts val="1400"/>
              </a:spcAft>
              <a:buClr>
                <a:srgbClr val="000000"/>
              </a:buClr>
            </a:pPr>
            <a:r>
              <a:rPr sz="2000"/>
              <a:t>Send an alert from any item with </a:t>
            </a:r>
            <a:r>
              <a:rPr sz="2000">
                <a:solidFill>
                  <a:srgbClr val="2F2A95"/>
                </a:solidFill>
                <a:latin typeface="Consolas"/>
              </a:rPr>
              <a:t>..SendAlert()</a:t>
            </a:r>
            <a:r>
              <a:rPr sz="2000"/>
              <a:t>, or with the alert activity in BPL</a:t>
            </a:r>
          </a:p>
          <a:p>
            <a:pPr>
              <a:spcAft>
                <a:spcPts val="1400"/>
              </a:spcAft>
              <a:buClr>
                <a:srgbClr val="000000"/>
              </a:buClr>
            </a:pPr>
            <a:r>
              <a:rPr sz="2000"/>
              <a:t>Set Alert On Error: the item sends an alert when it has an error</a:t>
            </a:r>
          </a:p>
          <a:p>
            <a:pPr>
              <a:spcAft>
                <a:spcPts val="1400"/>
              </a:spcAft>
              <a:buClr>
                <a:srgbClr val="000000"/>
              </a:buClr>
            </a:pPr>
            <a:r>
              <a:rPr sz="2000"/>
              <a:t>Alert Grace Period and Alert Retry Grace Period give a connection time to recover first</a:t>
            </a:r>
          </a:p>
          <a:p>
            <a:pPr>
              <a:spcAft>
                <a:spcPts val="1400"/>
              </a:spcAft>
              <a:buClr>
                <a:srgbClr val="000000"/>
              </a:buClr>
            </a:pPr>
            <a:r>
              <a:rPr sz="2000"/>
              <a:t>IRIS writes each alert to the Event Log</a:t>
            </a:r>
          </a:p>
          <a:p>
            <a:pPr>
              <a:spcAft>
                <a:spcPts val="1400"/>
              </a:spcAft>
              <a:buClr>
                <a:srgbClr val="000000"/>
              </a:buClr>
            </a:pPr>
            <a:r>
              <a:rPr sz="2000"/>
              <a:t>To send alerts to people, add an item with the name </a:t>
            </a:r>
            <a:r>
              <a:rPr sz="2000">
                <a:solidFill>
                  <a:srgbClr val="2F2A95"/>
                </a:solidFill>
                <a:latin typeface="Consolas"/>
              </a:rPr>
              <a:t>Ens.Alert</a:t>
            </a:r>
            <a:r>
              <a:rPr sz="2000"/>
              <a:t>. All alerts go to it</a:t>
            </a:r>
          </a:p>
        </p:txBody>
      </p:sp>
      <p:sp>
        <p:nvSpPr>
          <p:cNvPr id="4" name="Text Placeholder 3"/>
          <p:cNvSpPr>
            <a:spLocks noGrp="1"/>
          </p:cNvSpPr>
          <p:nvPr>
            <p:ph type="body" idx="14" sz="quarter"/>
          </p:nvPr>
        </p:nvSpPr>
        <p:spPr/>
        <p:txBody>
          <a:bodyPr/>
          <a:lstStyle/>
          <a:p>
            <a:pPr>
              <a:buClr>
                <a:srgbClr val="000000"/>
              </a:buClr>
            </a:pPr>
            <a:r>
              <a:rPr/>
              <a:t>An alert tells people about a problem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 sz="half"/>
          </p:nvPr>
        </p:nvSpPr>
        <p:spPr/>
        <p:txBody>
          <a:bodyPr anchor="ctr"/>
          <a:lstStyle/>
          <a:p>
            <a:pPr>
              <a:spcAft>
                <a:spcPts val="1800"/>
              </a:spcAft>
              <a:buClr>
                <a:srgbClr val="000000"/>
              </a:buClr>
            </a:pPr>
            <a:r>
              <a:rPr sz="2200"/>
              <a:t>Decide the names before you build</a:t>
            </a:r>
          </a:p>
          <a:p>
            <a:pPr>
              <a:spcAft>
                <a:spcPts val="1800"/>
              </a:spcAft>
              <a:buClr>
                <a:srgbClr val="000000"/>
              </a:buClr>
            </a:pPr>
            <a:r>
              <a:rPr sz="2200"/>
              <a:t>SETTINGS shows your properties in the portal</a:t>
            </a:r>
          </a:p>
          <a:p>
            <a:pPr>
              <a:spcAft>
                <a:spcPts val="1800"/>
              </a:spcAft>
              <a:buClr>
                <a:srgbClr val="000000"/>
              </a:buClr>
            </a:pPr>
            <a:r>
              <a:rPr sz="2200"/>
              <a:t>Routers send messages to targets with no code</a:t>
            </a:r>
          </a:p>
          <a:p>
            <a:pPr>
              <a:spcAft>
                <a:spcPts val="1800"/>
              </a:spcAft>
              <a:buClr>
                <a:srgbClr val="000000"/>
              </a:buClr>
            </a:pPr>
            <a:r>
              <a:rPr sz="2200"/>
              <a:t>Pool sizes control the jobs. Pool Size 1 keeps FIFO order</a:t>
            </a:r>
          </a:p>
          <a:p>
            <a:pPr>
              <a:spcAft>
                <a:spcPts val="1800"/>
              </a:spcAft>
              <a:buClr>
                <a:srgbClr val="000000"/>
              </a:buClr>
            </a:pPr>
            <a:r>
              <a:rPr sz="2200"/>
              <a:t>Keep passwords in credentials</a:t>
            </a:r>
          </a:p>
          <a:p>
            <a:pPr>
              <a:spcAft>
                <a:spcPts val="1800"/>
              </a:spcAft>
              <a:buClr>
                <a:srgbClr val="000000"/>
              </a:buClr>
            </a:pPr>
            <a:r>
              <a:rPr sz="2200"/>
              <a:t>Ens.Alert gets all the alerts</a:t>
            </a:r>
          </a:p>
        </p:txBody>
      </p:sp>
      <p:sp>
        <p:nvSpPr>
          <p:cNvPr id="3" name="Title 2"/>
          <p:cNvSpPr>
            <a:spLocks noGrp="1"/>
          </p:cNvSpPr>
          <p:nvPr>
            <p:ph type="title"/>
          </p:nvPr>
        </p:nvSpPr>
        <p:spPr/>
        <p:txBody>
          <a:bodyPr/>
          <a:lstStyle/>
          <a:p>
            <a:pPr>
              <a:buClr>
                <a:srgbClr val="000000"/>
              </a:buClr>
            </a:pPr>
            <a:r>
              <a:rPr/>
              <a:t>Key points: Production Design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Scheduled Tasks</a:t>
            </a:r>
          </a:p>
        </p:txBody>
      </p:sp>
      <p:sp>
        <p:nvSpPr>
          <p:cNvPr id="3" name="Text Placeholder 2"/>
          <p:cNvSpPr>
            <a:spLocks noGrp="1"/>
          </p:cNvSpPr>
          <p:nvPr>
            <p:ph type="body" idx="1"/>
          </p:nvPr>
        </p:nvSpPr>
        <p:spPr/>
        <p:txBody>
          <a:bodyPr/>
          <a:lstStyle/>
          <a:p>
            <a:pPr>
              <a:buClr>
                <a:srgbClr val="000000"/>
              </a:buClr>
            </a:pPr>
            <a:r>
              <a:rPr/>
              <a:t>Run a job at a time that you set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The Task Manager</a:t>
            </a:r>
          </a:p>
        </p:txBody>
      </p:sp>
      <p:sp>
        <p:nvSpPr>
          <p:cNvPr id="3" name="Content Placeholder 2"/>
          <p:cNvSpPr>
            <a:spLocks noGrp="1"/>
          </p:cNvSpPr>
          <p:nvPr>
            <p:ph idx="1"/>
          </p:nvPr>
        </p:nvSpPr>
        <p:spPr/>
        <p:txBody>
          <a:bodyPr/>
          <a:lstStyle/>
          <a:p>
            <a:pPr>
              <a:spcAft>
                <a:spcPts val="1400"/>
              </a:spcAft>
              <a:buClr>
                <a:srgbClr val="000000"/>
              </a:buClr>
            </a:pPr>
            <a:r>
              <a:rPr sz="2000"/>
              <a:t>System Operation › Task Manager</a:t>
            </a:r>
          </a:p>
          <a:p>
            <a:pPr>
              <a:spcAft>
                <a:spcPts val="1400"/>
              </a:spcAft>
              <a:buClr>
                <a:srgbClr val="000000"/>
              </a:buClr>
            </a:pPr>
            <a:r>
              <a:rPr sz="2000"/>
              <a:t>Use it for jobs such as clean-up, purge and reports</a:t>
            </a:r>
          </a:p>
          <a:p>
            <a:pPr>
              <a:spcAft>
                <a:spcPts val="1400"/>
              </a:spcAft>
              <a:buClr>
                <a:srgbClr val="000000"/>
              </a:buClr>
            </a:pPr>
            <a:r>
              <a:rPr sz="2000"/>
              <a:t>IRIS has many built-in tasks, for example a purge of old interoperability messages</a:t>
            </a:r>
          </a:p>
          <a:p>
            <a:pPr>
              <a:spcAft>
                <a:spcPts val="1400"/>
              </a:spcAft>
              <a:buClr>
                <a:srgbClr val="000000"/>
              </a:buClr>
            </a:pPr>
            <a:r>
              <a:rPr sz="2000"/>
              <a:t>Schedule: daily, weekly, monthly, or after each start of the system. Or run a task on demand</a:t>
            </a:r>
          </a:p>
          <a:p>
            <a:pPr>
              <a:spcAft>
                <a:spcPts val="1400"/>
              </a:spcAft>
              <a:buClr>
                <a:srgbClr val="000000"/>
              </a:buClr>
            </a:pPr>
            <a:r>
              <a:rPr sz="2000"/>
              <a:t>The Task Schedule shows the next run. History shows each run and its result</a:t>
            </a:r>
          </a:p>
        </p:txBody>
      </p:sp>
      <p:sp>
        <p:nvSpPr>
          <p:cNvPr id="4" name="Text Placeholder 3"/>
          <p:cNvSpPr>
            <a:spLocks noGrp="1"/>
          </p:cNvSpPr>
          <p:nvPr>
            <p:ph type="body" idx="14" sz="quarter"/>
          </p:nvPr>
        </p:nvSpPr>
        <p:spPr/>
        <p:txBody>
          <a:bodyPr/>
          <a:lstStyle/>
          <a:p>
            <a:pPr>
              <a:buClr>
                <a:srgbClr val="000000"/>
              </a:buClr>
            </a:pPr>
            <a:r>
              <a:rPr/>
              <a:t>The Task Manager runs a class at a time that you set. It is not a part of a production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Write a Task</a:t>
            </a:r>
          </a:p>
        </p:txBody>
      </p:sp>
      <p:sp>
        <p:nvSpPr>
          <p:cNvPr id="3" name="Text Placeholder 2"/>
          <p:cNvSpPr>
            <a:spLocks noGrp="1"/>
          </p:cNvSpPr>
          <p:nvPr>
            <p:ph type="body" idx="13" sz="quarter"/>
          </p:nvPr>
        </p:nvSpPr>
        <p:spPr/>
        <p:txBody>
          <a:bodyPr/>
          <a:lstStyle/>
          <a:p>
            <a:pPr>
              <a:buClr>
                <a:srgbClr val="000000"/>
              </a:buClr>
            </a:pPr>
            <a:r>
              <a:rPr/>
              <a:t>A task class extends %SYS.Task.Definition</a:t>
            </a:r>
          </a:p>
        </p:txBody>
      </p:sp>
      <p:sp>
        <p:nvSpPr>
          <p:cNvPr id="4" name="Rectangle 3"/>
          <p:cNvSpPr/>
          <p:nvPr/>
        </p:nvSpPr>
        <p:spPr>
          <a:xfrm>
            <a:off x="548640" y="1783080"/>
            <a:ext cx="5852160" cy="3139440"/>
          </a:xfrm>
          <a:prstGeom prst="rect">
            <a:avLst/>
          </a:prstGeom>
          <a:solidFill>
            <a:srgbClr val="F3F4F7"/>
          </a:solidFill>
          <a:ln w="12700">
            <a:solidFill>
              <a:srgbClr val="D3D8DE"/>
            </a:solidFill>
          </a:ln>
        </p:spPr>
        <p:txBody>
          <a:bodyPr rtlCol="0" anchor="t" wrap="square" lIns="128016" rIns="128016" tIns="128016" bIns="128016">
            <a:noAutofit/>
          </a:bodyPr>
          <a:lstStyle/>
          <a:p>
            <a:pPr algn="l"/>
            <a:r>
              <a:rPr sz="1300">
                <a:solidFill>
                  <a:srgbClr val="1F2A44"/>
                </a:solidFill>
                <a:latin typeface="Consolas"/>
              </a:rPr>
              <a:t>Class Insurligent.Task.SFTPCleanup</a:t>
            </a:r>
          </a:p>
          <a:p>
            <a:pPr algn="l"/>
            <a:r>
              <a:rPr sz="1300">
                <a:solidFill>
                  <a:srgbClr val="1F2A44"/>
                </a:solidFill>
                <a:latin typeface="Consolas"/>
              </a:rPr>
              <a:t>  Extends %SYS.Task.Definition</a:t>
            </a:r>
          </a:p>
          <a:p>
            <a:pPr algn="l"/>
            <a:r>
              <a:rPr sz="1300">
                <a:solidFill>
                  <a:srgbClr val="1F2A44"/>
                </a:solidFill>
                <a:latin typeface="Consolas"/>
              </a:rPr>
              <a:t>{</a:t>
            </a:r>
          </a:p>
          <a:p>
            <a:pPr algn="l"/>
            <a:r>
              <a:rPr sz="1300">
                <a:solidFill>
                  <a:srgbClr val="1F2A44"/>
                </a:solidFill>
                <a:latin typeface="Consolas"/>
              </a:rPr>
              <a:t>Parameter TaskName = "Insurligent SFTP clean-up";</a:t>
            </a:r>
          </a:p>
          <a:p>
            <a:pPr algn="l"/>
            <a:r>
              <a:rPr sz="1300">
                <a:solidFill>
                  <a:srgbClr val="1F2A44"/>
                </a:solidFill>
                <a:latin typeface="Consolas"/>
              </a:rPr>
              <a:t/>
            </a:r>
          </a:p>
          <a:p>
            <a:pPr algn="l"/>
            <a:r>
              <a:rPr sz="1300">
                <a:solidFill>
                  <a:srgbClr val="1F2A44"/>
                </a:solidFill>
                <a:latin typeface="Consolas"/>
              </a:rPr>
              <a:t>/// Each property is a setting of the task.</a:t>
            </a:r>
          </a:p>
          <a:p>
            <a:pPr algn="l"/>
            <a:r>
              <a:rPr sz="1300">
                <a:solidFill>
                  <a:srgbClr val="1F2A44"/>
                </a:solidFill>
                <a:latin typeface="Consolas"/>
              </a:rPr>
              <a:t>Property Days As %Integer [ InitialExpression = 7 ];</a:t>
            </a:r>
          </a:p>
          <a:p>
            <a:pPr algn="l"/>
            <a:r>
              <a:rPr sz="1300">
                <a:solidFill>
                  <a:srgbClr val="1F2A44"/>
                </a:solidFill>
                <a:latin typeface="Consolas"/>
              </a:rPr>
              <a:t/>
            </a:r>
          </a:p>
          <a:p>
            <a:pPr algn="l"/>
            <a:r>
              <a:rPr sz="1300">
                <a:solidFill>
                  <a:srgbClr val="1F2A44"/>
                </a:solidFill>
                <a:latin typeface="Consolas"/>
              </a:rPr>
              <a:t>Method OnTask() As %Status</a:t>
            </a:r>
          </a:p>
          <a:p>
            <a:pPr algn="l"/>
            <a:r>
              <a:rPr sz="1300">
                <a:solidFill>
                  <a:srgbClr val="1F2A44"/>
                </a:solidFill>
                <a:latin typeface="Consolas"/>
              </a:rPr>
              <a:t>{</a:t>
            </a:r>
          </a:p>
          <a:p>
            <a:pPr algn="l"/>
            <a:r>
              <a:rPr sz="1300">
                <a:solidFill>
                  <a:srgbClr val="1F2A44"/>
                </a:solidFill>
                <a:latin typeface="Consolas"/>
              </a:rPr>
              <a:t>    // Do the work here.</a:t>
            </a:r>
          </a:p>
          <a:p>
            <a:pPr algn="l"/>
            <a:r>
              <a:rPr sz="1300">
                <a:solidFill>
                  <a:srgbClr val="1F2A44"/>
                </a:solidFill>
                <a:latin typeface="Consolas"/>
              </a:rPr>
              <a:t>    Return $$$OK</a:t>
            </a:r>
          </a:p>
          <a:p>
            <a:pPr algn="l"/>
            <a:r>
              <a:rPr sz="1300">
                <a:solidFill>
                  <a:srgbClr val="1F2A44"/>
                </a:solidFill>
                <a:latin typeface="Consolas"/>
              </a:rPr>
              <a:t>}</a:t>
            </a:r>
          </a:p>
          <a:p>
            <a:pPr algn="l"/>
            <a:r>
              <a:rPr sz="1300">
                <a:solidFill>
                  <a:srgbClr val="1F2A44"/>
                </a:solidFill>
                <a:latin typeface="Consolas"/>
              </a:rPr>
              <a:t>}</a:t>
            </a:r>
          </a:p>
        </p:txBody>
      </p:sp>
      <p:sp>
        <p:nvSpPr>
          <p:cNvPr id="5" name="TextBox 4"/>
          <p:cNvSpPr txBox="1"/>
          <p:nvPr/>
        </p:nvSpPr>
        <p:spPr>
          <a:xfrm>
            <a:off x="6675120" y="1783080"/>
            <a:ext cx="4974336" cy="4480560"/>
          </a:xfrm>
          <a:prstGeom prst="rect">
            <a:avLst/>
          </a:prstGeom>
          <a:noFill/>
        </p:spPr>
        <p:txBody>
          <a:bodyPr wrap="square" anchor="t" lIns="36576" rIns="36576" tIns="36576" bIns="36576">
            <a:noAutofit/>
          </a:bodyPr>
          <a:lstStyle/>
          <a:p>
            <a:pPr marL="256032" indent="-219456">
              <a:spcAft>
                <a:spcPts val="1000"/>
              </a:spcAft>
              <a:buClr>
                <a:srgbClr val="000000"/>
              </a:buClr>
              <a:buFont typeface="Arial"/>
              <a:buChar char="•"/>
            </a:pPr>
            <a:r>
              <a:rPr sz="1600">
                <a:solidFill>
                  <a:srgbClr val="2F2A95"/>
                </a:solidFill>
                <a:latin typeface="Consolas"/>
              </a:rPr>
              <a:t>TaskName</a:t>
            </a:r>
            <a:r>
              <a:rPr sz="1600">
                <a:solidFill>
                  <a:srgbClr val="000000"/>
                </a:solidFill>
              </a:rPr>
              <a:t> is the name of the task type in the Task Manager</a:t>
            </a:r>
          </a:p>
          <a:p>
            <a:pPr marL="256032" indent="-219456">
              <a:spcAft>
                <a:spcPts val="1000"/>
              </a:spcAft>
              <a:buClr>
                <a:srgbClr val="000000"/>
              </a:buClr>
              <a:buFont typeface="Arial"/>
              <a:buChar char="•"/>
            </a:pPr>
            <a:r>
              <a:rPr sz="1600">
                <a:solidFill>
                  <a:srgbClr val="000000"/>
                </a:solidFill>
              </a:rPr>
              <a:t>Each property is a setting. You can change it when you schedule the task</a:t>
            </a:r>
          </a:p>
          <a:p>
            <a:pPr marL="256032" indent="-219456">
              <a:spcAft>
                <a:spcPts val="1000"/>
              </a:spcAft>
              <a:buClr>
                <a:srgbClr val="000000"/>
              </a:buClr>
              <a:buFont typeface="Arial"/>
              <a:buChar char="•"/>
            </a:pPr>
            <a:r>
              <a:rPr sz="1600">
                <a:solidFill>
                  <a:srgbClr val="2F2A95"/>
                </a:solidFill>
                <a:latin typeface="Consolas"/>
              </a:rPr>
              <a:t>OnTask()</a:t>
            </a:r>
            <a:r>
              <a:rPr sz="1600">
                <a:solidFill>
                  <a:srgbClr val="000000"/>
                </a:solidFill>
              </a:rPr>
              <a:t> does the work and returns a </a:t>
            </a:r>
            <a:r>
              <a:rPr sz="1600">
                <a:solidFill>
                  <a:srgbClr val="2F2A95"/>
                </a:solidFill>
                <a:latin typeface="Consolas"/>
              </a:rPr>
              <a:t>%Status</a:t>
            </a:r>
          </a:p>
          <a:p>
            <a:pPr marL="256032" indent="-219456">
              <a:spcAft>
                <a:spcPts val="1000"/>
              </a:spcAft>
              <a:buClr>
                <a:srgbClr val="000000"/>
              </a:buClr>
              <a:buFont typeface="Arial"/>
              <a:buChar char="•"/>
            </a:pPr>
            <a:r>
              <a:rPr sz="1600">
                <a:solidFill>
                  <a:srgbClr val="000000"/>
                </a:solidFill>
              </a:rPr>
              <a:t>Choose the namespace first: the list then shows the task types of that namespace</a:t>
            </a:r>
          </a:p>
          <a:p>
            <a:pPr marL="256032" indent="-219456">
              <a:spcAft>
                <a:spcPts val="1000"/>
              </a:spcAft>
              <a:buClr>
                <a:srgbClr val="000000"/>
              </a:buClr>
              <a:buFont typeface="Arial"/>
              <a:buChar char="•"/>
            </a:pPr>
            <a:r>
              <a:rPr sz="1600">
                <a:solidFill>
                  <a:srgbClr val="2F2A95"/>
                </a:solidFill>
                <a:latin typeface="Consolas"/>
              </a:rPr>
              <a:t>WriteToConsoleLog()</a:t>
            </a:r>
            <a:r>
              <a:rPr sz="1600">
                <a:solidFill>
                  <a:srgbClr val="000000"/>
                </a:solidFill>
              </a:rPr>
              <a:t> of </a:t>
            </a:r>
            <a:r>
              <a:rPr sz="1600">
                <a:solidFill>
                  <a:srgbClr val="2F2A95"/>
                </a:solidFill>
                <a:latin typeface="Consolas"/>
              </a:rPr>
              <a:t>%SYS.System</a:t>
            </a:r>
            <a:r>
              <a:rPr sz="1600">
                <a:solidFill>
                  <a:srgbClr val="000000"/>
                </a:solidFill>
              </a:rPr>
              <a:t> writes a line to messages.log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Files on a Remote Server</a:t>
            </a:r>
          </a:p>
        </p:txBody>
      </p:sp>
      <p:sp>
        <p:nvSpPr>
          <p:cNvPr id="3" name="Text Placeholder 2"/>
          <p:cNvSpPr>
            <a:spLocks noGrp="1"/>
          </p:cNvSpPr>
          <p:nvPr>
            <p:ph type="body" idx="1"/>
          </p:nvPr>
        </p:nvSpPr>
        <p:spPr/>
        <p:txBody>
          <a:bodyPr/>
          <a:lstStyle/>
          <a:p>
            <a:pPr>
              <a:buClr>
                <a:srgbClr val="000000"/>
              </a:buClr>
            </a:pPr>
            <a:r>
              <a:rPr sz="2200"/>
              <a:t>Inside a production</a:t>
            </a:r>
          </a:p>
        </p:txBody>
      </p:sp>
      <p:sp>
        <p:nvSpPr>
          <p:cNvPr id="4" name="Content Placeholder 3"/>
          <p:cNvSpPr>
            <a:spLocks noGrp="1"/>
          </p:cNvSpPr>
          <p:nvPr>
            <p:ph idx="2" sz="half"/>
          </p:nvPr>
        </p:nvSpPr>
        <p:spPr/>
        <p:txBody>
          <a:bodyPr/>
          <a:lstStyle/>
          <a:p>
            <a:pPr>
              <a:spcAft>
                <a:spcPts val="1200"/>
              </a:spcAft>
              <a:buClr>
                <a:srgbClr val="000000"/>
              </a:buClr>
            </a:pPr>
            <a:r>
              <a:rPr sz="1700"/>
              <a:t>Use the FTP adapters: </a:t>
            </a:r>
            <a:r>
              <a:rPr sz="1700">
                <a:solidFill>
                  <a:srgbClr val="2F2A95"/>
                </a:solidFill>
                <a:latin typeface="Consolas"/>
              </a:rPr>
              <a:t>EnsLib.FTP.InboundAdapter</a:t>
            </a:r>
            <a:r>
              <a:rPr sz="1700"/>
              <a:t> and </a:t>
            </a:r>
            <a:r>
              <a:rPr sz="1700">
                <a:solidFill>
                  <a:srgbClr val="2F2A95"/>
                </a:solidFill>
                <a:latin typeface="Consolas"/>
              </a:rPr>
              <a:t>EnsLib.FTP.OutboundAdapter</a:t>
            </a:r>
          </a:p>
          <a:p>
            <a:pPr>
              <a:spcAft>
                <a:spcPts val="1200"/>
              </a:spcAft>
              <a:buClr>
                <a:srgbClr val="000000"/>
              </a:buClr>
            </a:pPr>
            <a:r>
              <a:rPr sz="1700"/>
              <a:t>They support FTP, FTPS and SFTP</a:t>
            </a:r>
          </a:p>
          <a:p>
            <a:pPr>
              <a:spcAft>
                <a:spcPts val="1200"/>
              </a:spcAft>
              <a:buClr>
                <a:srgbClr val="000000"/>
              </a:buClr>
            </a:pPr>
            <a:r>
              <a:rPr sz="1700"/>
              <a:t>The Credentials setting gives the username and password</a:t>
            </a:r>
          </a:p>
        </p:txBody>
      </p:sp>
      <p:sp>
        <p:nvSpPr>
          <p:cNvPr id="5" name="Text Placeholder 4"/>
          <p:cNvSpPr>
            <a:spLocks noGrp="1"/>
          </p:cNvSpPr>
          <p:nvPr>
            <p:ph type="body" idx="3" sz="quarter"/>
          </p:nvPr>
        </p:nvSpPr>
        <p:spPr/>
        <p:txBody>
          <a:bodyPr/>
          <a:lstStyle/>
          <a:p>
            <a:pPr>
              <a:buClr>
                <a:srgbClr val="000000"/>
              </a:buClr>
            </a:pPr>
            <a:r>
              <a:rPr sz="2200"/>
              <a:t>In a task or other code</a:t>
            </a:r>
          </a:p>
        </p:txBody>
      </p:sp>
      <p:sp>
        <p:nvSpPr>
          <p:cNvPr id="6" name="Content Placeholder 5"/>
          <p:cNvSpPr>
            <a:spLocks noGrp="1"/>
          </p:cNvSpPr>
          <p:nvPr>
            <p:ph idx="4" sz="quarter"/>
          </p:nvPr>
        </p:nvSpPr>
        <p:spPr/>
        <p:txBody>
          <a:bodyPr/>
          <a:lstStyle/>
          <a:p>
            <a:pPr>
              <a:spcAft>
                <a:spcPts val="1200"/>
              </a:spcAft>
              <a:buClr>
                <a:srgbClr val="000000"/>
              </a:buClr>
            </a:pPr>
            <a:r>
              <a:rPr sz="1700"/>
              <a:t>Use </a:t>
            </a:r>
            <a:r>
              <a:rPr sz="1700">
                <a:solidFill>
                  <a:srgbClr val="2F2A95"/>
                </a:solidFill>
                <a:latin typeface="Consolas"/>
              </a:rPr>
              <a:t>%Net.SSH.Session</a:t>
            </a:r>
            <a:r>
              <a:rPr sz="1700"/>
              <a:t>: </a:t>
            </a:r>
            <a:r>
              <a:rPr sz="1700">
                <a:solidFill>
                  <a:srgbClr val="2F2A95"/>
                </a:solidFill>
                <a:latin typeface="Consolas"/>
              </a:rPr>
              <a:t>Connect()</a:t>
            </a:r>
            <a:r>
              <a:rPr sz="1700"/>
              <a:t>, </a:t>
            </a:r>
            <a:r>
              <a:rPr sz="1700">
                <a:solidFill>
                  <a:srgbClr val="2F2A95"/>
                </a:solidFill>
                <a:latin typeface="Consolas"/>
              </a:rPr>
              <a:t>AuthenticateWithUsername()</a:t>
            </a:r>
            <a:r>
              <a:rPr sz="1700"/>
              <a:t>, </a:t>
            </a:r>
            <a:r>
              <a:rPr sz="1700">
                <a:solidFill>
                  <a:srgbClr val="2F2A95"/>
                </a:solidFill>
                <a:latin typeface="Consolas"/>
              </a:rPr>
              <a:t>OpenSFTP()</a:t>
            </a:r>
          </a:p>
          <a:p>
            <a:pPr>
              <a:spcAft>
                <a:spcPts val="1200"/>
              </a:spcAft>
              <a:buClr>
                <a:srgbClr val="000000"/>
              </a:buClr>
            </a:pPr>
            <a:r>
              <a:rPr sz="1700">
                <a:solidFill>
                  <a:srgbClr val="2F2A95"/>
                </a:solidFill>
                <a:latin typeface="Consolas"/>
              </a:rPr>
              <a:t>%Net.SSH.SFTP</a:t>
            </a:r>
            <a:r>
              <a:rPr sz="1700"/>
              <a:t> has </a:t>
            </a:r>
            <a:r>
              <a:rPr sz="1700">
                <a:solidFill>
                  <a:srgbClr val="2F2A95"/>
                </a:solidFill>
                <a:latin typeface="Consolas"/>
              </a:rPr>
              <a:t>Dir()</a:t>
            </a:r>
            <a:r>
              <a:rPr sz="1700"/>
              <a:t>, </a:t>
            </a:r>
            <a:r>
              <a:rPr sz="1700">
                <a:solidFill>
                  <a:srgbClr val="2F2A95"/>
                </a:solidFill>
                <a:latin typeface="Consolas"/>
              </a:rPr>
              <a:t>Get()</a:t>
            </a:r>
            <a:r>
              <a:rPr sz="1700"/>
              <a:t>, </a:t>
            </a:r>
            <a:r>
              <a:rPr sz="1700">
                <a:solidFill>
                  <a:srgbClr val="2F2A95"/>
                </a:solidFill>
                <a:latin typeface="Consolas"/>
              </a:rPr>
              <a:t>Put()</a:t>
            </a:r>
            <a:r>
              <a:rPr sz="1700"/>
              <a:t> and </a:t>
            </a:r>
            <a:r>
              <a:rPr sz="1700">
                <a:solidFill>
                  <a:srgbClr val="2F2A95"/>
                </a:solidFill>
                <a:latin typeface="Consolas"/>
              </a:rPr>
              <a:t>Delete()</a:t>
            </a:r>
          </a:p>
          <a:p>
            <a:pPr>
              <a:spcAft>
                <a:spcPts val="1200"/>
              </a:spcAft>
              <a:buClr>
                <a:srgbClr val="000000"/>
              </a:buClr>
            </a:pPr>
            <a:r>
              <a:rPr sz="1700"/>
              <a:t>In a live system, check the host key of the server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Good Practice for Tasks</a:t>
            </a:r>
          </a:p>
        </p:txBody>
      </p:sp>
      <p:sp>
        <p:nvSpPr>
          <p:cNvPr id="3" name="Content Placeholder 2"/>
          <p:cNvSpPr>
            <a:spLocks noGrp="1"/>
          </p:cNvSpPr>
          <p:nvPr>
            <p:ph idx="1"/>
          </p:nvPr>
        </p:nvSpPr>
        <p:spPr/>
        <p:txBody>
          <a:bodyPr/>
          <a:lstStyle/>
          <a:p>
            <a:pPr>
              <a:spcAft>
                <a:spcPts val="1400"/>
              </a:spcAft>
              <a:buClr>
                <a:srgbClr val="000000"/>
              </a:buClr>
            </a:pPr>
            <a:r>
              <a:rPr sz="2000"/>
              <a:t>Keep passwords in credentials. Give the task only the ID of the credentials</a:t>
            </a:r>
          </a:p>
          <a:p>
            <a:pPr>
              <a:spcAft>
                <a:spcPts val="1400"/>
              </a:spcAft>
              <a:buClr>
                <a:srgbClr val="000000"/>
              </a:buClr>
            </a:pPr>
            <a:r>
              <a:rPr sz="2000"/>
              <a:t>When the work fails, return an error </a:t>
            </a:r>
            <a:r>
              <a:rPr sz="2000">
                <a:solidFill>
                  <a:srgbClr val="2F2A95"/>
                </a:solidFill>
                <a:latin typeface="Consolas"/>
              </a:rPr>
              <a:t>%Status</a:t>
            </a:r>
            <a:r>
              <a:rPr sz="2000"/>
              <a:t>: History then shows the error</a:t>
            </a:r>
          </a:p>
          <a:p>
            <a:pPr>
              <a:spcAft>
                <a:spcPts val="1400"/>
              </a:spcAft>
              <a:buClr>
                <a:srgbClr val="000000"/>
              </a:buClr>
            </a:pPr>
            <a:r>
              <a:rPr sz="2000"/>
              <a:t>Write a log line for each change, for example each file that the task deletes</a:t>
            </a:r>
          </a:p>
          <a:p>
            <a:pPr>
              <a:spcAft>
                <a:spcPts val="1400"/>
              </a:spcAft>
              <a:buClr>
                <a:srgbClr val="000000"/>
              </a:buClr>
            </a:pPr>
            <a:r>
              <a:rPr sz="2000"/>
              <a:t>Make the task safe to run again: a second run must not cause damage</a:t>
            </a:r>
          </a:p>
          <a:p>
            <a:pPr>
              <a:spcAft>
                <a:spcPts val="1400"/>
              </a:spcAft>
              <a:buClr>
                <a:srgbClr val="000000"/>
              </a:buClr>
            </a:pPr>
            <a:r>
              <a:rPr sz="2000"/>
              <a:t>Test it with Run, then look at History and at the Messages Log</a:t>
            </a:r>
          </a:p>
        </p:txBody>
      </p:sp>
      <p:sp>
        <p:nvSpPr>
          <p:cNvPr id="4" name="Text Placeholder 3"/>
          <p:cNvSpPr>
            <a:spLocks noGrp="1"/>
          </p:cNvSpPr>
          <p:nvPr>
            <p:ph type="body" idx="14" sz="quarter"/>
          </p:nvPr>
        </p:nvSpPr>
        <p:spPr/>
        <p:txBody>
          <a:bodyPr/>
          <a:lstStyle/>
          <a:p>
            <a:pPr>
              <a:buClr>
                <a:srgbClr val="000000"/>
              </a:buClr>
            </a:pPr>
            <a:r>
              <a:rPr/>
              <a:t>A task runs alone, at night, with nobody to watch it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 sz="half"/>
          </p:nvPr>
        </p:nvSpPr>
        <p:spPr/>
        <p:txBody>
          <a:bodyPr anchor="ctr"/>
          <a:lstStyle/>
          <a:p>
            <a:pPr>
              <a:spcAft>
                <a:spcPts val="1800"/>
              </a:spcAft>
              <a:buClr>
                <a:srgbClr val="000000"/>
              </a:buClr>
            </a:pPr>
            <a:r>
              <a:rPr sz="2200"/>
              <a:t>The Task Manager runs a class at a time that you set</a:t>
            </a:r>
          </a:p>
          <a:p>
            <a:pPr>
              <a:spcAft>
                <a:spcPts val="1800"/>
              </a:spcAft>
              <a:buClr>
                <a:srgbClr val="000000"/>
              </a:buClr>
            </a:pPr>
            <a:r>
              <a:rPr sz="2200"/>
              <a:t>A task extends %SYS.Task.Definition. OnTask() does the work</a:t>
            </a:r>
          </a:p>
          <a:p>
            <a:pPr>
              <a:spcAft>
                <a:spcPts val="1800"/>
              </a:spcAft>
              <a:buClr>
                <a:srgbClr val="000000"/>
              </a:buClr>
            </a:pPr>
            <a:r>
              <a:rPr sz="2200"/>
              <a:t>Each property of the task is a setting</a:t>
            </a:r>
          </a:p>
          <a:p>
            <a:pPr>
              <a:spcAft>
                <a:spcPts val="1800"/>
              </a:spcAft>
              <a:buClr>
                <a:srgbClr val="000000"/>
              </a:buClr>
            </a:pPr>
            <a:r>
              <a:rPr sz="2200"/>
              <a:t>Keep passwords in credentials</a:t>
            </a:r>
          </a:p>
        </p:txBody>
      </p:sp>
      <p:sp>
        <p:nvSpPr>
          <p:cNvPr id="3" name="Title 2"/>
          <p:cNvSpPr>
            <a:spLocks noGrp="1"/>
          </p:cNvSpPr>
          <p:nvPr>
            <p:ph type="title"/>
          </p:nvPr>
        </p:nvSpPr>
        <p:spPr/>
        <p:txBody>
          <a:bodyPr/>
          <a:lstStyle/>
          <a:p>
            <a:pPr>
              <a:buClr>
                <a:srgbClr val="000000"/>
              </a:buClr>
            </a:pPr>
            <a:r>
              <a:rPr/>
              <a:t>Key points: Scheduled Tasks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Lab: Part G — Scheduled Task</a:t>
            </a:r>
          </a:p>
        </p:txBody>
      </p:sp>
      <p:sp>
        <p:nvSpPr>
          <p:cNvPr id="3" name="Text Placeholder 2"/>
          <p:cNvSpPr>
            <a:spLocks noGrp="1"/>
          </p:cNvSpPr>
          <p:nvPr>
            <p:ph type="body" idx="13" sz="quarter"/>
          </p:nvPr>
        </p:nvSpPr>
        <p:spPr/>
        <p:txBody>
          <a:bodyPr/>
          <a:lstStyle/>
          <a:p>
            <a:pPr>
              <a:buClr>
                <a:srgbClr val="000000"/>
              </a:buClr>
            </a:pPr>
            <a:r>
              <a:rPr/>
              <a:t>Lab handout, sections G1 to G7  ·  About 30 minutes</a:t>
            </a:r>
          </a:p>
        </p:txBody>
      </p:sp>
      <p:sp>
        <p:nvSpPr>
          <p:cNvPr id="4" name="TextBox 3"/>
          <p:cNvSpPr txBox="1"/>
          <p:nvPr/>
        </p:nvSpPr>
        <p:spPr>
          <a:xfrm>
            <a:off x="548640" y="1783080"/>
            <a:ext cx="6355080" cy="4480560"/>
          </a:xfrm>
          <a:prstGeom prst="rect">
            <a:avLst/>
          </a:prstGeom>
          <a:noFill/>
        </p:spPr>
        <p:txBody>
          <a:bodyPr wrap="square" anchor="t" lIns="36576" rIns="36576" tIns="36576" bIns="36576">
            <a:noAutofit/>
          </a:bodyPr>
          <a:lstStyle/>
          <a:p>
            <a:pPr>
              <a:spcBef>
                <a:spcPts val="0"/>
              </a:spcBef>
              <a:spcAft>
                <a:spcPts val="800"/>
              </a:spcAft>
            </a:pPr>
            <a:r>
              <a:rPr sz="1800" b="1">
                <a:solidFill>
                  <a:srgbClr val="006990"/>
                </a:solidFill>
              </a:rPr>
              <a:t>What you do</a:t>
            </a:r>
          </a:p>
          <a:p>
            <a:pPr marL="411480" indent="-411480">
              <a:spcAft>
                <a:spcPts val="900"/>
              </a:spcAft>
            </a:pPr>
            <a:r>
              <a:rPr sz="1700" b="1">
                <a:solidFill>
                  <a:srgbClr val="006990"/>
                </a:solidFill>
              </a:rPr>
              <a:t>1.	</a:t>
            </a:r>
            <a:r>
              <a:rPr sz="1700"/>
              <a:t>Look at the files in </a:t>
            </a:r>
            <a:r>
              <a:rPr sz="1700">
                <a:solidFill>
                  <a:srgbClr val="2F2A95"/>
                </a:solidFill>
                <a:latin typeface="Consolas"/>
              </a:rPr>
              <a:t>/home/his/outbox</a:t>
            </a:r>
            <a:r>
              <a:rPr sz="1700"/>
              <a:t>.</a:t>
            </a:r>
          </a:p>
          <a:p>
            <a:pPr marL="411480" indent="-411480">
              <a:spcAft>
                <a:spcPts val="900"/>
              </a:spcAft>
            </a:pPr>
            <a:r>
              <a:rPr sz="1700" b="1">
                <a:solidFill>
                  <a:srgbClr val="006990"/>
                </a:solidFill>
              </a:rPr>
              <a:t>2.	</a:t>
            </a:r>
            <a:r>
              <a:rPr sz="1700"/>
              <a:t>Create the credentials </a:t>
            </a:r>
            <a:r>
              <a:rPr sz="1700">
                <a:solidFill>
                  <a:srgbClr val="2F2A95"/>
                </a:solidFill>
                <a:latin typeface="Consolas"/>
              </a:rPr>
              <a:t>HIS-SFTP</a:t>
            </a:r>
            <a:r>
              <a:rPr sz="1700"/>
              <a:t>.</a:t>
            </a:r>
          </a:p>
          <a:p>
            <a:pPr marL="411480" indent="-411480">
              <a:spcAft>
                <a:spcPts val="900"/>
              </a:spcAft>
            </a:pPr>
            <a:r>
              <a:rPr sz="1700" b="1">
                <a:solidFill>
                  <a:srgbClr val="006990"/>
                </a:solidFill>
              </a:rPr>
              <a:t>3.	</a:t>
            </a:r>
            <a:r>
              <a:rPr sz="1700"/>
              <a:t>Write the task class </a:t>
            </a:r>
            <a:r>
              <a:rPr sz="1700">
                <a:solidFill>
                  <a:srgbClr val="2F2A95"/>
                </a:solidFill>
                <a:latin typeface="Consolas"/>
              </a:rPr>
              <a:t>Insurligent.Task.SFTPCleanup</a:t>
            </a:r>
            <a:r>
              <a:rPr sz="1700"/>
              <a:t>.</a:t>
            </a:r>
          </a:p>
          <a:p>
            <a:pPr marL="411480" indent="-411480">
              <a:spcAft>
                <a:spcPts val="900"/>
              </a:spcAft>
            </a:pPr>
            <a:r>
              <a:rPr sz="1700" b="1">
                <a:solidFill>
                  <a:srgbClr val="006990"/>
                </a:solidFill>
              </a:rPr>
              <a:t>4.	</a:t>
            </a:r>
            <a:r>
              <a:rPr sz="1700"/>
              <a:t>Schedule the task each day at 01:00.</a:t>
            </a:r>
          </a:p>
          <a:p>
            <a:pPr marL="411480" indent="-411480">
              <a:spcAft>
                <a:spcPts val="900"/>
              </a:spcAft>
            </a:pPr>
            <a:r>
              <a:rPr sz="1700" b="1">
                <a:solidFill>
                  <a:srgbClr val="006990"/>
                </a:solidFill>
              </a:rPr>
              <a:t>5.	</a:t>
            </a:r>
            <a:r>
              <a:rPr sz="1700"/>
              <a:t>Run it now. Then look at the folder, the Messages Log and History.</a:t>
            </a:r>
          </a:p>
          <a:p>
            <a:pPr marL="411480" indent="-411480">
              <a:spcAft>
                <a:spcPts val="900"/>
              </a:spcAft>
            </a:pPr>
            <a:r>
              <a:rPr sz="1700" b="1">
                <a:solidFill>
                  <a:srgbClr val="006990"/>
                </a:solidFill>
              </a:rPr>
              <a:t>6.	</a:t>
            </a:r>
            <a:r>
              <a:rPr sz="1700"/>
              <a:t>Put the files back and run the task again.</a:t>
            </a:r>
          </a:p>
        </p:txBody>
      </p:sp>
      <p:sp>
        <p:nvSpPr>
          <p:cNvPr id="5" name="Rounded Rectangle 4"/>
          <p:cNvSpPr/>
          <p:nvPr/>
        </p:nvSpPr>
        <p:spPr>
          <a:xfrm>
            <a:off x="7178040" y="1783080"/>
            <a:ext cx="4471416" cy="4480560"/>
          </a:xfrm>
          <a:prstGeom prst="roundRect">
            <a:avLst>
              <a:gd name="adj" fmla="val 2938"/>
            </a:avLst>
          </a:prstGeom>
          <a:solidFill>
            <a:srgbClr val="E6F0F7"/>
          </a:solidFill>
          <a:ln>
            <a:noFill/>
          </a:ln>
        </p:spPr>
        <p:txBody>
          <a:bodyPr rtlCol="0" anchor="t" wrap="square" lIns="201168" rIns="201168" tIns="201168" bIns="27432">
            <a:noAutofit/>
          </a:bodyPr>
          <a:lstStyle/>
          <a:p>
            <a:pPr algn="l">
              <a:spcBef>
                <a:spcPts val="0"/>
              </a:spcBef>
              <a:spcAft>
                <a:spcPts val="600"/>
              </a:spcAft>
            </a:pPr>
            <a:r>
              <a:rPr sz="1800" b="1">
                <a:solidFill>
                  <a:srgbClr val="006990"/>
                </a:solidFill>
              </a:rPr>
              <a:t>Check</a:t>
            </a:r>
          </a:p>
          <a:p>
            <a:pPr algn="l">
              <a:spcBef>
                <a:spcPts val="0"/>
              </a:spcBef>
              <a:spcAft>
                <a:spcPts val="600"/>
              </a:spcAft>
            </a:pPr>
            <a:r>
              <a:rPr sz="1600">
                <a:solidFill>
                  <a:srgbClr val="000000"/>
                </a:solidFill>
              </a:rPr>
              <a:t>The task deletes only the PDF and text files that are older than 7 days. The Messages Log shows each file that it deletes.</a:t>
            </a:r>
          </a:p>
          <a:p>
            <a:pPr algn="l">
              <a:spcBef>
                <a:spcPts val="1800"/>
              </a:spcBef>
              <a:spcAft>
                <a:spcPts val="600"/>
              </a:spcAft>
            </a:pPr>
            <a:r>
              <a:rPr sz="1500" b="1">
                <a:solidFill>
                  <a:srgbClr val="006990"/>
                </a:solidFill>
              </a:rPr>
              <a:t>If you have a problem</a:t>
            </a:r>
          </a:p>
          <a:p>
            <a:pPr algn="l">
              <a:spcBef>
                <a:spcPts val="0"/>
              </a:spcBef>
              <a:spcAft>
                <a:spcPts val="600"/>
              </a:spcAft>
            </a:pPr>
            <a:r>
              <a:rPr sz="1300">
                <a:solidFill>
                  <a:srgbClr val="5A6670"/>
                </a:solidFill>
              </a:rPr>
              <a:t>See "If something goes wrong" at the end of the handout. Compare your classes with </a:t>
            </a:r>
            <a:r>
              <a:rPr sz="1300">
                <a:solidFill>
                  <a:srgbClr val="5A6670"/>
                </a:solidFill>
                <a:latin typeface="Consolas"/>
              </a:rPr>
              <a:t>solution/src/Insurligent</a:t>
            </a:r>
            <a:r>
              <a:rPr sz="1300">
                <a:solidFill>
                  <a:srgbClr val="5A6670"/>
                </a:solidFill>
              </a:rPr>
              <a: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Monitoring and Deployment</a:t>
            </a:r>
          </a:p>
        </p:txBody>
      </p:sp>
      <p:sp>
        <p:nvSpPr>
          <p:cNvPr id="3" name="Text Placeholder 2"/>
          <p:cNvSpPr>
            <a:spLocks noGrp="1"/>
          </p:cNvSpPr>
          <p:nvPr>
            <p:ph type="body" idx="1"/>
          </p:nvPr>
        </p:nvSpPr>
        <p:spPr/>
        <p:txBody>
          <a:bodyPr/>
          <a:lstStyle/>
          <a:p>
            <a:pPr>
              <a:buClr>
                <a:srgbClr val="000000"/>
              </a:buClr>
            </a:pPr>
            <a:r>
              <a:rPr/>
              <a:t>Find, watch and move productions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Find Your Way in a Production</a:t>
            </a:r>
          </a:p>
        </p:txBody>
      </p:sp>
      <p:sp>
        <p:nvSpPr>
          <p:cNvPr id="3" name="Text Placeholder 2"/>
          <p:cNvSpPr>
            <a:spLocks noGrp="1"/>
          </p:cNvSpPr>
          <p:nvPr>
            <p:ph type="body" idx="17" sz="quarter"/>
          </p:nvPr>
        </p:nvSpPr>
        <p:spPr/>
        <p:txBody>
          <a:bodyPr/>
          <a:lstStyle/>
          <a:p>
            <a:pPr>
              <a:buClr>
                <a:srgbClr val="000000"/>
              </a:buClr>
            </a:pPr>
            <a:r>
              <a:rPr/>
              <a:t>Tools that help you test, document and search</a:t>
            </a:r>
          </a:p>
        </p:txBody>
      </p:sp>
      <p:sp>
        <p:nvSpPr>
          <p:cNvPr id="4" name="Content Placeholder 3"/>
          <p:cNvSpPr>
            <a:spLocks noGrp="1"/>
          </p:cNvSpPr>
          <p:nvPr>
            <p:ph idx="10" sz="half"/>
          </p:nvPr>
        </p:nvSpPr>
        <p:spPr/>
        <p:txBody>
          <a:bodyPr/>
          <a:lstStyle/>
          <a:p>
            <a:pPr marL="0" indent="0">
              <a:spcBef>
                <a:spcPts val="0"/>
              </a:spcBef>
              <a:spcAft>
                <a:spcPts val="400"/>
              </a:spcAft>
              <a:buNone/>
            </a:pPr>
            <a:r>
              <a:rPr sz="1800" b="1">
                <a:solidFill>
                  <a:srgbClr val="006990"/>
                </a:solidFill>
              </a:rPr>
              <a:t>Production documentation</a:t>
            </a:r>
          </a:p>
          <a:p>
            <a:pPr>
              <a:spcAft>
                <a:spcPts val="1000"/>
              </a:spcAft>
              <a:buClr>
                <a:srgbClr val="000000"/>
              </a:buClr>
            </a:pPr>
            <a:r>
              <a:rPr sz="1600"/>
              <a:t>A document of the settings, items, DTLs and more.</a:t>
            </a:r>
          </a:p>
          <a:p>
            <a:pPr>
              <a:spcAft>
                <a:spcPts val="1000"/>
              </a:spcAft>
              <a:buClr>
                <a:srgbClr val="000000"/>
              </a:buClr>
            </a:pPr>
            <a:r>
              <a:rPr sz="1600"/>
              <a:t>Print it as PDF.</a:t>
            </a:r>
          </a:p>
        </p:txBody>
      </p:sp>
      <p:sp>
        <p:nvSpPr>
          <p:cNvPr id="5" name="Content Placeholder 4"/>
          <p:cNvSpPr>
            <a:spLocks noGrp="1"/>
          </p:cNvSpPr>
          <p:nvPr>
            <p:ph idx="11" sz="half"/>
          </p:nvPr>
        </p:nvSpPr>
        <p:spPr/>
        <p:txBody>
          <a:bodyPr/>
          <a:lstStyle/>
          <a:p>
            <a:pPr marL="0" indent="0">
              <a:spcBef>
                <a:spcPts val="0"/>
              </a:spcBef>
              <a:spcAft>
                <a:spcPts val="400"/>
              </a:spcAft>
              <a:buNone/>
            </a:pPr>
            <a:r>
              <a:rPr sz="1800" b="1">
                <a:solidFill>
                  <a:srgbClr val="006990"/>
                </a:solidFill>
              </a:rPr>
              <a:t>Interface Maps</a:t>
            </a:r>
          </a:p>
          <a:p>
            <a:pPr>
              <a:spcAft>
                <a:spcPts val="1000"/>
              </a:spcAft>
              <a:buClr>
                <a:srgbClr val="000000"/>
              </a:buClr>
            </a:pPr>
            <a:r>
              <a:rPr sz="1600"/>
              <a:t>View › Interface Maps.</a:t>
            </a:r>
          </a:p>
          <a:p>
            <a:pPr>
              <a:spcAft>
                <a:spcPts val="1000"/>
              </a:spcAft>
              <a:buClr>
                <a:srgbClr val="000000"/>
              </a:buClr>
            </a:pPr>
            <a:r>
              <a:rPr sz="1600"/>
              <a:t>All the routes that one message can take.</a:t>
            </a:r>
          </a:p>
        </p:txBody>
      </p:sp>
      <p:sp>
        <p:nvSpPr>
          <p:cNvPr id="6" name="Content Placeholder 5"/>
          <p:cNvSpPr>
            <a:spLocks noGrp="1"/>
          </p:cNvSpPr>
          <p:nvPr>
            <p:ph idx="12" sz="half"/>
          </p:nvPr>
        </p:nvSpPr>
        <p:spPr/>
        <p:txBody>
          <a:bodyPr/>
          <a:lstStyle/>
          <a:p>
            <a:pPr marL="0" indent="0">
              <a:spcBef>
                <a:spcPts val="0"/>
              </a:spcBef>
              <a:spcAft>
                <a:spcPts val="400"/>
              </a:spcAft>
              <a:buNone/>
            </a:pPr>
            <a:r>
              <a:rPr sz="1800" b="1">
                <a:solidFill>
                  <a:srgbClr val="006990"/>
                </a:solidFill>
              </a:rPr>
              <a:t>Interface References</a:t>
            </a:r>
          </a:p>
          <a:p>
            <a:pPr>
              <a:spcAft>
                <a:spcPts val="1000"/>
              </a:spcAft>
              <a:buClr>
                <a:srgbClr val="000000"/>
              </a:buClr>
            </a:pPr>
            <a:r>
              <a:rPr sz="1600"/>
              <a:t>View › Interface References.</a:t>
            </a:r>
          </a:p>
          <a:p>
            <a:pPr>
              <a:spcAft>
                <a:spcPts val="1000"/>
              </a:spcAft>
              <a:buClr>
                <a:srgbClr val="000000"/>
              </a:buClr>
            </a:pPr>
            <a:r>
              <a:rPr sz="1600"/>
              <a:t>Finds the items that use a schema, lookup table, rule, DTL or BPL.</a:t>
            </a:r>
          </a:p>
        </p:txBody>
      </p:sp>
      <p:sp>
        <p:nvSpPr>
          <p:cNvPr id="7" name="Content Placeholder 6"/>
          <p:cNvSpPr>
            <a:spLocks noGrp="1"/>
          </p:cNvSpPr>
          <p:nvPr>
            <p:ph idx="13" sz="half"/>
          </p:nvPr>
        </p:nvSpPr>
        <p:spPr/>
        <p:txBody>
          <a:bodyPr/>
          <a:lstStyle/>
          <a:p>
            <a:pPr marL="0" indent="0">
              <a:spcBef>
                <a:spcPts val="0"/>
              </a:spcBef>
              <a:spcAft>
                <a:spcPts val="400"/>
              </a:spcAft>
              <a:buNone/>
            </a:pPr>
            <a:r>
              <a:rPr sz="1800" b="1">
                <a:solidFill>
                  <a:srgbClr val="006990"/>
                </a:solidFill>
              </a:rPr>
              <a:t>Class Reference</a:t>
            </a:r>
          </a:p>
          <a:p>
            <a:pPr>
              <a:spcAft>
                <a:spcPts val="1000"/>
              </a:spcAft>
              <a:buClr>
                <a:srgbClr val="000000"/>
              </a:buClr>
            </a:pPr>
            <a:r>
              <a:rPr sz="1600"/>
              <a:t>A page for each class: properties, methods and their arguments.</a:t>
            </a:r>
          </a:p>
          <a:p>
            <a:pPr>
              <a:spcAft>
                <a:spcPts val="1000"/>
              </a:spcAft>
              <a:buClr>
                <a:srgbClr val="000000"/>
              </a:buClr>
            </a:pPr>
            <a:r>
              <a:rPr sz="1600"/>
              <a:t>IRIS makes it when you compile.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Enterprise Tools</a:t>
            </a:r>
          </a:p>
        </p:txBody>
      </p:sp>
      <p:sp>
        <p:nvSpPr>
          <p:cNvPr id="3" name="Content Placeholder 2"/>
          <p:cNvSpPr>
            <a:spLocks noGrp="1"/>
          </p:cNvSpPr>
          <p:nvPr>
            <p:ph idx="1"/>
          </p:nvPr>
        </p:nvSpPr>
        <p:spPr/>
        <p:txBody>
          <a:bodyPr/>
          <a:lstStyle/>
          <a:p>
            <a:pPr>
              <a:spcAft>
                <a:spcPts val="1400"/>
              </a:spcAft>
              <a:buClr>
                <a:srgbClr val="000000"/>
              </a:buClr>
            </a:pPr>
            <a:r>
              <a:rPr sz="2000"/>
              <a:t>Enterprise Monitor: the status of many productions</a:t>
            </a:r>
          </a:p>
          <a:p>
            <a:pPr>
              <a:spcAft>
                <a:spcPts val="1400"/>
              </a:spcAft>
              <a:buClr>
                <a:srgbClr val="000000"/>
              </a:buClr>
            </a:pPr>
            <a:r>
              <a:rPr sz="2000"/>
              <a:t>Enterprise Message Viewer: search the messages of many productions</a:t>
            </a:r>
          </a:p>
          <a:p>
            <a:pPr>
              <a:spcAft>
                <a:spcPts val="1400"/>
              </a:spcAft>
              <a:buClr>
                <a:srgbClr val="000000"/>
              </a:buClr>
            </a:pPr>
            <a:r>
              <a:rPr sz="2000"/>
              <a:t>Enterprise Message Bank: a separate production that keeps copies of messages and Event Log entries</a:t>
            </a:r>
          </a:p>
          <a:p>
            <a:pPr>
              <a:spcAft>
                <a:spcPts val="1400"/>
              </a:spcAft>
              <a:buClr>
                <a:srgbClr val="000000"/>
              </a:buClr>
            </a:pPr>
            <a:r>
              <a:rPr sz="2000"/>
              <a:t>Message Bank Viewer: search the copies and send them again</a:t>
            </a:r>
          </a:p>
          <a:p>
            <a:pPr>
              <a:spcAft>
                <a:spcPts val="1400"/>
              </a:spcAft>
              <a:buClr>
                <a:srgbClr val="000000"/>
              </a:buClr>
            </a:pPr>
            <a:r>
              <a:rPr sz="2000"/>
              <a:t>A client production needs only the Message Bank business operation</a:t>
            </a:r>
          </a:p>
        </p:txBody>
      </p:sp>
      <p:sp>
        <p:nvSpPr>
          <p:cNvPr id="4" name="Text Placeholder 3"/>
          <p:cNvSpPr>
            <a:spLocks noGrp="1"/>
          </p:cNvSpPr>
          <p:nvPr>
            <p:ph type="body" idx="14" sz="quarter"/>
          </p:nvPr>
        </p:nvSpPr>
        <p:spPr/>
        <p:txBody>
          <a:bodyPr/>
          <a:lstStyle/>
          <a:p>
            <a:pPr>
              <a:buClr>
                <a:srgbClr val="000000"/>
              </a:buClr>
            </a:pPr>
            <a:r>
              <a:rPr/>
              <a:t>Watch and search many productions from one portal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Enterprise Message Viewer or Message Bank</a:t>
            </a:r>
          </a:p>
        </p:txBody>
      </p:sp>
      <p:sp>
        <p:nvSpPr>
          <p:cNvPr id="3" name="Text Placeholder 2"/>
          <p:cNvSpPr>
            <a:spLocks noGrp="1"/>
          </p:cNvSpPr>
          <p:nvPr>
            <p:ph type="body" idx="13" sz="quarter"/>
          </p:nvPr>
        </p:nvSpPr>
        <p:spPr/>
        <p:txBody>
          <a:bodyPr/>
          <a:lstStyle/>
          <a:p>
            <a:pPr>
              <a:buClr>
                <a:srgbClr val="000000"/>
              </a:buClr>
            </a:pPr>
            <a:r>
              <a:rPr/>
              <a:t>Two ways to see the messages of many productions</a:t>
            </a:r>
          </a:p>
        </p:txBody>
      </p:sp>
      <p:graphicFrame>
        <p:nvGraphicFramePr>
          <p:cNvPr id="4" name="Table 3"/>
          <p:cNvGraphicFramePr>
            <a:graphicFrameLocks noGrp="1"/>
          </p:cNvGraphicFramePr>
          <p:nvPr/>
        </p:nvGraphicFramePr>
        <p:xfrm>
          <a:off x="548640" y="1783080"/>
          <a:ext cx="11100816" cy="3291840"/>
        </p:xfrm>
        <a:graphic>
          <a:graphicData uri="http://schemas.openxmlformats.org/drawingml/2006/table">
            <a:tbl>
              <a:tblPr firstRow="1">
                <a:tableStyleId>{5C22544A-7EE6-4342-B048-85BDC9FD1C3A}</a:tableStyleId>
              </a:tblPr>
              <a:tblGrid>
                <a:gridCol w="3017520"/>
                <a:gridCol w="4041648"/>
                <a:gridCol w="4041648"/>
              </a:tblGrid>
              <a:tr h="658368">
                <a:tc>
                  <a:txBody>
                    <a:bodyPr wrap="square"/>
                    <a:lstStyle/>
                    <a:p/>
                  </a:txBody>
                  <a:tcPr marL="73152" marR="73152" marT="36576" marB="36576" anchor="ctr">
                    <a:solidFill>
                      <a:srgbClr val="006990"/>
                    </a:solidFill>
                  </a:tcPr>
                </a:tc>
                <a:tc>
                  <a:txBody>
                    <a:bodyPr wrap="square"/>
                    <a:lstStyle/>
                    <a:p>
                      <a:r>
                        <a:rPr sz="1500" b="1">
                          <a:solidFill>
                            <a:srgbClr val="FFFFFF"/>
                          </a:solidFill>
                        </a:rPr>
                        <a:t>Enterprise Message Viewer</a:t>
                      </a:r>
                    </a:p>
                  </a:txBody>
                  <a:tcPr marL="73152" marR="73152" marT="36576" marB="36576" anchor="ctr">
                    <a:solidFill>
                      <a:srgbClr val="006990"/>
                    </a:solidFill>
                  </a:tcPr>
                </a:tc>
                <a:tc>
                  <a:txBody>
                    <a:bodyPr wrap="square"/>
                    <a:lstStyle/>
                    <a:p>
                      <a:r>
                        <a:rPr sz="1500" b="1">
                          <a:solidFill>
                            <a:srgbClr val="FFFFFF"/>
                          </a:solidFill>
                        </a:rPr>
                        <a:t>Enterprise Message Bank</a:t>
                      </a:r>
                    </a:p>
                  </a:txBody>
                  <a:tcPr marL="73152" marR="73152" marT="36576" marB="36576" anchor="ctr">
                    <a:solidFill>
                      <a:srgbClr val="006990"/>
                    </a:solidFill>
                  </a:tcPr>
                </a:tc>
              </a:tr>
              <a:tr h="658368">
                <a:tc>
                  <a:txBody>
                    <a:bodyPr wrap="square"/>
                    <a:lstStyle/>
                    <a:p>
                      <a:r>
                        <a:rPr sz="1500"/>
                        <a:t>Source of the message</a:t>
                      </a:r>
                    </a:p>
                  </a:txBody>
                  <a:tcPr marL="73152" marR="73152" marT="36576" marB="36576" anchor="ctr">
                    <a:solidFill>
                      <a:srgbClr val="FFFFFF"/>
                    </a:solidFill>
                  </a:tcPr>
                </a:tc>
                <a:tc>
                  <a:txBody>
                    <a:bodyPr wrap="square"/>
                    <a:lstStyle/>
                    <a:p>
                      <a:r>
                        <a:rPr sz="1500"/>
                        <a:t>The original, in the client namespace</a:t>
                      </a:r>
                    </a:p>
                  </a:txBody>
                  <a:tcPr marL="73152" marR="73152" marT="36576" marB="36576" anchor="ctr">
                    <a:solidFill>
                      <a:srgbClr val="FFFFFF"/>
                    </a:solidFill>
                  </a:tcPr>
                </a:tc>
                <a:tc>
                  <a:txBody>
                    <a:bodyPr wrap="square"/>
                    <a:lstStyle/>
                    <a:p>
                      <a:r>
                        <a:rPr sz="1500"/>
                        <a:t>A copy, in the namespace of the bank</a:t>
                      </a:r>
                    </a:p>
                  </a:txBody>
                  <a:tcPr marL="73152" marR="73152" marT="36576" marB="36576" anchor="ctr">
                    <a:solidFill>
                      <a:srgbClr val="FFFFFF"/>
                    </a:solidFill>
                  </a:tcPr>
                </a:tc>
              </a:tr>
              <a:tr h="658368">
                <a:tc>
                  <a:txBody>
                    <a:bodyPr wrap="square"/>
                    <a:lstStyle/>
                    <a:p>
                      <a:r>
                        <a:rPr sz="1500"/>
                        <a:t>Send the message again</a:t>
                      </a:r>
                    </a:p>
                  </a:txBody>
                  <a:tcPr marL="73152" marR="73152" marT="36576" marB="36576" anchor="ctr">
                    <a:solidFill>
                      <a:srgbClr val="E6F0F7"/>
                    </a:solidFill>
                  </a:tcPr>
                </a:tc>
                <a:tc>
                  <a:txBody>
                    <a:bodyPr wrap="square"/>
                    <a:lstStyle/>
                    <a:p>
                      <a:r>
                        <a:rPr sz="1500"/>
                        <a:t>Not possible</a:t>
                      </a:r>
                    </a:p>
                  </a:txBody>
                  <a:tcPr marL="73152" marR="73152" marT="36576" marB="36576" anchor="ctr">
                    <a:solidFill>
                      <a:srgbClr val="E6F0F7"/>
                    </a:solidFill>
                  </a:tcPr>
                </a:tc>
                <a:tc>
                  <a:txBody>
                    <a:bodyPr wrap="square"/>
                    <a:lstStyle/>
                    <a:p>
                      <a:r>
                        <a:rPr sz="1500"/>
                        <a:t>Possible</a:t>
                      </a:r>
                    </a:p>
                  </a:txBody>
                  <a:tcPr marL="73152" marR="73152" marT="36576" marB="36576" anchor="ctr">
                    <a:solidFill>
                      <a:srgbClr val="E6F0F7"/>
                    </a:solidFill>
                  </a:tcPr>
                </a:tc>
              </a:tr>
              <a:tr h="658368">
                <a:tc>
                  <a:txBody>
                    <a:bodyPr wrap="square"/>
                    <a:lstStyle/>
                    <a:p>
                      <a:r>
                        <a:rPr sz="1500"/>
                        <a:t>Look at the message</a:t>
                      </a:r>
                    </a:p>
                  </a:txBody>
                  <a:tcPr marL="73152" marR="73152" marT="36576" marB="36576" anchor="ctr">
                    <a:solidFill>
                      <a:srgbClr val="FFFFFF"/>
                    </a:solidFill>
                  </a:tcPr>
                </a:tc>
                <a:tc>
                  <a:txBody>
                    <a:bodyPr wrap="square"/>
                    <a:lstStyle/>
                    <a:p>
                      <a:r>
                        <a:rPr sz="1500"/>
                        <a:t>Basic information. A link opens the client Message Viewer</a:t>
                      </a:r>
                    </a:p>
                  </a:txBody>
                  <a:tcPr marL="73152" marR="73152" marT="36576" marB="36576" anchor="ctr">
                    <a:solidFill>
                      <a:srgbClr val="FFFFFF"/>
                    </a:solidFill>
                  </a:tcPr>
                </a:tc>
                <a:tc>
                  <a:txBody>
                    <a:bodyPr wrap="square"/>
                    <a:lstStyle/>
                    <a:p>
                      <a:r>
                        <a:rPr sz="1500"/>
                        <a:t>The full message</a:t>
                      </a:r>
                    </a:p>
                  </a:txBody>
                  <a:tcPr marL="73152" marR="73152" marT="36576" marB="36576" anchor="ctr">
                    <a:solidFill>
                      <a:srgbClr val="FFFFFF"/>
                    </a:solidFill>
                  </a:tcPr>
                </a:tc>
              </a:tr>
              <a:tr h="658368">
                <a:tc>
                  <a:txBody>
                    <a:bodyPr wrap="square"/>
                    <a:lstStyle/>
                    <a:p>
                      <a:r>
                        <a:rPr sz="1500"/>
                        <a:t>Client production</a:t>
                      </a:r>
                    </a:p>
                  </a:txBody>
                  <a:tcPr marL="73152" marR="73152" marT="36576" marB="36576" anchor="ctr">
                    <a:solidFill>
                      <a:srgbClr val="E6F0F7"/>
                    </a:solidFill>
                  </a:tcPr>
                </a:tc>
                <a:tc>
                  <a:txBody>
                    <a:bodyPr wrap="square"/>
                    <a:lstStyle/>
                    <a:p>
                      <a:r>
                        <a:rPr sz="1500"/>
                        <a:t>No change</a:t>
                      </a:r>
                    </a:p>
                  </a:txBody>
                  <a:tcPr marL="73152" marR="73152" marT="36576" marB="36576" anchor="ctr">
                    <a:solidFill>
                      <a:srgbClr val="E6F0F7"/>
                    </a:solidFill>
                  </a:tcPr>
                </a:tc>
                <a:tc>
                  <a:txBody>
                    <a:bodyPr wrap="square"/>
                    <a:lstStyle/>
                    <a:p>
                      <a:r>
                        <a:rPr sz="1500"/>
                        <a:t>Add the Message Bank business operation</a:t>
                      </a:r>
                    </a:p>
                  </a:txBody>
                  <a:tcPr marL="73152" marR="73152" marT="36576" marB="36576" anchor="ctr">
                    <a:solidFill>
                      <a:srgbClr val="E6F0F7"/>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Dashboards and Workflow</a:t>
            </a:r>
          </a:p>
        </p:txBody>
      </p:sp>
      <p:sp>
        <p:nvSpPr>
          <p:cNvPr id="3" name="Text Placeholder 2"/>
          <p:cNvSpPr>
            <a:spLocks noGrp="1"/>
          </p:cNvSpPr>
          <p:nvPr>
            <p:ph type="body" idx="1"/>
          </p:nvPr>
        </p:nvSpPr>
        <p:spPr/>
        <p:txBody>
          <a:bodyPr/>
          <a:lstStyle/>
          <a:p>
            <a:pPr>
              <a:buClr>
                <a:srgbClr val="000000"/>
              </a:buClr>
            </a:pPr>
            <a:r>
              <a:rPr sz="2200"/>
              <a:t>Dashboards</a:t>
            </a:r>
          </a:p>
        </p:txBody>
      </p:sp>
      <p:sp>
        <p:nvSpPr>
          <p:cNvPr id="4" name="Content Placeholder 3"/>
          <p:cNvSpPr>
            <a:spLocks noGrp="1"/>
          </p:cNvSpPr>
          <p:nvPr>
            <p:ph idx="2" sz="half"/>
          </p:nvPr>
        </p:nvSpPr>
        <p:spPr/>
        <p:txBody>
          <a:bodyPr/>
          <a:lstStyle/>
          <a:p>
            <a:pPr>
              <a:spcAft>
                <a:spcPts val="1200"/>
              </a:spcAft>
              <a:buClr>
                <a:srgbClr val="000000"/>
              </a:buClr>
            </a:pPr>
            <a:r>
              <a:rPr sz="1800"/>
              <a:t>Show live data from the production: business activity monitoring</a:t>
            </a:r>
          </a:p>
          <a:p>
            <a:pPr>
              <a:spcAft>
                <a:spcPts val="1200"/>
              </a:spcAft>
              <a:buClr>
                <a:srgbClr val="000000"/>
              </a:buClr>
            </a:pPr>
            <a:r>
              <a:rPr sz="1800"/>
              <a:t>A dashboard has widgets: meters, charts, traffic lights</a:t>
            </a:r>
          </a:p>
        </p:txBody>
      </p:sp>
      <p:sp>
        <p:nvSpPr>
          <p:cNvPr id="5" name="Text Placeholder 4"/>
          <p:cNvSpPr>
            <a:spLocks noGrp="1"/>
          </p:cNvSpPr>
          <p:nvPr>
            <p:ph type="body" idx="3" sz="quarter"/>
          </p:nvPr>
        </p:nvSpPr>
        <p:spPr/>
        <p:txBody>
          <a:bodyPr/>
          <a:lstStyle/>
          <a:p>
            <a:pPr>
              <a:buClr>
                <a:srgbClr val="000000"/>
              </a:buClr>
            </a:pPr>
            <a:r>
              <a:rPr sz="2200"/>
              <a:t>Workflow</a:t>
            </a:r>
          </a:p>
        </p:txBody>
      </p:sp>
      <p:sp>
        <p:nvSpPr>
          <p:cNvPr id="6" name="Content Placeholder 5"/>
          <p:cNvSpPr>
            <a:spLocks noGrp="1"/>
          </p:cNvSpPr>
          <p:nvPr>
            <p:ph idx="4" sz="quarter"/>
          </p:nvPr>
        </p:nvSpPr>
        <p:spPr/>
        <p:txBody>
          <a:bodyPr/>
          <a:lstStyle/>
          <a:p>
            <a:pPr>
              <a:spcAft>
                <a:spcPts val="1200"/>
              </a:spcAft>
              <a:buClr>
                <a:srgbClr val="000000"/>
              </a:buClr>
            </a:pPr>
            <a:r>
              <a:rPr sz="1800"/>
              <a:t>Adds tasks for people to an automated business process</a:t>
            </a:r>
          </a:p>
          <a:p>
            <a:pPr>
              <a:spcAft>
                <a:spcPts val="1200"/>
              </a:spcAft>
              <a:buClr>
                <a:srgbClr val="000000"/>
              </a:buClr>
            </a:pPr>
            <a:r>
              <a:rPr sz="1800"/>
              <a:t>Examples: approve a contract, look at an order before it continues</a:t>
            </a:r>
          </a:p>
          <a:p>
            <a:pPr>
              <a:spcAft>
                <a:spcPts val="1200"/>
              </a:spcAft>
              <a:buClr>
                <a:srgbClr val="000000"/>
              </a:buClr>
            </a:pPr>
            <a:r>
              <a:rPr sz="1800"/>
              <a:t>The workflow engine gives tasks to users by role or by workload</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Export and Deploy</a:t>
            </a:r>
          </a:p>
        </p:txBody>
      </p:sp>
      <p:sp>
        <p:nvSpPr>
          <p:cNvPr id="3" name="Content Placeholder 2"/>
          <p:cNvSpPr>
            <a:spLocks noGrp="1"/>
          </p:cNvSpPr>
          <p:nvPr>
            <p:ph idx="1"/>
          </p:nvPr>
        </p:nvSpPr>
        <p:spPr/>
        <p:txBody>
          <a:bodyPr/>
          <a:lstStyle/>
          <a:p>
            <a:pPr>
              <a:spcAft>
                <a:spcPts val="1400"/>
              </a:spcAft>
              <a:buClr>
                <a:srgbClr val="000000"/>
              </a:buClr>
            </a:pPr>
            <a:r>
              <a:rPr sz="1900"/>
              <a:t>Export the production: Production Settings › Actions › Export</a:t>
            </a:r>
          </a:p>
          <a:p>
            <a:pPr>
              <a:spcAft>
                <a:spcPts val="1400"/>
              </a:spcAft>
              <a:buClr>
                <a:srgbClr val="000000"/>
              </a:buClr>
            </a:pPr>
            <a:r>
              <a:rPr sz="1900"/>
              <a:t>Export one item: select the item › Actions › Export</a:t>
            </a:r>
          </a:p>
          <a:p>
            <a:pPr>
              <a:spcAft>
                <a:spcPts val="1400"/>
              </a:spcAft>
              <a:buClr>
                <a:srgbClr val="000000"/>
              </a:buClr>
            </a:pPr>
            <a:r>
              <a:rPr sz="1900"/>
              <a:t>The export is an XML file with the classes and the related parts</a:t>
            </a:r>
          </a:p>
          <a:p>
            <a:pPr>
              <a:spcAft>
                <a:spcPts val="1400"/>
              </a:spcAft>
              <a:buClr>
                <a:srgbClr val="000000"/>
              </a:buClr>
            </a:pPr>
            <a:r>
              <a:rPr sz="1900"/>
              <a:t>For a built-in class, the export has only the settings</a:t>
            </a:r>
          </a:p>
          <a:p>
            <a:pPr>
              <a:spcAft>
                <a:spcPts val="1400"/>
              </a:spcAft>
              <a:buClr>
                <a:srgbClr val="000000"/>
              </a:buClr>
            </a:pPr>
            <a:r>
              <a:rPr sz="1900"/>
              <a:t>Deploy: Interoperability › Manage › Deployment Changes › Deploy</a:t>
            </a:r>
          </a:p>
          <a:p>
            <a:pPr>
              <a:spcAft>
                <a:spcPts val="1400"/>
              </a:spcAft>
              <a:buClr>
                <a:srgbClr val="000000"/>
              </a:buClr>
            </a:pPr>
            <a:r>
              <a:rPr sz="1900"/>
              <a:t>The deployment makes a rollback file and a log file</a:t>
            </a:r>
          </a:p>
        </p:txBody>
      </p:sp>
      <p:sp>
        <p:nvSpPr>
          <p:cNvPr id="4" name="Text Placeholder 3"/>
          <p:cNvSpPr>
            <a:spLocks noGrp="1"/>
          </p:cNvSpPr>
          <p:nvPr>
            <p:ph type="body" idx="14" sz="quarter"/>
          </p:nvPr>
        </p:nvSpPr>
        <p:spPr/>
        <p:txBody>
          <a:bodyPr/>
          <a:lstStyle/>
          <a:p>
            <a:pPr>
              <a:buClr>
                <a:srgbClr val="000000"/>
              </a:buClr>
            </a:pPr>
            <a:r>
              <a:rPr/>
              <a:t>Move a production from development to test and to live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Access to the Portal</a:t>
            </a:r>
          </a:p>
        </p:txBody>
      </p:sp>
      <p:sp>
        <p:nvSpPr>
          <p:cNvPr id="3" name="Content Placeholder 2"/>
          <p:cNvSpPr>
            <a:spLocks noGrp="1"/>
          </p:cNvSpPr>
          <p:nvPr>
            <p:ph idx="1"/>
          </p:nvPr>
        </p:nvSpPr>
        <p:spPr/>
        <p:txBody>
          <a:bodyPr/>
          <a:lstStyle/>
          <a:p>
            <a:pPr>
              <a:spcAft>
                <a:spcPts val="1400"/>
              </a:spcAft>
              <a:buClr>
                <a:srgbClr val="000000"/>
              </a:buClr>
            </a:pPr>
            <a:r>
              <a:rPr sz="2000"/>
              <a:t>IRIS has many built-in roles for productions, with production resources</a:t>
            </a:r>
          </a:p>
          <a:p>
            <a:pPr>
              <a:spcAft>
                <a:spcPts val="1400"/>
              </a:spcAft>
              <a:buClr>
                <a:srgbClr val="000000"/>
              </a:buClr>
            </a:pPr>
            <a:r>
              <a:rPr sz="2000"/>
              <a:t>Give each user only the roles that the job needs</a:t>
            </a:r>
          </a:p>
          <a:p>
            <a:pPr>
              <a:spcAft>
                <a:spcPts val="1400"/>
              </a:spcAft>
              <a:buClr>
                <a:srgbClr val="000000"/>
              </a:buClr>
            </a:pPr>
            <a:r>
              <a:rPr sz="2000"/>
              <a:t>You can add roles</a:t>
            </a:r>
          </a:p>
          <a:p>
            <a:pPr>
              <a:spcAft>
                <a:spcPts val="1400"/>
              </a:spcAft>
              <a:buClr>
                <a:srgbClr val="000000"/>
              </a:buClr>
            </a:pPr>
            <a:r>
              <a:rPr sz="2000"/>
              <a:t>You can change portal pages and add new pages</a:t>
            </a:r>
          </a:p>
        </p:txBody>
      </p:sp>
      <p:sp>
        <p:nvSpPr>
          <p:cNvPr id="4" name="Text Placeholder 3"/>
          <p:cNvSpPr>
            <a:spLocks noGrp="1"/>
          </p:cNvSpPr>
          <p:nvPr>
            <p:ph type="body" idx="14" sz="quarter"/>
          </p:nvPr>
        </p:nvSpPr>
        <p:spPr/>
        <p:txBody>
          <a:bodyPr/>
          <a:lstStyle/>
          <a:p>
            <a:pPr>
              <a:buClr>
                <a:srgbClr val="000000"/>
              </a:buClr>
            </a:pPr>
            <a:r>
              <a:rPr/>
              <a:t>Roles control what each user can do in the Management Portal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 sz="half"/>
          </p:nvPr>
        </p:nvSpPr>
        <p:spPr/>
        <p:txBody>
          <a:bodyPr anchor="ctr"/>
          <a:lstStyle/>
          <a:p>
            <a:pPr>
              <a:spcAft>
                <a:spcPts val="1800"/>
              </a:spcAft>
              <a:buClr>
                <a:srgbClr val="000000"/>
              </a:buClr>
            </a:pPr>
            <a:r>
              <a:rPr sz="2200"/>
              <a:t>Interface Maps and References help you test and search</a:t>
            </a:r>
          </a:p>
          <a:p>
            <a:pPr>
              <a:spcAft>
                <a:spcPts val="1800"/>
              </a:spcAft>
              <a:buClr>
                <a:srgbClr val="000000"/>
              </a:buClr>
            </a:pPr>
            <a:r>
              <a:rPr sz="2200"/>
              <a:t>The Message Bank keeps copies of messages from many productions</a:t>
            </a:r>
          </a:p>
          <a:p>
            <a:pPr>
              <a:spcAft>
                <a:spcPts val="1800"/>
              </a:spcAft>
              <a:buClr>
                <a:srgbClr val="000000"/>
              </a:buClr>
            </a:pPr>
            <a:r>
              <a:rPr sz="2200"/>
              <a:t>Dashboards show live data. Workflow adds people to processes</a:t>
            </a:r>
          </a:p>
          <a:p>
            <a:pPr>
              <a:spcAft>
                <a:spcPts val="1800"/>
              </a:spcAft>
              <a:buClr>
                <a:srgbClr val="000000"/>
              </a:buClr>
            </a:pPr>
            <a:r>
              <a:rPr sz="2200"/>
              <a:t>Export and deploy move a production between systems</a:t>
            </a:r>
          </a:p>
        </p:txBody>
      </p:sp>
      <p:sp>
        <p:nvSpPr>
          <p:cNvPr id="3" name="Title 2"/>
          <p:cNvSpPr>
            <a:spLocks noGrp="1"/>
          </p:cNvSpPr>
          <p:nvPr>
            <p:ph type="title"/>
          </p:nvPr>
        </p:nvSpPr>
        <p:spPr/>
        <p:txBody>
          <a:bodyPr/>
          <a:lstStyle/>
          <a:p>
            <a:pPr>
              <a:buClr>
                <a:srgbClr val="000000"/>
              </a:buClr>
            </a:pPr>
            <a:r>
              <a:rPr/>
              <a:t>Key points: Monitoring and Deployment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Two-Day Summary</a:t>
            </a:r>
          </a:p>
        </p:txBody>
      </p:sp>
      <p:sp>
        <p:nvSpPr>
          <p:cNvPr id="3" name="Content Placeholder 2"/>
          <p:cNvSpPr>
            <a:spLocks noGrp="1"/>
          </p:cNvSpPr>
          <p:nvPr>
            <p:ph idx="1"/>
          </p:nvPr>
        </p:nvSpPr>
        <p:spPr/>
        <p:txBody>
          <a:bodyPr/>
          <a:lstStyle/>
          <a:p>
            <a:pPr>
              <a:spcAft>
                <a:spcPts val="1400"/>
              </a:spcAft>
              <a:buClr>
                <a:srgbClr val="000000"/>
              </a:buClr>
            </a:pPr>
            <a:r>
              <a:rPr sz="2000"/>
              <a:t>Business operations for HL7 v2 over MLLP and for REST over HTTP</a:t>
            </a:r>
          </a:p>
          <a:p>
            <a:pPr>
              <a:spcAft>
                <a:spcPts val="1400"/>
              </a:spcAft>
              <a:buClr>
                <a:srgbClr val="000000"/>
              </a:buClr>
            </a:pPr>
            <a:r>
              <a:rPr sz="2000"/>
              <a:t>DTLs between generic messages and HL7</a:t>
            </a:r>
          </a:p>
          <a:p>
            <a:pPr>
              <a:spcAft>
                <a:spcPts val="1400"/>
              </a:spcAft>
              <a:buClr>
                <a:srgbClr val="000000"/>
              </a:buClr>
            </a:pPr>
            <a:r>
              <a:rPr sz="2000"/>
              <a:t>A sub-process and a main process in BPL, with a decision</a:t>
            </a:r>
          </a:p>
          <a:p>
            <a:pPr>
              <a:spcAft>
                <a:spcPts val="1400"/>
              </a:spcAft>
              <a:buClr>
                <a:srgbClr val="000000"/>
              </a:buClr>
            </a:pPr>
            <a:r>
              <a:rPr sz="2000"/>
              <a:t>A business service and a REST entry point</a:t>
            </a:r>
          </a:p>
          <a:p>
            <a:pPr>
              <a:spcAft>
                <a:spcPts val="1400"/>
              </a:spcAft>
              <a:buClr>
                <a:srgbClr val="000000"/>
              </a:buClr>
            </a:pPr>
            <a:r>
              <a:rPr sz="2000"/>
              <a:t>A scheduled task that cleans up an SFTP folder</a:t>
            </a:r>
          </a:p>
        </p:txBody>
      </p:sp>
      <p:sp>
        <p:nvSpPr>
          <p:cNvPr id="4" name="Text Placeholder 3"/>
          <p:cNvSpPr>
            <a:spLocks noGrp="1"/>
          </p:cNvSpPr>
          <p:nvPr>
            <p:ph type="body" idx="14" sz="quarter"/>
          </p:nvPr>
        </p:nvSpPr>
        <p:spPr/>
        <p:txBody>
          <a:bodyPr/>
          <a:lstStyle/>
          <a:p>
            <a:pPr>
              <a:buClr>
                <a:srgbClr val="000000"/>
              </a:buClr>
            </a:pPr>
            <a:r>
              <a:rPr/>
              <a:t>You built a full production, from right to left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Next Steps</a:t>
            </a:r>
          </a:p>
        </p:txBody>
      </p:sp>
      <p:sp>
        <p:nvSpPr>
          <p:cNvPr id="3" name="Content Placeholder 2"/>
          <p:cNvSpPr>
            <a:spLocks noGrp="1"/>
          </p:cNvSpPr>
          <p:nvPr>
            <p:ph idx="1"/>
          </p:nvPr>
        </p:nvSpPr>
        <p:spPr/>
        <p:txBody>
          <a:bodyPr/>
          <a:lstStyle/>
          <a:p>
            <a:pPr>
              <a:spcAft>
                <a:spcPts val="1400"/>
              </a:spcAft>
              <a:buClr>
                <a:srgbClr val="000000"/>
              </a:buClr>
            </a:pPr>
            <a:r>
              <a:rPr sz="2000"/>
              <a:t>Compare your classes with </a:t>
            </a:r>
            <a:r>
              <a:rPr sz="2000">
                <a:solidFill>
                  <a:srgbClr val="2F2A95"/>
                </a:solidFill>
                <a:latin typeface="Consolas"/>
              </a:rPr>
              <a:t>solution/src/Insurligent</a:t>
            </a:r>
          </a:p>
          <a:p>
            <a:pPr>
              <a:spcAft>
                <a:spcPts val="1400"/>
              </a:spcAft>
              <a:buClr>
                <a:srgbClr val="000000"/>
              </a:buClr>
            </a:pPr>
            <a:r>
              <a:rPr sz="2000"/>
              <a:t>Read the guides of the adapters that your project uses</a:t>
            </a:r>
          </a:p>
          <a:p>
            <a:pPr>
              <a:spcAft>
                <a:spcPts val="1400"/>
              </a:spcAft>
              <a:buClr>
                <a:srgbClr val="000000"/>
              </a:buClr>
            </a:pPr>
            <a:r>
              <a:rPr sz="2000"/>
              <a:t>Add error handling and alerts to the flow</a:t>
            </a:r>
          </a:p>
          <a:p>
            <a:pPr>
              <a:spcAft>
                <a:spcPts val="1400"/>
              </a:spcAft>
              <a:buClr>
                <a:srgbClr val="000000"/>
              </a:buClr>
            </a:pPr>
            <a:r>
              <a:rPr sz="2000"/>
              <a:t>Documentation: docs.intersystems.com</a:t>
            </a:r>
          </a:p>
        </p:txBody>
      </p:sp>
      <p:sp>
        <p:nvSpPr>
          <p:cNvPr id="4" name="Text Placeholder 3"/>
          <p:cNvSpPr>
            <a:spLocks noGrp="1"/>
          </p:cNvSpPr>
          <p:nvPr>
            <p:ph type="body" idx="14" sz="quarter"/>
          </p:nvPr>
        </p:nvSpPr>
        <p:spPr/>
        <p:txBody>
          <a:bodyPr/>
          <a:lstStyle/>
          <a:p>
            <a:pPr>
              <a:buClr>
                <a:srgbClr val="000000"/>
              </a:buClr>
            </a:pPr>
            <a:r>
              <a:rPr/>
              <a:t>Use the lab as a starting point for your project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buClr>
                <a:srgbClr val="000000"/>
              </a:buClr>
            </a:pPr>
            <a:r>
              <a:rPr/>
              <a:t>Thank You</a:t>
            </a:r>
          </a:p>
        </p:txBody>
      </p:sp>
      <p:sp>
        <p:nvSpPr>
          <p:cNvPr id="3" name="Text Placeholder 2"/>
          <p:cNvSpPr>
            <a:spLocks noGrp="1"/>
          </p:cNvSpPr>
          <p:nvPr>
            <p:ph type="body" idx="18" sz="quarter"/>
          </p:nvPr>
        </p:nvSpPr>
        <p:spPr/>
        <p:txBody>
          <a:bodyPr/>
          <a:lstStyle/>
          <a:p>
            <a:pPr>
              <a:buClr>
                <a:srgbClr val="000000"/>
              </a:buClr>
            </a:pPr>
            <a:r>
              <a:rPr/>
              <a:t>Questions?</a:t>
            </a:r>
          </a:p>
        </p:txBody>
      </p:sp>
    </p:spTree>
  </p:cSld>
  <p:clrMapOvr>
    <a:masterClrMapping/>
  </p:clrMapOvr>
</p:sld>
</file>

<file path=ppt/theme/theme1.xml><?xml version="1.0" encoding="utf-8"?>
<a:theme xmlns:a="http://schemas.openxmlformats.org/drawingml/2006/main" name="InterSystems Light">
  <a:themeElements>
    <a:clrScheme name="Office">
      <a:dk1>
        <a:srgbClr val="000000"/>
      </a:dk1>
      <a:lt1>
        <a:srgbClr val="FFFFFF"/>
      </a:lt1>
      <a:dk2>
        <a:srgbClr val="2F2A95"/>
      </a:dk2>
      <a:lt2>
        <a:srgbClr val="F2F2F2"/>
      </a:lt2>
      <a:accent1>
        <a:srgbClr val="C5B4E2"/>
      </a:accent1>
      <a:accent2>
        <a:srgbClr val="92C0E9"/>
      </a:accent2>
      <a:accent3>
        <a:srgbClr val="006990"/>
      </a:accent3>
      <a:accent4>
        <a:srgbClr val="00B2A9"/>
      </a:accent4>
      <a:accent5>
        <a:srgbClr val="D0BAA9"/>
      </a:accent5>
      <a:accent6>
        <a:srgbClr val="FFA489"/>
      </a:accent6>
      <a:hlink>
        <a:srgbClr val="54C8E8"/>
      </a:hlink>
      <a:folHlink>
        <a:srgbClr val="C5B4E2"/>
      </a:folHlink>
    </a:clrScheme>
    <a:fontScheme name="InterSystems">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lIns="0" tIns="0" rIns="0" bIns="0" rtlCol="0" anchor="ctr"/>
      <a:lstStyle>
        <a:defPPr algn="ctr">
          <a:defRPr sz="1200" dirty="0" err="1"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chor="t">
        <a:spAutoFit/>
      </a:bodyPr>
      <a:lstStyle>
        <a:defPPr algn="l">
          <a:defRPr sz="1400" dirty="0" err="1" smtClean="0"/>
        </a:defPPr>
      </a:lstStyle>
    </a:txDef>
  </a:objectDefaults>
  <a:extraClrSchemeLst/>
  <a:extLst>
    <a:ext uri="{05A4C25C-085E-4340-85A3-A5531E510DB2}">
      <thm15:themeFamily xmlns:thm15="http://schemas.microsoft.com/office/thememl/2012/main" name="Template_Light_01a" id="{1A8E2D8A-3331-466E-B83B-24B0804295DB}" vid="{8361C629-1411-45A8-BB4C-E5D26246B53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830437a-0f49-40b8-9dee-9e7397f04915}" enabled="1" method="Standard" siteId="{74abaa74-2829-4279-b25c-5743687b0bf5}"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18</Slides>
  <Notes>0</Notes>
  <HiddenSlides>0</HiddenSlides>
  <ScaleCrop>false</ScaleCrop>
  <HeadingPairs>
    <vt:vector size="4" baseType="variant">
      <vt:variant>
        <vt:lpstr>Theme</vt:lpstr>
      </vt:variant>
      <vt:variant>
        <vt:i4>3</vt:i4>
      </vt:variant>
      <vt:variant>
        <vt:lpstr>Slide Titles</vt:lpstr>
      </vt:variant>
      <vt:variant>
        <vt:i4>18</vt:i4>
      </vt:variant>
    </vt:vector>
  </HeadingPairs>
  <TitlesOfParts>
    <vt:vector size="21" baseType="lpstr">
      <vt:lpstr>InterSystems Light</vt:lpstr>
      <vt:lpstr>Office Theme</vt:lpstr>
      <vt:lpstr>1_Office Theme</vt:lpstr>
      <vt:lpstr>InterSystems  Make Your Data Already Ready.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EngPei Lim</dc:creator>
  <cp:revision>15</cp:revision>
  <dcterms:created xsi:type="dcterms:W3CDTF">2026-07-27T03:52:32Z</dcterms:created>
  <dcterms:modified xsi:type="dcterms:W3CDTF">2026-07-30T03:14:09Z</dcterms:modified>
</cp:coreProperties>
</file>